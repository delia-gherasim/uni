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5143500" cx="9144000"/>
  <p:notesSz cx="6858000" cy="9144000"/>
  <p:embeddedFontLst>
    <p:embeddedFont>
      <p:font typeface="Economica"/>
      <p:regular r:id="rId31"/>
      <p:bold r:id="rId32"/>
      <p:italic r:id="rId33"/>
      <p:boldItalic r:id="rId34"/>
    </p:embeddedFont>
    <p:embeddedFont>
      <p:font typeface="Roboto"/>
      <p:regular r:id="rId35"/>
      <p:bold r:id="rId36"/>
      <p:italic r:id="rId37"/>
      <p:boldItalic r:id="rId38"/>
    </p:embeddedFont>
    <p:embeddedFont>
      <p:font typeface="Fjalla One"/>
      <p:regular r:id="rId39"/>
    </p:embeddedFont>
    <p:embeddedFont>
      <p:font typeface="Barlow Semi Condensed Medium"/>
      <p:regular r:id="rId40"/>
      <p:bold r:id="rId41"/>
      <p:italic r:id="rId42"/>
      <p:boldItalic r:id="rId43"/>
    </p:embeddedFont>
    <p:embeddedFont>
      <p:font typeface="Barlow Semi Condensed"/>
      <p:regular r:id="rId44"/>
      <p:bold r:id="rId45"/>
      <p:italic r:id="rId46"/>
      <p:boldItalic r:id="rId47"/>
    </p:embeddedFont>
    <p:embeddedFont>
      <p:font typeface="Roboto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ria felecan"/>
  <p:cmAuthor clrIdx="1" id="1" initials="" lastIdx="1" name="Delia Gherasim"/>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02EA9B-404B-44F1-A14F-F0B1E734C216}">
  <a:tblStyle styleId="{2102EA9B-404B-44F1-A14F-F0B1E734C21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SemiCondensedMedium-regular.fntdata"/><Relationship Id="rId42" Type="http://schemas.openxmlformats.org/officeDocument/2006/relationships/font" Target="fonts/BarlowSemiCondensedMedium-italic.fntdata"/><Relationship Id="rId41" Type="http://schemas.openxmlformats.org/officeDocument/2006/relationships/font" Target="fonts/BarlowSemiCondensedMedium-bold.fntdata"/><Relationship Id="rId44" Type="http://schemas.openxmlformats.org/officeDocument/2006/relationships/font" Target="fonts/BarlowSemiCondensed-regular.fntdata"/><Relationship Id="rId43" Type="http://schemas.openxmlformats.org/officeDocument/2006/relationships/font" Target="fonts/BarlowSemiCondensedMedium-boldItalic.fntdata"/><Relationship Id="rId46" Type="http://schemas.openxmlformats.org/officeDocument/2006/relationships/font" Target="fonts/BarlowSemiCondensed-italic.fntdata"/><Relationship Id="rId45" Type="http://schemas.openxmlformats.org/officeDocument/2006/relationships/font" Target="fonts/BarlowSemiCondense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Mono-regular.fntdata"/><Relationship Id="rId47" Type="http://schemas.openxmlformats.org/officeDocument/2006/relationships/font" Target="fonts/BarlowSemiCondensed-boldItalic.fntdata"/><Relationship Id="rId49" Type="http://schemas.openxmlformats.org/officeDocument/2006/relationships/font" Target="fonts/RobotoMono-bold.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Economica-regular.fntdata"/><Relationship Id="rId30" Type="http://schemas.openxmlformats.org/officeDocument/2006/relationships/slide" Target="slides/slide23.xml"/><Relationship Id="rId33" Type="http://schemas.openxmlformats.org/officeDocument/2006/relationships/font" Target="fonts/Economica-italic.fntdata"/><Relationship Id="rId32" Type="http://schemas.openxmlformats.org/officeDocument/2006/relationships/font" Target="fonts/Economica-bold.fntdata"/><Relationship Id="rId35" Type="http://schemas.openxmlformats.org/officeDocument/2006/relationships/font" Target="fonts/Roboto-regular.fntdata"/><Relationship Id="rId34" Type="http://schemas.openxmlformats.org/officeDocument/2006/relationships/font" Target="fonts/Economica-boldItalic.fntdata"/><Relationship Id="rId37" Type="http://schemas.openxmlformats.org/officeDocument/2006/relationships/font" Target="fonts/Roboto-italic.fntdata"/><Relationship Id="rId36" Type="http://schemas.openxmlformats.org/officeDocument/2006/relationships/font" Target="fonts/Roboto-bold.fntdata"/><Relationship Id="rId39" Type="http://schemas.openxmlformats.org/officeDocument/2006/relationships/font" Target="fonts/FjallaOne-regular.fntdata"/><Relationship Id="rId38" Type="http://schemas.openxmlformats.org/officeDocument/2006/relationships/font" Target="fonts/Roboto-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Mono-boldItalic.fntdata"/><Relationship Id="rId50" Type="http://schemas.openxmlformats.org/officeDocument/2006/relationships/font" Target="fonts/RobotoMono-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3-23T18:18:15.009">
    <p:pos x="6000" y="0"/>
    <p:text>te pup papa</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5-03-23T18:14:33.710">
    <p:pos x="6000" y="0"/>
    <p:text>buna ce salut esti</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7" name="Shape 2107"/>
        <p:cNvGrpSpPr/>
        <p:nvPr/>
      </p:nvGrpSpPr>
      <p:grpSpPr>
        <a:xfrm>
          <a:off x="0" y="0"/>
          <a:ext cx="0" cy="0"/>
          <a:chOff x="0" y="0"/>
          <a:chExt cx="0" cy="0"/>
        </a:xfrm>
      </p:grpSpPr>
      <p:sp>
        <p:nvSpPr>
          <p:cNvPr id="2108" name="Google Shape;2108;g342ae652368_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09" name="Google Shape;2109;g342ae65236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7" name="Shape 2307"/>
        <p:cNvGrpSpPr/>
        <p:nvPr/>
      </p:nvGrpSpPr>
      <p:grpSpPr>
        <a:xfrm>
          <a:off x="0" y="0"/>
          <a:ext cx="0" cy="0"/>
          <a:chOff x="0" y="0"/>
          <a:chExt cx="0" cy="0"/>
        </a:xfrm>
      </p:grpSpPr>
      <p:sp>
        <p:nvSpPr>
          <p:cNvPr id="2308" name="Google Shape;2308;g342ae652368_1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9" name="Google Shape;2309;g342ae652368_1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2" name="Shape 2492"/>
        <p:cNvGrpSpPr/>
        <p:nvPr/>
      </p:nvGrpSpPr>
      <p:grpSpPr>
        <a:xfrm>
          <a:off x="0" y="0"/>
          <a:ext cx="0" cy="0"/>
          <a:chOff x="0" y="0"/>
          <a:chExt cx="0" cy="0"/>
        </a:xfrm>
      </p:grpSpPr>
      <p:sp>
        <p:nvSpPr>
          <p:cNvPr id="2493" name="Google Shape;2493;g342ae652368_1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4" name="Google Shape;2494;g342ae652368_1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9" name="Shape 2499"/>
        <p:cNvGrpSpPr/>
        <p:nvPr/>
      </p:nvGrpSpPr>
      <p:grpSpPr>
        <a:xfrm>
          <a:off x="0" y="0"/>
          <a:ext cx="0" cy="0"/>
          <a:chOff x="0" y="0"/>
          <a:chExt cx="0" cy="0"/>
        </a:xfrm>
      </p:grpSpPr>
      <p:sp>
        <p:nvSpPr>
          <p:cNvPr id="2500" name="Google Shape;2500;g342ae652368_1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1" name="Google Shape;2501;g342ae652368_1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Structural patterns are </a:t>
            </a:r>
            <a:r>
              <a:rPr lang="ro"/>
              <a:t>useful</a:t>
            </a:r>
            <a:r>
              <a:rPr lang="ro"/>
              <a:t> in making independent classes work </a:t>
            </a:r>
            <a:r>
              <a:rPr lang="ro"/>
              <a:t>together. They describe ways to compose objects in order to obtain a new functionality.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7" name="Shape 2507"/>
        <p:cNvGrpSpPr/>
        <p:nvPr/>
      </p:nvGrpSpPr>
      <p:grpSpPr>
        <a:xfrm>
          <a:off x="0" y="0"/>
          <a:ext cx="0" cy="0"/>
          <a:chOff x="0" y="0"/>
          <a:chExt cx="0" cy="0"/>
        </a:xfrm>
      </p:grpSpPr>
      <p:sp>
        <p:nvSpPr>
          <p:cNvPr id="2508" name="Google Shape;2508;g342ae652368_1_1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9" name="Google Shape;2509;g342ae652368_1_1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6" name="Shape 2736"/>
        <p:cNvGrpSpPr/>
        <p:nvPr/>
      </p:nvGrpSpPr>
      <p:grpSpPr>
        <a:xfrm>
          <a:off x="0" y="0"/>
          <a:ext cx="0" cy="0"/>
          <a:chOff x="0" y="0"/>
          <a:chExt cx="0" cy="0"/>
        </a:xfrm>
      </p:grpSpPr>
      <p:sp>
        <p:nvSpPr>
          <p:cNvPr id="2737" name="Google Shape;2737;g342ae652368_1_1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8" name="Google Shape;2738;g342ae652368_1_1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solidFill>
                  <a:schemeClr val="dk1"/>
                </a:solidFill>
              </a:rPr>
              <a:t>In architecture, a </a:t>
            </a:r>
            <a:r>
              <a:rPr b="1" lang="ro">
                <a:solidFill>
                  <a:schemeClr val="dk1"/>
                </a:solidFill>
              </a:rPr>
              <a:t>facade</a:t>
            </a:r>
            <a:r>
              <a:rPr lang="ro">
                <a:solidFill>
                  <a:schemeClr val="dk1"/>
                </a:solidFill>
              </a:rPr>
              <a:t> is the </a:t>
            </a:r>
            <a:r>
              <a:rPr b="1" lang="ro">
                <a:solidFill>
                  <a:schemeClr val="dk1"/>
                </a:solidFill>
              </a:rPr>
              <a:t>front-facing exterior</a:t>
            </a:r>
            <a:r>
              <a:rPr lang="ro">
                <a:solidFill>
                  <a:schemeClr val="dk1"/>
                </a:solidFill>
              </a:rPr>
              <a:t> of a building, usually designed to look appealing and provide a clear, cohesive "face" to the structure. It hides all the internal structural elements, wiring, plumbing, and rooms behind it. A building Facade makes the building approachable &amp; attractive, while the design pattern makes the system easier to use &amp; understand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g342ae652368_1_1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2" name="Google Shape;2762;g342ae652368_1_1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sz="1000"/>
              <a:t>This pattern involves a single class which provides simplified methods required by client and delegates calls to methods of existing system classes.</a:t>
            </a:r>
            <a:endParaRPr sz="1000"/>
          </a:p>
          <a:p>
            <a:pPr indent="0" lvl="0" marL="0" marR="139700" rtl="0" algn="l">
              <a:lnSpc>
                <a:spcPct val="142857"/>
              </a:lnSpc>
              <a:spcBef>
                <a:spcPts val="0"/>
              </a:spcBef>
              <a:spcAft>
                <a:spcPts val="0"/>
              </a:spcAft>
              <a:buNone/>
            </a:pPr>
            <a:r>
              <a:t/>
            </a:r>
            <a:endParaRPr sz="1000"/>
          </a:p>
          <a:p>
            <a:pPr indent="0" lvl="0" marL="0" marR="139700" rtl="0" algn="l">
              <a:lnSpc>
                <a:spcPct val="142857"/>
              </a:lnSpc>
              <a:spcBef>
                <a:spcPts val="0"/>
              </a:spcBef>
              <a:spcAft>
                <a:spcPts val="0"/>
              </a:spcAft>
              <a:buNone/>
            </a:pPr>
            <a:r>
              <a:rPr lang="ro" sz="1000"/>
              <a:t>The Facade provides convenient access to a particular part of the subsystem’s functionality. It knows where to direct the client’s request and how to operate all the moving parts.</a:t>
            </a:r>
            <a:endParaRPr sz="1000"/>
          </a:p>
          <a:p>
            <a:pPr indent="0" lvl="0" marL="0" marR="139700" rtl="0" algn="l">
              <a:lnSpc>
                <a:spcPct val="142857"/>
              </a:lnSpc>
              <a:spcBef>
                <a:spcPts val="0"/>
              </a:spcBef>
              <a:spcAft>
                <a:spcPts val="0"/>
              </a:spcAft>
              <a:buNone/>
            </a:pPr>
            <a:r>
              <a:t/>
            </a:r>
            <a:endParaRPr sz="1000"/>
          </a:p>
          <a:p>
            <a:pPr indent="0" lvl="0" marL="0" marR="139700" rtl="0" algn="l">
              <a:lnSpc>
                <a:spcPct val="142857"/>
              </a:lnSpc>
              <a:spcBef>
                <a:spcPts val="0"/>
              </a:spcBef>
              <a:spcAft>
                <a:spcPts val="0"/>
              </a:spcAft>
              <a:buNone/>
            </a:pPr>
            <a:r>
              <a:rPr lang="ro" sz="1000"/>
              <a:t>The Complex Subsystem consists of dozens of various objects. To make them all do something meaningful, you have to dive deep into the subsystem’s implementation details, such as initializing objects in the correct order and supplying them with data in the proper format.</a:t>
            </a:r>
            <a:br>
              <a:rPr lang="ro" sz="1000"/>
            </a:br>
            <a:r>
              <a:rPr lang="ro" sz="1000"/>
              <a:t>Subsystem classes aren’t aware of the facade’s existence. They operate within the system and work with each other directly.</a:t>
            </a:r>
            <a:endParaRPr sz="1000"/>
          </a:p>
          <a:p>
            <a:pPr indent="0" lvl="0" marL="0" rtl="0" algn="l">
              <a:spcBef>
                <a:spcPts val="0"/>
              </a:spcBef>
              <a:spcAft>
                <a:spcPts val="0"/>
              </a:spcAft>
              <a:buNone/>
            </a:pPr>
            <a:r>
              <a:t/>
            </a:r>
            <a:endParaRPr sz="10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2" name="Shape 2792"/>
        <p:cNvGrpSpPr/>
        <p:nvPr/>
      </p:nvGrpSpPr>
      <p:grpSpPr>
        <a:xfrm>
          <a:off x="0" y="0"/>
          <a:ext cx="0" cy="0"/>
          <a:chOff x="0" y="0"/>
          <a:chExt cx="0" cy="0"/>
        </a:xfrm>
      </p:grpSpPr>
      <p:sp>
        <p:nvSpPr>
          <p:cNvPr id="2793" name="Google Shape;2793;g342ae652368_1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4" name="Google Shape;2794;g342ae652368_1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9" name="Shape 2799"/>
        <p:cNvGrpSpPr/>
        <p:nvPr/>
      </p:nvGrpSpPr>
      <p:grpSpPr>
        <a:xfrm>
          <a:off x="0" y="0"/>
          <a:ext cx="0" cy="0"/>
          <a:chOff x="0" y="0"/>
          <a:chExt cx="0" cy="0"/>
        </a:xfrm>
      </p:grpSpPr>
      <p:sp>
        <p:nvSpPr>
          <p:cNvPr id="2800" name="Google Shape;2800;g342ae652368_1_20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1" name="Google Shape;2801;g342ae652368_1_2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sz="1000"/>
              <a:t>Create facades to define entry points to each level of a subsystem. You can reduce coupling between multiple subsystems by requiring them to communicate only through facades.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ro" sz="1000"/>
              <a:t>A subsystem may become more flexible and easier to reuse in various contexts, but the amount of configuration and code it demands from a client grows larger. The Facade attempts to fix this problem by providing a shortcut to the most-used features of the subsystem which fit most client requirements.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ro" sz="1000"/>
              <a:t>The facades act as communication interfaces between the individual layers, increasing flexibility and the possibility of extension and adaptation of components.</a:t>
            </a:r>
            <a:endParaRPr sz="1000"/>
          </a:p>
          <a:p>
            <a:pPr indent="0" lvl="0" marL="0" rtl="0" algn="l">
              <a:spcBef>
                <a:spcPts val="0"/>
              </a:spcBef>
              <a:spcAft>
                <a:spcPts val="0"/>
              </a:spcAft>
              <a:buNone/>
            </a:pPr>
            <a:r>
              <a:t/>
            </a:r>
            <a:endParaRPr sz="10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0" name="Shape 3020"/>
        <p:cNvGrpSpPr/>
        <p:nvPr/>
      </p:nvGrpSpPr>
      <p:grpSpPr>
        <a:xfrm>
          <a:off x="0" y="0"/>
          <a:ext cx="0" cy="0"/>
          <a:chOff x="0" y="0"/>
          <a:chExt cx="0" cy="0"/>
        </a:xfrm>
      </p:grpSpPr>
      <p:sp>
        <p:nvSpPr>
          <p:cNvPr id="3021" name="Google Shape;3021;g342ae652368_1_2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2" name="Google Shape;3022;g342ae652368_1_2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sz="1000"/>
              <a:t>The facade hides underlying complex subsystems, therefore reducing complexity. </a:t>
            </a:r>
            <a:r>
              <a:rPr lang="ro" sz="1000"/>
              <a:t>In addition, the approach promotes the principle of loose coupling. Due to the low degree of interdependence of the individual components, changes (modifications, maintenance) are convenient and possible at any time. Because of loose coupling a sub-system is easier to expand.</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ro" sz="1000"/>
              <a:t>In general, the installation of a facade interface requires an additional indirection stage, that in turn increases computing time for method and function calls and memory access. </a:t>
            </a:r>
            <a:r>
              <a:rPr lang="ro" sz="1000"/>
              <a:t>Finally, the facade pattern also harbors the risk that the software becomes too dependent on the central master interface.</a:t>
            </a:r>
            <a:endParaRPr sz="1000"/>
          </a:p>
          <a:p>
            <a:pPr indent="0" lvl="0" marL="0" rtl="0" algn="l">
              <a:spcBef>
                <a:spcPts val="0"/>
              </a:spcBef>
              <a:spcAft>
                <a:spcPts val="0"/>
              </a:spcAft>
              <a:buNone/>
            </a:pPr>
            <a:r>
              <a:t/>
            </a:r>
            <a:endParaRPr sz="10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3" name="Shape 3033"/>
        <p:cNvGrpSpPr/>
        <p:nvPr/>
      </p:nvGrpSpPr>
      <p:grpSpPr>
        <a:xfrm>
          <a:off x="0" y="0"/>
          <a:ext cx="0" cy="0"/>
          <a:chOff x="0" y="0"/>
          <a:chExt cx="0" cy="0"/>
        </a:xfrm>
      </p:grpSpPr>
      <p:sp>
        <p:nvSpPr>
          <p:cNvPr id="3034" name="Google Shape;3034;g342ae652368_0_2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5" name="Google Shape;3035;g342ae652368_0_2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8" name="Shape 3038"/>
        <p:cNvGrpSpPr/>
        <p:nvPr/>
      </p:nvGrpSpPr>
      <p:grpSpPr>
        <a:xfrm>
          <a:off x="0" y="0"/>
          <a:ext cx="0" cy="0"/>
          <a:chOff x="0" y="0"/>
          <a:chExt cx="0" cy="0"/>
        </a:xfrm>
      </p:grpSpPr>
      <p:sp>
        <p:nvSpPr>
          <p:cNvPr id="3039" name="Google Shape;3039;g342d121d66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0" name="Google Shape;3040;g342d121d66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
                <a:solidFill>
                  <a:schemeClr val="dk1"/>
                </a:solidFill>
              </a:rPr>
              <a:t>The </a:t>
            </a:r>
            <a:r>
              <a:rPr lang="ro">
                <a:solidFill>
                  <a:srgbClr val="188038"/>
                </a:solidFill>
                <a:latin typeface="Roboto Mono"/>
                <a:ea typeface="Roboto Mono"/>
                <a:cs typeface="Roboto Mono"/>
                <a:sym typeface="Roboto Mono"/>
              </a:rPr>
              <a:t>DiscoveryClient</a:t>
            </a:r>
            <a:r>
              <a:rPr lang="ro">
                <a:solidFill>
                  <a:schemeClr val="dk1"/>
                </a:solidFill>
              </a:rPr>
              <a:t> class in Eureka is a perfect example of the </a:t>
            </a:r>
            <a:r>
              <a:rPr b="1" lang="ro">
                <a:solidFill>
                  <a:schemeClr val="dk1"/>
                </a:solidFill>
              </a:rPr>
              <a:t>Facade Design Pattern</a:t>
            </a:r>
            <a:r>
              <a:rPr lang="ro">
                <a:solidFill>
                  <a:schemeClr val="dk1"/>
                </a:solidFill>
              </a:rPr>
              <a:t>. It provides a </a:t>
            </a:r>
            <a:r>
              <a:rPr b="1" lang="ro">
                <a:solidFill>
                  <a:schemeClr val="dk1"/>
                </a:solidFill>
              </a:rPr>
              <a:t>simple interface</a:t>
            </a:r>
            <a:r>
              <a:rPr lang="ro">
                <a:solidFill>
                  <a:schemeClr val="dk1"/>
                </a:solidFill>
              </a:rPr>
              <a:t> for service discovery while hiding the complexity of multiple subsystems.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ro" sz="1000"/>
              <a:t>Netflix has a lot of microservices. These microservices are designed to handle different functionalities, such as user management, content delivery, recommendations, and more. </a:t>
            </a:r>
            <a:endParaRPr sz="1000"/>
          </a:p>
          <a:p>
            <a:pPr indent="0" lvl="0" marL="0" rtl="0" algn="l">
              <a:spcBef>
                <a:spcPts val="0"/>
              </a:spcBef>
              <a:spcAft>
                <a:spcPts val="0"/>
              </a:spcAft>
              <a:buNone/>
            </a:pPr>
            <a:r>
              <a:rPr lang="ro" sz="1000"/>
              <a:t>Eureka </a:t>
            </a:r>
            <a:r>
              <a:rPr lang="ro">
                <a:solidFill>
                  <a:schemeClr val="dk1"/>
                </a:solidFill>
              </a:rPr>
              <a:t>is a service discovery tool used by Netflix to manage how microservices communicate with each other.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ro">
                <a:solidFill>
                  <a:schemeClr val="dk1"/>
                </a:solidFill>
              </a:rPr>
              <a:t>Every microservice connects to the DiscoveryClient class that communicates with the Eureka Server. </a:t>
            </a:r>
            <a:endParaRPr sz="1000"/>
          </a:p>
          <a:p>
            <a:pPr indent="0" lvl="0" marL="0" rtl="0" algn="l">
              <a:spcBef>
                <a:spcPts val="0"/>
              </a:spcBef>
              <a:spcAft>
                <a:spcPts val="0"/>
              </a:spcAft>
              <a:buClr>
                <a:schemeClr val="dk1"/>
              </a:buClr>
              <a:buSzPts val="1100"/>
              <a:buFont typeface="Arial"/>
              <a:buNone/>
            </a:pPr>
            <a:r>
              <a:rPr lang="ro">
                <a:solidFill>
                  <a:schemeClr val="dk1"/>
                </a:solidFill>
              </a:rPr>
              <a:t>Internally, </a:t>
            </a:r>
            <a:r>
              <a:rPr lang="ro">
                <a:solidFill>
                  <a:srgbClr val="188038"/>
                </a:solidFill>
                <a:latin typeface="Roboto Mono"/>
                <a:ea typeface="Roboto Mono"/>
                <a:cs typeface="Roboto Mono"/>
                <a:sym typeface="Roboto Mono"/>
              </a:rPr>
              <a:t>DiscoveryClient</a:t>
            </a:r>
            <a:r>
              <a:rPr lang="ro">
                <a:solidFill>
                  <a:schemeClr val="dk1"/>
                </a:solidFill>
              </a:rPr>
              <a:t> interacts with different components such as</a:t>
            </a:r>
            <a:endParaRPr>
              <a:solidFill>
                <a:schemeClr val="dk1"/>
              </a:solidFill>
            </a:endParaRPr>
          </a:p>
          <a:p>
            <a:pPr indent="0" lvl="0" marL="0" rtl="0" algn="l">
              <a:spcBef>
                <a:spcPts val="0"/>
              </a:spcBef>
              <a:spcAft>
                <a:spcPts val="0"/>
              </a:spcAft>
              <a:buClr>
                <a:schemeClr val="dk1"/>
              </a:buClr>
              <a:buSzPts val="1100"/>
              <a:buFont typeface="Arial"/>
              <a:buNone/>
            </a:pPr>
            <a:r>
              <a:rPr b="1" lang="ro">
                <a:solidFill>
                  <a:schemeClr val="dk1"/>
                </a:solidFill>
              </a:rPr>
              <a:t>Instance Registry:</a:t>
            </a:r>
            <a:r>
              <a:rPr lang="ro">
                <a:solidFill>
                  <a:schemeClr val="dk1"/>
                </a:solidFill>
              </a:rPr>
              <a:t> Keeps track of all available services</a:t>
            </a:r>
            <a:endParaRPr>
              <a:solidFill>
                <a:schemeClr val="dk1"/>
              </a:solidFill>
            </a:endParaRPr>
          </a:p>
          <a:p>
            <a:pPr indent="0" lvl="0" marL="0" rtl="0" algn="l">
              <a:spcBef>
                <a:spcPts val="0"/>
              </a:spcBef>
              <a:spcAft>
                <a:spcPts val="0"/>
              </a:spcAft>
              <a:buClr>
                <a:schemeClr val="dk1"/>
              </a:buClr>
              <a:buSzPts val="1100"/>
              <a:buFont typeface="Arial"/>
              <a:buNone/>
            </a:pPr>
            <a:r>
              <a:rPr b="1" lang="ro">
                <a:solidFill>
                  <a:schemeClr val="dk1"/>
                </a:solidFill>
              </a:rPr>
              <a:t>Cache Manager:</a:t>
            </a:r>
            <a:r>
              <a:rPr lang="ro">
                <a:solidFill>
                  <a:schemeClr val="dk1"/>
                </a:solidFill>
              </a:rPr>
              <a:t> Ensures fast lookups of registered services</a:t>
            </a:r>
            <a:endParaRPr>
              <a:solidFill>
                <a:schemeClr val="dk1"/>
              </a:solidFill>
            </a:endParaRPr>
          </a:p>
          <a:p>
            <a:pPr indent="0" lvl="0" marL="0" rtl="0" algn="l">
              <a:spcBef>
                <a:spcPts val="0"/>
              </a:spcBef>
              <a:spcAft>
                <a:spcPts val="0"/>
              </a:spcAft>
              <a:buClr>
                <a:schemeClr val="dk1"/>
              </a:buClr>
              <a:buSzPts val="1100"/>
              <a:buFont typeface="Arial"/>
              <a:buNone/>
            </a:pPr>
            <a:r>
              <a:rPr b="1" lang="ro">
                <a:solidFill>
                  <a:schemeClr val="dk1"/>
                </a:solidFill>
              </a:rPr>
              <a:t>HTTP Client:</a:t>
            </a:r>
            <a:r>
              <a:rPr lang="ro">
                <a:solidFill>
                  <a:schemeClr val="dk1"/>
                </a:solidFill>
              </a:rPr>
              <a:t> Handles network communication with the Eureka server.</a:t>
            </a:r>
            <a:endParaRPr>
              <a:solidFill>
                <a:schemeClr val="dk1"/>
              </a:solidFill>
            </a:endParaRPr>
          </a:p>
          <a:p>
            <a:pPr indent="0" lvl="0" marL="0" rtl="0" algn="l">
              <a:spcBef>
                <a:spcPts val="0"/>
              </a:spcBef>
              <a:spcAft>
                <a:spcPts val="0"/>
              </a:spcAft>
              <a:buNone/>
            </a:pPr>
            <a:r>
              <a:rPr b="1" lang="ro">
                <a:solidFill>
                  <a:schemeClr val="dk1"/>
                </a:solidFill>
              </a:rPr>
              <a:t>Thread Management:</a:t>
            </a:r>
            <a:r>
              <a:rPr lang="ro">
                <a:solidFill>
                  <a:schemeClr val="dk1"/>
                </a:solidFill>
              </a:rPr>
              <a:t> Runs background tasks for updates and cleanup</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ro">
                <a:solidFill>
                  <a:schemeClr val="dk1"/>
                </a:solidFill>
              </a:rPr>
              <a:t>It registers itself with the server to let other services know it is available. It also looks up other services in Eureka when it needs to communicate with them.</a:t>
            </a:r>
            <a:endParaRPr>
              <a:solidFill>
                <a:schemeClr val="dk1"/>
              </a:solidFill>
            </a:endParaRPr>
          </a:p>
          <a:p>
            <a:pPr indent="0" lvl="0" marL="0" rtl="0" algn="l">
              <a:spcBef>
                <a:spcPts val="0"/>
              </a:spcBef>
              <a:spcAft>
                <a:spcPts val="0"/>
              </a:spcAft>
              <a:buClr>
                <a:schemeClr val="dk1"/>
              </a:buClr>
              <a:buSzPts val="1100"/>
              <a:buFont typeface="Arial"/>
              <a:buNone/>
            </a:pPr>
            <a:r>
              <a:rPr lang="ro" sz="1000">
                <a:solidFill>
                  <a:schemeClr val="dk1"/>
                </a:solidFill>
              </a:rPr>
              <a:t>DiscoveryClient provides users with simple functions they can call in order to achieve complex tasks, without having to worry about the management of the subsystems involved, as I will present in the next slides.</a:t>
            </a:r>
            <a:endParaRPr>
              <a:solidFill>
                <a:schemeClr val="dk1"/>
              </a:solidFill>
            </a:endParaRPr>
          </a:p>
          <a:p>
            <a:pPr indent="0" lvl="0" marL="0" rtl="0" algn="l">
              <a:spcBef>
                <a:spcPts val="0"/>
              </a:spcBef>
              <a:spcAft>
                <a:spcPts val="0"/>
              </a:spcAft>
              <a:buNone/>
            </a:pPr>
            <a:r>
              <a:t/>
            </a:r>
            <a:endParaRPr sz="10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6" name="Shape 3066"/>
        <p:cNvGrpSpPr/>
        <p:nvPr/>
      </p:nvGrpSpPr>
      <p:grpSpPr>
        <a:xfrm>
          <a:off x="0" y="0"/>
          <a:ext cx="0" cy="0"/>
          <a:chOff x="0" y="0"/>
          <a:chExt cx="0" cy="0"/>
        </a:xfrm>
      </p:grpSpPr>
      <p:sp>
        <p:nvSpPr>
          <p:cNvPr id="3067" name="Google Shape;3067;g342d121d66b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8" name="Google Shape;3068;g342d121d66b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a:solidFill>
                  <a:schemeClr val="dk1"/>
                </a:solidFill>
                <a:latin typeface="Barlow Semi Condensed"/>
                <a:ea typeface="Barlow Semi Condensed"/>
                <a:cs typeface="Barlow Semi Condensed"/>
                <a:sym typeface="Barlow Semi Condensed"/>
              </a:rPr>
              <a:t> Clients can focus on their core functionality without worrying about the underlying complexity of distributed systems, thread safety, and remote communication.</a:t>
            </a:r>
            <a:endParaRPr b="1">
              <a:solidFill>
                <a:schemeClr val="dk1"/>
              </a:solidFill>
              <a:latin typeface="Barlow Semi Condensed"/>
              <a:ea typeface="Barlow Semi Condensed"/>
              <a:cs typeface="Barlow Semi Condensed"/>
              <a:sym typeface="Barlow Semi Condensed"/>
            </a:endParaRPr>
          </a:p>
          <a:p>
            <a:pPr indent="0" lvl="0" marL="0" rtl="0" algn="l">
              <a:lnSpc>
                <a:spcPct val="115000"/>
              </a:lnSpc>
              <a:spcBef>
                <a:spcPts val="600"/>
              </a:spcBef>
              <a:spcAft>
                <a:spcPts val="0"/>
              </a:spcAft>
              <a:buClr>
                <a:schemeClr val="dk1"/>
              </a:buClr>
              <a:buSzPts val="1100"/>
              <a:buFont typeface="Arial"/>
              <a:buNone/>
            </a:pPr>
            <a:r>
              <a:rPr b="1" lang="ro" sz="1800">
                <a:solidFill>
                  <a:srgbClr val="77C6FC"/>
                </a:solidFill>
                <a:latin typeface="Barlow Semi Condensed"/>
                <a:ea typeface="Barlow Semi Condensed"/>
                <a:cs typeface="Barlow Semi Condensed"/>
                <a:sym typeface="Barlow Semi Condensed"/>
              </a:rPr>
              <a:t>Thread Safety: </a:t>
            </a:r>
            <a:r>
              <a:rPr lang="ro" sz="1400">
                <a:solidFill>
                  <a:srgbClr val="3D3D3D"/>
                </a:solidFill>
                <a:latin typeface="Barlow Semi Condensed Medium"/>
                <a:ea typeface="Barlow Semi Condensed Medium"/>
                <a:cs typeface="Barlow Semi Condensed Medium"/>
                <a:sym typeface="Barlow Semi Condensed Medium"/>
              </a:rPr>
              <a:t>class handles concurrent access without exposing synchronization details to clients</a:t>
            </a:r>
            <a:endParaRPr sz="1400">
              <a:solidFill>
                <a:srgbClr val="3D3D3D"/>
              </a:solidFill>
              <a:latin typeface="Barlow Semi Condensed Medium"/>
              <a:ea typeface="Barlow Semi Condensed Medium"/>
              <a:cs typeface="Barlow Semi Condensed Medium"/>
              <a:sym typeface="Barlow Semi Condensed Medium"/>
            </a:endParaRPr>
          </a:p>
          <a:p>
            <a:pPr indent="0" lvl="0" marL="0" rtl="0" algn="l">
              <a:lnSpc>
                <a:spcPct val="115000"/>
              </a:lnSpc>
              <a:spcBef>
                <a:spcPts val="0"/>
              </a:spcBef>
              <a:spcAft>
                <a:spcPts val="0"/>
              </a:spcAft>
              <a:buNone/>
            </a:pPr>
            <a:r>
              <a:rPr b="1" lang="ro" sz="1800">
                <a:solidFill>
                  <a:srgbClr val="77C6FC"/>
                </a:solidFill>
                <a:latin typeface="Barlow Semi Condensed"/>
                <a:ea typeface="Barlow Semi Condensed"/>
                <a:cs typeface="Barlow Semi Condensed"/>
                <a:sym typeface="Barlow Semi Condensed"/>
              </a:rPr>
              <a:t>Remote Communication: </a:t>
            </a:r>
            <a:r>
              <a:rPr lang="ro" sz="1400">
                <a:solidFill>
                  <a:srgbClr val="3D3D3D"/>
                </a:solidFill>
                <a:latin typeface="Barlow Semi Condensed Medium"/>
                <a:ea typeface="Barlow Semi Condensed Medium"/>
                <a:cs typeface="Barlow Semi Condensed Medium"/>
                <a:sym typeface="Barlow Semi Condensed Medium"/>
              </a:rPr>
              <a:t>clients don’t worry about managing the HTTP connection, about request/response handling</a:t>
            </a:r>
            <a:endParaRPr sz="1400">
              <a:solidFill>
                <a:srgbClr val="3D3D3D"/>
              </a:solidFill>
              <a:latin typeface="Barlow Semi Condensed Medium"/>
              <a:ea typeface="Barlow Semi Condensed Medium"/>
              <a:cs typeface="Barlow Semi Condensed Medium"/>
              <a:sym typeface="Barlow Semi Condensed Medium"/>
            </a:endParaRPr>
          </a:p>
          <a:p>
            <a:pPr indent="0" lvl="0" marL="0" rtl="0" algn="l">
              <a:lnSpc>
                <a:spcPct val="115000"/>
              </a:lnSpc>
              <a:spcBef>
                <a:spcPts val="0"/>
              </a:spcBef>
              <a:spcAft>
                <a:spcPts val="0"/>
              </a:spcAft>
              <a:buNone/>
            </a:pPr>
            <a:r>
              <a:rPr lang="ro" sz="1400">
                <a:solidFill>
                  <a:srgbClr val="3D3D3D"/>
                </a:solidFill>
                <a:latin typeface="Barlow Semi Condensed Medium"/>
                <a:ea typeface="Barlow Semi Condensed Medium"/>
                <a:cs typeface="Barlow Semi Condensed Medium"/>
                <a:sym typeface="Barlow Semi Condensed Medium"/>
              </a:rPr>
              <a:t>Cache management: clients dont know about clearing outdated data or managing the backup of the data</a:t>
            </a:r>
            <a:endParaRPr sz="1400">
              <a:solidFill>
                <a:srgbClr val="3D3D3D"/>
              </a:solidFill>
              <a:latin typeface="Barlow Semi Condensed Medium"/>
              <a:ea typeface="Barlow Semi Condensed Medium"/>
              <a:cs typeface="Barlow Semi Condensed Medium"/>
              <a:sym typeface="Barlow Semi Condensed Medium"/>
            </a:endParaRPr>
          </a:p>
          <a:p>
            <a:pPr indent="0" lvl="0" marL="0" rtl="0" algn="l">
              <a:lnSpc>
                <a:spcPct val="115000"/>
              </a:lnSpc>
              <a:spcBef>
                <a:spcPts val="0"/>
              </a:spcBef>
              <a:spcAft>
                <a:spcPts val="0"/>
              </a:spcAft>
              <a:buClr>
                <a:schemeClr val="dk1"/>
              </a:buClr>
              <a:buSzPts val="1100"/>
              <a:buFont typeface="Arial"/>
              <a:buNone/>
            </a:pPr>
            <a:r>
              <a:rPr lang="ro" sz="1400">
                <a:solidFill>
                  <a:srgbClr val="3D3D3D"/>
                </a:solidFill>
                <a:latin typeface="Barlow Semi Condensed Medium"/>
                <a:ea typeface="Barlow Semi Condensed Medium"/>
                <a:cs typeface="Barlow Semi Condensed Medium"/>
                <a:sym typeface="Barlow Semi Condensed Medium"/>
              </a:rPr>
              <a:t>Background tasks: configuration of the thread pool, coordinates tasks and manages executions</a:t>
            </a:r>
            <a:endParaRPr sz="1400">
              <a:solidFill>
                <a:srgbClr val="3D3D3D"/>
              </a:solidFill>
              <a:latin typeface="Barlow Semi Condensed Medium"/>
              <a:ea typeface="Barlow Semi Condensed Medium"/>
              <a:cs typeface="Barlow Semi Condensed Medium"/>
              <a:sym typeface="Barlow Semi Condensed Medium"/>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9" name="Shape 3339"/>
        <p:cNvGrpSpPr/>
        <p:nvPr/>
      </p:nvGrpSpPr>
      <p:grpSpPr>
        <a:xfrm>
          <a:off x="0" y="0"/>
          <a:ext cx="0" cy="0"/>
          <a:chOff x="0" y="0"/>
          <a:chExt cx="0" cy="0"/>
        </a:xfrm>
      </p:grpSpPr>
      <p:sp>
        <p:nvSpPr>
          <p:cNvPr id="3340" name="Google Shape;3340;g342ae652368_1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1" name="Google Shape;3341;g342ae652368_1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4" name="Shape 3344"/>
        <p:cNvGrpSpPr/>
        <p:nvPr/>
      </p:nvGrpSpPr>
      <p:grpSpPr>
        <a:xfrm>
          <a:off x="0" y="0"/>
          <a:ext cx="0" cy="0"/>
          <a:chOff x="0" y="0"/>
          <a:chExt cx="0" cy="0"/>
        </a:xfrm>
      </p:grpSpPr>
      <p:sp>
        <p:nvSpPr>
          <p:cNvPr id="3345" name="Google Shape;3345;g342d121d66b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6" name="Google Shape;3346;g342d121d66b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solidFill>
                  <a:schemeClr val="dk1"/>
                </a:solidFill>
              </a:rPr>
              <a:t>"Now, let’s look at how the </a:t>
            </a:r>
            <a:r>
              <a:rPr lang="ro">
                <a:solidFill>
                  <a:srgbClr val="188038"/>
                </a:solidFill>
                <a:latin typeface="Roboto Mono"/>
                <a:ea typeface="Roboto Mono"/>
                <a:cs typeface="Roboto Mono"/>
                <a:sym typeface="Roboto Mono"/>
              </a:rPr>
              <a:t>renew()</a:t>
            </a:r>
            <a:r>
              <a:rPr lang="ro">
                <a:solidFill>
                  <a:schemeClr val="dk1"/>
                </a:solidFill>
              </a:rPr>
              <a:t> method works. This method is crucial because it </a:t>
            </a:r>
            <a:r>
              <a:rPr b="1" lang="ro">
                <a:solidFill>
                  <a:schemeClr val="dk1"/>
                </a:solidFill>
              </a:rPr>
              <a:t>sends a heartbeat</a:t>
            </a:r>
            <a:r>
              <a:rPr lang="ro">
                <a:solidFill>
                  <a:schemeClr val="dk1"/>
                </a:solidFill>
              </a:rPr>
              <a:t> to the Eureka server, letting it know that an instance is still alive."</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rPr lang="ro">
                <a:solidFill>
                  <a:schemeClr val="dk1"/>
                </a:solidFill>
                <a:highlight>
                  <a:schemeClr val="lt1"/>
                </a:highlight>
                <a:latin typeface="Georgia"/>
                <a:ea typeface="Georgia"/>
                <a:cs typeface="Georgia"/>
                <a:sym typeface="Georgia"/>
              </a:rPr>
              <a:t>Heartbeats in Eureka are messages that instances send to the Eureka server to maintain their registration and indicate they are still alive and operational.</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rPr lang="ro">
                <a:solidFill>
                  <a:schemeClr val="dk1"/>
                </a:solidFill>
                <a:highlight>
                  <a:schemeClr val="lt1"/>
                </a:highlight>
                <a:latin typeface="Georgia"/>
                <a:ea typeface="Georgia"/>
                <a:cs typeface="Georgia"/>
                <a:sym typeface="Georgia"/>
              </a:rPr>
              <a:t>First, notice the simple signature: boolean renew(). This single method provides a unified interface to multiple complex subsystems, like the definition of the design pattern says.</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rPr lang="ro">
                <a:solidFill>
                  <a:srgbClr val="188038"/>
                </a:solidFill>
                <a:latin typeface="Roboto Mono"/>
                <a:ea typeface="Roboto Mono"/>
                <a:cs typeface="Roboto Mono"/>
                <a:sym typeface="Roboto Mono"/>
              </a:rPr>
              <a:t>renew()</a:t>
            </a:r>
            <a:r>
              <a:rPr lang="ro">
                <a:solidFill>
                  <a:schemeClr val="dk1"/>
                </a:solidFill>
              </a:rPr>
              <a:t> calls an internal HTTP method to send a renewal request to the Eureka server</a:t>
            </a:r>
            <a:endParaRPr>
              <a:solidFill>
                <a:schemeClr val="dk1"/>
              </a:solidFill>
            </a:endParaRPr>
          </a:p>
          <a:p>
            <a:pPr indent="0" lvl="0" marL="0" rtl="0" algn="l">
              <a:spcBef>
                <a:spcPts val="0"/>
              </a:spcBef>
              <a:spcAft>
                <a:spcPts val="0"/>
              </a:spcAft>
              <a:buNone/>
            </a:pPr>
            <a:r>
              <a:rPr lang="ro">
                <a:solidFill>
                  <a:schemeClr val="dk1"/>
                </a:solidFill>
              </a:rPr>
              <a:t>If the response is successful (</a:t>
            </a:r>
            <a:r>
              <a:rPr lang="ro">
                <a:solidFill>
                  <a:srgbClr val="188038"/>
                </a:solidFill>
                <a:latin typeface="Roboto Mono"/>
                <a:ea typeface="Roboto Mono"/>
                <a:cs typeface="Roboto Mono"/>
                <a:sym typeface="Roboto Mono"/>
              </a:rPr>
              <a:t>HTTP 200</a:t>
            </a:r>
            <a:r>
              <a:rPr lang="ro">
                <a:solidFill>
                  <a:schemeClr val="dk1"/>
                </a:solidFill>
              </a:rPr>
              <a:t>), the instance remains registered.</a:t>
            </a:r>
            <a:br>
              <a:rPr lang="ro">
                <a:solidFill>
                  <a:schemeClr val="dk1"/>
                </a:solidFill>
              </a:rPr>
            </a:br>
            <a:r>
              <a:rPr lang="ro">
                <a:solidFill>
                  <a:schemeClr val="dk1"/>
                </a:solidFill>
              </a:rPr>
              <a:t>If it fails, </a:t>
            </a:r>
            <a:r>
              <a:rPr lang="ro">
                <a:solidFill>
                  <a:srgbClr val="188038"/>
                </a:solidFill>
                <a:latin typeface="Roboto Mono"/>
                <a:ea typeface="Roboto Mono"/>
                <a:cs typeface="Roboto Mono"/>
                <a:sym typeface="Roboto Mono"/>
              </a:rPr>
              <a:t>DiscoveryClient</a:t>
            </a:r>
            <a:r>
              <a:rPr lang="ro">
                <a:solidFill>
                  <a:schemeClr val="dk1"/>
                </a:solidFill>
              </a:rPr>
              <a:t> </a:t>
            </a:r>
            <a:r>
              <a:rPr b="1" lang="ro">
                <a:solidFill>
                  <a:schemeClr val="dk1"/>
                </a:solidFill>
              </a:rPr>
              <a:t>handles retries</a:t>
            </a:r>
            <a:r>
              <a:rPr lang="ro">
                <a:solidFill>
                  <a:schemeClr val="dk1"/>
                </a:solidFill>
              </a:rPr>
              <a:t> and </a:t>
            </a:r>
            <a:r>
              <a:rPr b="1" lang="ro">
                <a:solidFill>
                  <a:schemeClr val="dk1"/>
                </a:solidFill>
              </a:rPr>
              <a:t>logs errors</a:t>
            </a:r>
            <a:endParaRPr b="1">
              <a:solidFill>
                <a:schemeClr val="dk1"/>
              </a:solidFill>
            </a:endParaRPr>
          </a:p>
          <a:p>
            <a:pPr indent="0" lvl="0" marL="0" rtl="0" algn="l">
              <a:spcBef>
                <a:spcPts val="0"/>
              </a:spcBef>
              <a:spcAft>
                <a:spcPts val="0"/>
              </a:spcAft>
              <a:buNone/>
            </a:pPr>
            <a:r>
              <a:rPr i="1" lang="ro">
                <a:solidFill>
                  <a:schemeClr val="dk1"/>
                </a:solidFill>
              </a:rPr>
              <a:t>“Imagine if every client had to manually manage retries and cache—wouldn’t that be a nightmare?”</a:t>
            </a:r>
            <a:endParaRPr b="1">
              <a:solidFill>
                <a:schemeClr val="dk1"/>
              </a:solidFill>
            </a:endParaRPr>
          </a:p>
          <a:p>
            <a:pPr indent="0" lvl="0" marL="0" rtl="0" algn="l">
              <a:spcBef>
                <a:spcPts val="0"/>
              </a:spcBef>
              <a:spcAft>
                <a:spcPts val="0"/>
              </a:spcAft>
              <a:buNone/>
            </a:pPr>
            <a:r>
              <a:rPr lang="ro">
                <a:solidFill>
                  <a:schemeClr val="dk1"/>
                </a:solidFill>
              </a:rPr>
              <a:t>Clients don’t have to manually handle failures or retries; </a:t>
            </a:r>
            <a:r>
              <a:rPr lang="ro">
                <a:solidFill>
                  <a:srgbClr val="188038"/>
                </a:solidFill>
                <a:latin typeface="Roboto Mono"/>
                <a:ea typeface="Roboto Mono"/>
                <a:cs typeface="Roboto Mono"/>
                <a:sym typeface="Roboto Mono"/>
              </a:rPr>
              <a:t>DiscoveryClient</a:t>
            </a:r>
            <a:r>
              <a:rPr lang="ro">
                <a:solidFill>
                  <a:schemeClr val="dk1"/>
                </a:solidFill>
              </a:rPr>
              <a:t> does it for them</a:t>
            </a:r>
            <a:endParaRPr b="1">
              <a:solidFill>
                <a:schemeClr val="dk1"/>
              </a:solidFill>
            </a:endParaRPr>
          </a:p>
          <a:p>
            <a:pPr indent="0" lvl="0" marL="0" rtl="0" algn="l">
              <a:spcBef>
                <a:spcPts val="0"/>
              </a:spcBef>
              <a:spcAft>
                <a:spcPts val="0"/>
              </a:spcAft>
              <a:buNone/>
            </a:pPr>
            <a:r>
              <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rPr lang="ro">
                <a:solidFill>
                  <a:schemeClr val="dk1"/>
                </a:solidFill>
                <a:highlight>
                  <a:schemeClr val="lt1"/>
                </a:highlight>
                <a:latin typeface="Georgia"/>
                <a:ea typeface="Georgia"/>
                <a:cs typeface="Georgia"/>
                <a:sym typeface="Georgia"/>
              </a:rPr>
              <a:t>The Eureka Transport Subsystem handles network communication and manages heartbeat messages. </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rPr lang="ro">
                <a:solidFill>
                  <a:schemeClr val="dk1"/>
                </a:solidFill>
                <a:highlight>
                  <a:schemeClr val="lt1"/>
                </a:highlight>
                <a:latin typeface="Georgia"/>
                <a:ea typeface="Georgia"/>
                <a:cs typeface="Georgia"/>
                <a:sym typeface="Georgia"/>
              </a:rPr>
              <a:t>The Logging Subsystem manages the audit trail, the registration system manages service registration and the instanceInfo subsystem maintains instance metadata and tracks instance state. </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rPr lang="ro">
                <a:solidFill>
                  <a:schemeClr val="dk1"/>
                </a:solidFill>
                <a:highlight>
                  <a:schemeClr val="lt1"/>
                </a:highlight>
                <a:latin typeface="Georgia"/>
                <a:ea typeface="Georgia"/>
                <a:cs typeface="Georgia"/>
                <a:sym typeface="Georgia"/>
              </a:rPr>
              <a:t>This implementation demonstrates the Facade pattern:</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rPr lang="ro">
                <a:solidFill>
                  <a:schemeClr val="dk1"/>
                </a:solidFill>
                <a:highlight>
                  <a:schemeClr val="lt1"/>
                </a:highlight>
                <a:latin typeface="Georgia"/>
                <a:ea typeface="Georgia"/>
                <a:cs typeface="Georgia"/>
                <a:sym typeface="Georgia"/>
              </a:rPr>
              <a:t>Clients only need to call renew() and check the boolean result, while the complexity is encapsulated. </a:t>
            </a:r>
            <a:endParaRPr>
              <a:solidFill>
                <a:schemeClr val="dk1"/>
              </a:solidFill>
              <a:highlight>
                <a:schemeClr val="lt1"/>
              </a:highlight>
              <a:latin typeface="Georgia"/>
              <a:ea typeface="Georgia"/>
              <a:cs typeface="Georgia"/>
              <a:sym typeface="Georgia"/>
            </a:endParaRPr>
          </a:p>
          <a:p>
            <a:pPr indent="0" lvl="0" marL="0" rtl="0" algn="l">
              <a:spcBef>
                <a:spcPts val="0"/>
              </a:spcBef>
              <a:spcAft>
                <a:spcPts val="0"/>
              </a:spcAft>
              <a:buNone/>
            </a:pPr>
            <a:r>
              <a:rPr lang="ro">
                <a:solidFill>
                  <a:schemeClr val="dk1"/>
                </a:solidFill>
                <a:highlight>
                  <a:schemeClr val="lt1"/>
                </a:highlight>
                <a:latin typeface="Georgia"/>
                <a:ea typeface="Georgia"/>
                <a:cs typeface="Georgia"/>
                <a:sym typeface="Georgia"/>
              </a:rPr>
              <a:t>Http communication details are hidden, registration logic is encapsulated, state management is abstracted and all subsystem errors are caught and handled.</a:t>
            </a:r>
            <a:endParaRPr>
              <a:solidFill>
                <a:schemeClr val="dk1"/>
              </a:solidFill>
              <a:highlight>
                <a:schemeClr val="lt1"/>
              </a:highlight>
              <a:latin typeface="Georgia"/>
              <a:ea typeface="Georgia"/>
              <a:cs typeface="Georgia"/>
              <a:sym typeface="Georgi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1" name="Shape 3351"/>
        <p:cNvGrpSpPr/>
        <p:nvPr/>
      </p:nvGrpSpPr>
      <p:grpSpPr>
        <a:xfrm>
          <a:off x="0" y="0"/>
          <a:ext cx="0" cy="0"/>
          <a:chOff x="0" y="0"/>
          <a:chExt cx="0" cy="0"/>
        </a:xfrm>
      </p:grpSpPr>
      <p:sp>
        <p:nvSpPr>
          <p:cNvPr id="3352" name="Google Shape;3352;g342d121d66b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3" name="Google Shape;3353;g342d121d66b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
              <a:t>This method helps clients find instances of a service by its VIP address or application name. Let’s break it down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solidFill>
                  <a:schemeClr val="dk1"/>
                </a:solidFill>
              </a:rPr>
              <a:t>First, it checks if the requested data is </a:t>
            </a:r>
            <a:r>
              <a:rPr b="1" lang="ro">
                <a:solidFill>
                  <a:schemeClr val="dk1"/>
                </a:solidFill>
              </a:rPr>
              <a:t>cached</a:t>
            </a:r>
            <a:r>
              <a:rPr lang="ro">
                <a:solidFill>
                  <a:schemeClr val="dk1"/>
                </a:solidFill>
              </a:rPr>
              <a:t> to avoid unnecessary network calls</a:t>
            </a:r>
            <a:endParaRPr>
              <a:solidFill>
                <a:schemeClr val="dk1"/>
              </a:solidFill>
            </a:endParaRPr>
          </a:p>
          <a:p>
            <a:pPr indent="0" lvl="0" marL="0" rtl="0" algn="l">
              <a:spcBef>
                <a:spcPts val="0"/>
              </a:spcBef>
              <a:spcAft>
                <a:spcPts val="0"/>
              </a:spcAft>
              <a:buClr>
                <a:schemeClr val="dk1"/>
              </a:buClr>
              <a:buSzPts val="1100"/>
              <a:buFont typeface="Arial"/>
              <a:buNone/>
            </a:pPr>
            <a:r>
              <a:rPr lang="ro">
                <a:solidFill>
                  <a:schemeClr val="dk1"/>
                </a:solidFill>
              </a:rPr>
              <a:t>If the data is outdated or missing, it </a:t>
            </a:r>
            <a:r>
              <a:rPr b="1" lang="ro">
                <a:solidFill>
                  <a:schemeClr val="dk1"/>
                </a:solidFill>
              </a:rPr>
              <a:t>makes an HTTP request</a:t>
            </a:r>
            <a:r>
              <a:rPr lang="ro">
                <a:solidFill>
                  <a:schemeClr val="dk1"/>
                </a:solidFill>
              </a:rPr>
              <a:t> to Eureka to fetch fresh data</a:t>
            </a:r>
            <a:endParaRPr>
              <a:solidFill>
                <a:schemeClr val="dk1"/>
              </a:solidFill>
            </a:endParaRPr>
          </a:p>
          <a:p>
            <a:pPr indent="0" lvl="0" marL="0" rtl="0" algn="l">
              <a:spcBef>
                <a:spcPts val="0"/>
              </a:spcBef>
              <a:spcAft>
                <a:spcPts val="0"/>
              </a:spcAft>
              <a:buClr>
                <a:schemeClr val="dk1"/>
              </a:buClr>
              <a:buSzPts val="1100"/>
              <a:buFont typeface="Arial"/>
              <a:buNone/>
            </a:pPr>
            <a:r>
              <a:rPr lang="ro">
                <a:solidFill>
                  <a:schemeClr val="dk1"/>
                </a:solidFill>
              </a:rPr>
              <a:t>The response is </a:t>
            </a:r>
            <a:r>
              <a:rPr b="1" lang="ro">
                <a:solidFill>
                  <a:schemeClr val="dk1"/>
                </a:solidFill>
              </a:rPr>
              <a:t>parsed and stored</a:t>
            </a:r>
            <a:r>
              <a:rPr lang="ro">
                <a:solidFill>
                  <a:schemeClr val="dk1"/>
                </a:solidFill>
              </a:rPr>
              <a:t> in the local cache for future use.</a:t>
            </a:r>
            <a:br>
              <a:rPr lang="ro">
                <a:solidFill>
                  <a:schemeClr val="dk1"/>
                </a:solidFill>
              </a:rPr>
            </a:br>
            <a:r>
              <a:rPr lang="ro">
                <a:solidFill>
                  <a:schemeClr val="dk1"/>
                </a:solidFill>
              </a:rPr>
              <a:t>The method then returns the list of instances to the client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The client only needs to call one method</a:t>
            </a:r>
            <a:endParaRPr/>
          </a:p>
          <a:p>
            <a:pPr indent="0" lvl="0" marL="0" rtl="0" algn="l">
              <a:spcBef>
                <a:spcPts val="0"/>
              </a:spcBef>
              <a:spcAft>
                <a:spcPts val="0"/>
              </a:spcAft>
              <a:buClr>
                <a:schemeClr val="dk1"/>
              </a:buClr>
              <a:buSzPts val="1100"/>
              <a:buFont typeface="Arial"/>
              <a:buNone/>
            </a:pPr>
            <a:r>
              <a:rPr lang="ro"/>
              <a:t>All subsystem interactions are handled internally by the facade</a:t>
            </a:r>
            <a:endParaRPr/>
          </a:p>
          <a:p>
            <a:pPr indent="0" lvl="0" marL="0" rtl="0" algn="l">
              <a:spcBef>
                <a:spcPts val="0"/>
              </a:spcBef>
              <a:spcAft>
                <a:spcPts val="0"/>
              </a:spcAft>
              <a:buClr>
                <a:schemeClr val="dk1"/>
              </a:buClr>
              <a:buSzPts val="1100"/>
              <a:buFont typeface="Arial"/>
              <a:buNone/>
            </a:pPr>
            <a:r>
              <a:rPr lang="ro"/>
              <a:t>Complexity of subsystem interactions is completely hidden</a:t>
            </a:r>
            <a:endParaRPr/>
          </a:p>
          <a:p>
            <a:pPr indent="0" lvl="0" marL="0" rtl="0" algn="l">
              <a:spcBef>
                <a:spcPts val="0"/>
              </a:spcBef>
              <a:spcAft>
                <a:spcPts val="0"/>
              </a:spcAft>
              <a:buClr>
                <a:schemeClr val="dk1"/>
              </a:buClr>
              <a:buSzPts val="1100"/>
              <a:buFont typeface="Arial"/>
              <a:buNone/>
            </a:pPr>
            <a:r>
              <a:rPr lang="ro"/>
              <a:t>so the function automatically handles: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Facade orchestrating complex interactions with multiple subsystems:</a:t>
            </a:r>
            <a:endParaRPr/>
          </a:p>
          <a:p>
            <a:pPr indent="0" lvl="0" marL="0" rtl="0" algn="l">
              <a:spcBef>
                <a:spcPts val="0"/>
              </a:spcBef>
              <a:spcAft>
                <a:spcPts val="0"/>
              </a:spcAft>
              <a:buClr>
                <a:schemeClr val="dk1"/>
              </a:buClr>
              <a:buSzPts val="1100"/>
              <a:buFont typeface="Arial"/>
              <a:buNone/>
            </a:pPr>
            <a:r>
              <a:rPr lang="ro"/>
              <a:t>    // 1. Application Registry (getApplications)</a:t>
            </a:r>
            <a:endParaRPr/>
          </a:p>
          <a:p>
            <a:pPr indent="0" lvl="0" marL="0" rtl="0" algn="l">
              <a:spcBef>
                <a:spcPts val="0"/>
              </a:spcBef>
              <a:spcAft>
                <a:spcPts val="0"/>
              </a:spcAft>
              <a:buClr>
                <a:schemeClr val="dk1"/>
              </a:buClr>
              <a:buSzPts val="1100"/>
              <a:buFont typeface="Arial"/>
              <a:buNone/>
            </a:pPr>
            <a:r>
              <a:rPr lang="ro"/>
              <a:t>    // 2. Instance Management (getInstances)</a:t>
            </a:r>
            <a:endParaRPr/>
          </a:p>
          <a:p>
            <a:pPr indent="0" lvl="0" marL="0" rtl="0" algn="l">
              <a:spcBef>
                <a:spcPts val="0"/>
              </a:spcBef>
              <a:spcAft>
                <a:spcPts val="0"/>
              </a:spcAft>
              <a:buClr>
                <a:schemeClr val="dk1"/>
              </a:buClr>
              <a:buSzPts val="1100"/>
              <a:buFont typeface="Arial"/>
              <a:buNone/>
            </a:pPr>
            <a:r>
              <a:rPr lang="ro"/>
              <a:t>    // 3. VIP Address Management (getVIPAddress/getSecureVipAddress)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9" name="Shape 3359"/>
        <p:cNvGrpSpPr/>
        <p:nvPr/>
      </p:nvGrpSpPr>
      <p:grpSpPr>
        <a:xfrm>
          <a:off x="0" y="0"/>
          <a:ext cx="0" cy="0"/>
          <a:chOff x="0" y="0"/>
          <a:chExt cx="0" cy="0"/>
        </a:xfrm>
      </p:grpSpPr>
      <p:sp>
        <p:nvSpPr>
          <p:cNvPr id="3360" name="Google Shape;3360;g342ae652368_0_2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1" name="Google Shape;3361;g342ae652368_0_2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6" name="Shape 3366"/>
        <p:cNvGrpSpPr/>
        <p:nvPr/>
      </p:nvGrpSpPr>
      <p:grpSpPr>
        <a:xfrm>
          <a:off x="0" y="0"/>
          <a:ext cx="0" cy="0"/>
          <a:chOff x="0" y="0"/>
          <a:chExt cx="0" cy="0"/>
        </a:xfrm>
      </p:grpSpPr>
      <p:sp>
        <p:nvSpPr>
          <p:cNvPr id="3367" name="Google Shape;3367;g342d3977d0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8" name="Google Shape;3368;g342d3977d0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Continuing after the previous real-world example, I’ll now introduce another practical use of the Facade pattern – this time from the </a:t>
            </a:r>
            <a:r>
              <a:rPr b="1" lang="ro">
                <a:solidFill>
                  <a:schemeClr val="dk1"/>
                </a:solidFill>
              </a:rPr>
              <a:t>Spring Framework</a:t>
            </a:r>
            <a:r>
              <a:rPr lang="ro">
                <a:solidFill>
                  <a:schemeClr val="dk1"/>
                </a:solidFill>
              </a:rPr>
              <a:t>, which many of us have used or will likely use in backend development.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The class at the center of this example is </a:t>
            </a:r>
            <a:r>
              <a:rPr b="1" lang="ro">
                <a:solidFill>
                  <a:srgbClr val="188038"/>
                </a:solidFill>
                <a:latin typeface="Roboto Mono"/>
                <a:ea typeface="Roboto Mono"/>
                <a:cs typeface="Roboto Mono"/>
                <a:sym typeface="Roboto Mono"/>
              </a:rPr>
              <a:t>RestTemplate</a:t>
            </a:r>
            <a:r>
              <a:rPr lang="ro">
                <a:solidFill>
                  <a:schemeClr val="dk1"/>
                </a:solidFill>
              </a:rPr>
              <a:t>. It acts as a </a:t>
            </a:r>
            <a:r>
              <a:rPr b="1" lang="ro">
                <a:solidFill>
                  <a:schemeClr val="dk1"/>
                </a:solidFill>
              </a:rPr>
              <a:t>facade</a:t>
            </a:r>
            <a:r>
              <a:rPr lang="ro">
                <a:solidFill>
                  <a:schemeClr val="dk1"/>
                </a:solidFill>
              </a:rPr>
              <a:t>, hiding the complexity involved in making HTTP requests.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Instead of manually handling multiple concerns like building URIs, sending HTTP requests, parsing JSON, and handling errors, developers can simply use methods like </a:t>
            </a:r>
            <a:r>
              <a:rPr lang="ro">
                <a:solidFill>
                  <a:srgbClr val="188038"/>
                </a:solidFill>
                <a:latin typeface="Roboto Mono"/>
                <a:ea typeface="Roboto Mono"/>
                <a:cs typeface="Roboto Mono"/>
                <a:sym typeface="Roboto Mono"/>
              </a:rPr>
              <a:t>getForObject()</a:t>
            </a:r>
            <a:r>
              <a:rPr lang="ro">
                <a:solidFill>
                  <a:schemeClr val="dk1"/>
                </a:solidFill>
              </a:rPr>
              <a:t> or </a:t>
            </a:r>
            <a:r>
              <a:rPr lang="ro">
                <a:solidFill>
                  <a:srgbClr val="188038"/>
                </a:solidFill>
                <a:latin typeface="Roboto Mono"/>
                <a:ea typeface="Roboto Mono"/>
                <a:cs typeface="Roboto Mono"/>
                <a:sym typeface="Roboto Mono"/>
              </a:rPr>
              <a:t>postForEntity()</a:t>
            </a:r>
            <a:r>
              <a:rPr lang="ro">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Under the hood, </a:t>
            </a:r>
            <a:r>
              <a:rPr lang="ro">
                <a:solidFill>
                  <a:srgbClr val="188038"/>
                </a:solidFill>
                <a:latin typeface="Roboto Mono"/>
                <a:ea typeface="Roboto Mono"/>
                <a:cs typeface="Roboto Mono"/>
                <a:sym typeface="Roboto Mono"/>
              </a:rPr>
              <a:t>RestTemplate</a:t>
            </a:r>
            <a:r>
              <a:rPr lang="ro">
                <a:solidFill>
                  <a:schemeClr val="dk1"/>
                </a:solidFill>
              </a:rPr>
              <a:t> integrates with four key components:</a:t>
            </a:r>
            <a:endParaRPr>
              <a:solidFill>
                <a:schemeClr val="dk1"/>
              </a:solidFill>
            </a:endParaRPr>
          </a:p>
          <a:p>
            <a:pPr indent="-298450" lvl="0" marL="838200" marR="381000" rtl="0" algn="l">
              <a:lnSpc>
                <a:spcPct val="115000"/>
              </a:lnSpc>
              <a:spcBef>
                <a:spcPts val="1200"/>
              </a:spcBef>
              <a:spcAft>
                <a:spcPts val="0"/>
              </a:spcAft>
              <a:buClr>
                <a:schemeClr val="dk1"/>
              </a:buClr>
              <a:buSzPts val="1100"/>
              <a:buChar char="●"/>
            </a:pPr>
            <a:r>
              <a:rPr lang="ro">
                <a:solidFill>
                  <a:schemeClr val="dk1"/>
                </a:solidFill>
              </a:rPr>
              <a:t>A </a:t>
            </a:r>
            <a:r>
              <a:rPr b="1" lang="ro">
                <a:solidFill>
                  <a:schemeClr val="dk1"/>
                </a:solidFill>
              </a:rPr>
              <a:t>URI Builder</a:t>
            </a:r>
            <a:br>
              <a:rPr b="1" lang="ro">
                <a:solidFill>
                  <a:schemeClr val="dk1"/>
                </a:solidFill>
              </a:rPr>
            </a:br>
            <a:endParaRPr b="1">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ro">
                <a:solidFill>
                  <a:schemeClr val="dk1"/>
                </a:solidFill>
              </a:rPr>
              <a:t>An </a:t>
            </a:r>
            <a:r>
              <a:rPr b="1" lang="ro">
                <a:solidFill>
                  <a:schemeClr val="dk1"/>
                </a:solidFill>
              </a:rPr>
              <a:t>HTTP client</a:t>
            </a:r>
            <a:br>
              <a:rPr b="1" lang="ro">
                <a:solidFill>
                  <a:schemeClr val="dk1"/>
                </a:solidFill>
              </a:rPr>
            </a:br>
            <a:endParaRPr b="1">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ro">
                <a:solidFill>
                  <a:schemeClr val="dk1"/>
                </a:solidFill>
              </a:rPr>
              <a:t>A </a:t>
            </a:r>
            <a:r>
              <a:rPr b="1" lang="ro">
                <a:solidFill>
                  <a:schemeClr val="dk1"/>
                </a:solidFill>
              </a:rPr>
              <a:t>JSON converter</a:t>
            </a:r>
            <a:br>
              <a:rPr b="1" lang="ro">
                <a:solidFill>
                  <a:schemeClr val="dk1"/>
                </a:solidFill>
              </a:rPr>
            </a:br>
            <a:endParaRPr b="1">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ro">
                <a:solidFill>
                  <a:schemeClr val="dk1"/>
                </a:solidFill>
              </a:rPr>
              <a:t>And an </a:t>
            </a:r>
            <a:r>
              <a:rPr b="1" lang="ro">
                <a:solidFill>
                  <a:schemeClr val="dk1"/>
                </a:solidFill>
              </a:rPr>
              <a:t>Error handler</a:t>
            </a:r>
            <a:br>
              <a:rPr b="1" lang="ro">
                <a:solidFill>
                  <a:schemeClr val="dk1"/>
                </a:solidFill>
              </a:rPr>
            </a:b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This makes it an excellent real-life implementation of the Facade design pattern, simplifying a complex system into a single, unified interface for developers."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5" name="Shape 3385"/>
        <p:cNvGrpSpPr/>
        <p:nvPr/>
      </p:nvGrpSpPr>
      <p:grpSpPr>
        <a:xfrm>
          <a:off x="0" y="0"/>
          <a:ext cx="0" cy="0"/>
          <a:chOff x="0" y="0"/>
          <a:chExt cx="0" cy="0"/>
        </a:xfrm>
      </p:grpSpPr>
      <p:sp>
        <p:nvSpPr>
          <p:cNvPr id="3386" name="Google Shape;3386;g343821aa82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7" name="Google Shape;3387;g343821aa82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Now let’s take a closer look at what happens behind the scenes when we call one of the most commonly used methods: </a:t>
            </a:r>
            <a:r>
              <a:rPr lang="ro">
                <a:solidFill>
                  <a:srgbClr val="188038"/>
                </a:solidFill>
                <a:latin typeface="Roboto Mono"/>
                <a:ea typeface="Roboto Mono"/>
                <a:cs typeface="Roboto Mono"/>
                <a:sym typeface="Roboto Mono"/>
              </a:rPr>
              <a:t>RestTemplate.getForObject()</a:t>
            </a:r>
            <a:r>
              <a:rPr lang="ro">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This single method call might look simple, but it delegates several responsibilities to multiple internal components:</a:t>
            </a:r>
            <a:endParaRPr>
              <a:solidFill>
                <a:schemeClr val="dk1"/>
              </a:solidFill>
            </a:endParaRPr>
          </a:p>
          <a:p>
            <a:pPr indent="-298450" lvl="0" marL="838200" marR="381000" rtl="0" algn="l">
              <a:lnSpc>
                <a:spcPct val="115000"/>
              </a:lnSpc>
              <a:spcBef>
                <a:spcPts val="1200"/>
              </a:spcBef>
              <a:spcAft>
                <a:spcPts val="0"/>
              </a:spcAft>
              <a:buClr>
                <a:schemeClr val="dk1"/>
              </a:buClr>
              <a:buSzPts val="1100"/>
              <a:buChar char="●"/>
            </a:pPr>
            <a:r>
              <a:rPr b="1" lang="ro">
                <a:solidFill>
                  <a:schemeClr val="dk1"/>
                </a:solidFill>
              </a:rPr>
              <a:t>HTTP Request Creation</a:t>
            </a:r>
            <a:r>
              <a:rPr lang="ro">
                <a:solidFill>
                  <a:schemeClr val="dk1"/>
                </a:solidFill>
              </a:rPr>
              <a:t>: This is handled by the </a:t>
            </a:r>
            <a:r>
              <a:rPr lang="ro">
                <a:solidFill>
                  <a:srgbClr val="188038"/>
                </a:solidFill>
                <a:latin typeface="Roboto Mono"/>
                <a:ea typeface="Roboto Mono"/>
                <a:cs typeface="Roboto Mono"/>
                <a:sym typeface="Roboto Mono"/>
              </a:rPr>
              <a:t>ClientHttpRequestFactory</a:t>
            </a:r>
            <a:r>
              <a:rPr lang="ro">
                <a:solidFill>
                  <a:schemeClr val="dk1"/>
                </a:solidFill>
              </a:rPr>
              <a:t>, which manages the actual HTTP connection and allows different implementations like Apache or OkHttp.</a:t>
            </a:r>
            <a:br>
              <a:rPr lang="ro">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b="1" lang="ro">
                <a:solidFill>
                  <a:schemeClr val="dk1"/>
                </a:solidFill>
              </a:rPr>
              <a:t>Message Conversion</a:t>
            </a:r>
            <a:r>
              <a:rPr lang="ro">
                <a:solidFill>
                  <a:schemeClr val="dk1"/>
                </a:solidFill>
              </a:rPr>
              <a:t>: This is where the HTTP response is converted into Java objects using </a:t>
            </a:r>
            <a:r>
              <a:rPr lang="ro">
                <a:solidFill>
                  <a:srgbClr val="188038"/>
                </a:solidFill>
                <a:latin typeface="Roboto Mono"/>
                <a:ea typeface="Roboto Mono"/>
                <a:cs typeface="Roboto Mono"/>
                <a:sym typeface="Roboto Mono"/>
              </a:rPr>
              <a:t>HttpMessageConverters</a:t>
            </a:r>
            <a:r>
              <a:rPr lang="ro">
                <a:solidFill>
                  <a:schemeClr val="dk1"/>
                </a:solidFill>
              </a:rPr>
              <a:t>. It typically relies on libraries like Jackson or Gson.</a:t>
            </a:r>
            <a:br>
              <a:rPr lang="ro">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b="1" lang="ro">
                <a:solidFill>
                  <a:schemeClr val="dk1"/>
                </a:solidFill>
              </a:rPr>
              <a:t>URI Expansion &amp; Encoding</a:t>
            </a:r>
            <a:r>
              <a:rPr lang="ro">
                <a:solidFill>
                  <a:schemeClr val="dk1"/>
                </a:solidFill>
              </a:rPr>
              <a:t>: The method </a:t>
            </a:r>
            <a:r>
              <a:rPr lang="ro">
                <a:solidFill>
                  <a:srgbClr val="188038"/>
                </a:solidFill>
                <a:latin typeface="Roboto Mono"/>
                <a:ea typeface="Roboto Mono"/>
                <a:cs typeface="Roboto Mono"/>
                <a:sym typeface="Roboto Mono"/>
              </a:rPr>
              <a:t>expandAndEncodeUrl()</a:t>
            </a:r>
            <a:r>
              <a:rPr lang="ro">
                <a:solidFill>
                  <a:schemeClr val="dk1"/>
                </a:solidFill>
              </a:rPr>
              <a:t> automatically handles URI templates and encodes the URL safely.</a:t>
            </a:r>
            <a:br>
              <a:rPr lang="ro">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b="1" lang="ro">
                <a:solidFill>
                  <a:schemeClr val="dk1"/>
                </a:solidFill>
              </a:rPr>
              <a:t>Error Handling</a:t>
            </a:r>
            <a:r>
              <a:rPr lang="ro">
                <a:solidFill>
                  <a:schemeClr val="dk1"/>
                </a:solidFill>
              </a:rPr>
              <a:t>: If something goes wrong, </a:t>
            </a:r>
            <a:r>
              <a:rPr lang="ro">
                <a:solidFill>
                  <a:srgbClr val="188038"/>
                </a:solidFill>
                <a:latin typeface="Roboto Mono"/>
                <a:ea typeface="Roboto Mono"/>
                <a:cs typeface="Roboto Mono"/>
                <a:sym typeface="Roboto Mono"/>
              </a:rPr>
              <a:t>ResponseErrorHandler</a:t>
            </a:r>
            <a:r>
              <a:rPr lang="ro">
                <a:solidFill>
                  <a:schemeClr val="dk1"/>
                </a:solidFill>
              </a:rPr>
              <a:t> is triggered to check for non-2xx responses and throw appropriate exceptions like </a:t>
            </a:r>
            <a:r>
              <a:rPr lang="ro">
                <a:solidFill>
                  <a:srgbClr val="188038"/>
                </a:solidFill>
                <a:latin typeface="Roboto Mono"/>
                <a:ea typeface="Roboto Mono"/>
                <a:cs typeface="Roboto Mono"/>
                <a:sym typeface="Roboto Mono"/>
              </a:rPr>
              <a:t>RestClientException</a:t>
            </a:r>
            <a:r>
              <a:rPr lang="ro">
                <a:solidFill>
                  <a:schemeClr val="dk1"/>
                </a:solidFill>
              </a:rPr>
              <a:t>.</a:t>
            </a:r>
            <a:br>
              <a:rPr lang="ro">
                <a:solidFill>
                  <a:schemeClr val="dk1"/>
                </a:solidFill>
              </a:rPr>
            </a:b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So even though developers only see one simple method, the actual logic is distributed across multiple subsystems – all coordinated by the Facade.</a:t>
            </a:r>
            <a:endParaRPr>
              <a:solidFill>
                <a:schemeClr val="dk1"/>
              </a:solidFill>
            </a:endParaRPr>
          </a:p>
          <a:p>
            <a:pPr indent="0" lvl="0" marL="381000" marR="381000" rtl="0" algn="l">
              <a:lnSpc>
                <a:spcPct val="100000"/>
              </a:lnSpc>
              <a:spcBef>
                <a:spcPts val="1200"/>
              </a:spcBef>
              <a:spcAft>
                <a:spcPts val="120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9" name="Shape 3659"/>
        <p:cNvGrpSpPr/>
        <p:nvPr/>
      </p:nvGrpSpPr>
      <p:grpSpPr>
        <a:xfrm>
          <a:off x="0" y="0"/>
          <a:ext cx="0" cy="0"/>
          <a:chOff x="0" y="0"/>
          <a:chExt cx="0" cy="0"/>
        </a:xfrm>
      </p:grpSpPr>
      <p:sp>
        <p:nvSpPr>
          <p:cNvPr id="3660" name="Google Shape;3660;g343821aa82a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1" name="Google Shape;3661;g343821aa82a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To reinforce how the Facade design pattern works here, let’s quickly walk through the actual code usage and how it's implemented internally.</a:t>
            </a:r>
            <a:endParaRPr>
              <a:solidFill>
                <a:schemeClr val="dk1"/>
              </a:solidFill>
            </a:endParaRPr>
          </a:p>
          <a:p>
            <a:pPr indent="-298450" lvl="0" marL="838200" marR="381000" rtl="0" algn="l">
              <a:lnSpc>
                <a:spcPct val="115000"/>
              </a:lnSpc>
              <a:spcBef>
                <a:spcPts val="1200"/>
              </a:spcBef>
              <a:spcAft>
                <a:spcPts val="0"/>
              </a:spcAft>
              <a:buClr>
                <a:schemeClr val="dk1"/>
              </a:buClr>
              <a:buSzPts val="1100"/>
              <a:buChar char="●"/>
            </a:pPr>
            <a:r>
              <a:rPr lang="ro">
                <a:solidFill>
                  <a:schemeClr val="dk1"/>
                </a:solidFill>
              </a:rPr>
              <a:t>On the top, we have the </a:t>
            </a:r>
            <a:r>
              <a:rPr b="1" lang="ro">
                <a:solidFill>
                  <a:schemeClr val="dk1"/>
                </a:solidFill>
              </a:rPr>
              <a:t>developer-facing code</a:t>
            </a:r>
            <a:r>
              <a:rPr lang="ro">
                <a:solidFill>
                  <a:schemeClr val="dk1"/>
                </a:solidFill>
              </a:rPr>
              <a:t>:</a:t>
            </a:r>
            <a:br>
              <a:rPr lang="ro">
                <a:solidFill>
                  <a:schemeClr val="dk1"/>
                </a:solidFill>
              </a:rPr>
            </a:br>
            <a:r>
              <a:rPr lang="ro">
                <a:solidFill>
                  <a:schemeClr val="dk1"/>
                </a:solidFill>
              </a:rPr>
              <a:t> </a:t>
            </a:r>
            <a:r>
              <a:rPr lang="ro">
                <a:solidFill>
                  <a:srgbClr val="188038"/>
                </a:solidFill>
                <a:latin typeface="Roboto Mono"/>
                <a:ea typeface="Roboto Mono"/>
                <a:cs typeface="Roboto Mono"/>
                <a:sym typeface="Roboto Mono"/>
              </a:rPr>
              <a:t>restTemplate.getForObject("https://api.example.com/user/1", String.class);</a:t>
            </a:r>
            <a:br>
              <a:rPr lang="ro">
                <a:solidFill>
                  <a:srgbClr val="188038"/>
                </a:solidFill>
                <a:latin typeface="Roboto Mono"/>
                <a:ea typeface="Roboto Mono"/>
                <a:cs typeface="Roboto Mono"/>
                <a:sym typeface="Roboto Mono"/>
              </a:rPr>
            </a:br>
            <a:r>
              <a:rPr lang="ro">
                <a:solidFill>
                  <a:schemeClr val="dk1"/>
                </a:solidFill>
              </a:rPr>
              <a:t> This is what most developers see – clean, simple, and readable.</a:t>
            </a:r>
            <a:br>
              <a:rPr lang="ro">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ro">
                <a:solidFill>
                  <a:schemeClr val="dk1"/>
                </a:solidFill>
              </a:rPr>
              <a:t>Below is the internal implementation of the </a:t>
            </a:r>
            <a:r>
              <a:rPr lang="ro">
                <a:solidFill>
                  <a:srgbClr val="188038"/>
                </a:solidFill>
                <a:latin typeface="Roboto Mono"/>
                <a:ea typeface="Roboto Mono"/>
                <a:cs typeface="Roboto Mono"/>
                <a:sym typeface="Roboto Mono"/>
              </a:rPr>
              <a:t>getForObject()</a:t>
            </a:r>
            <a:r>
              <a:rPr lang="ro">
                <a:solidFill>
                  <a:schemeClr val="dk1"/>
                </a:solidFill>
              </a:rPr>
              <a:t> method inside </a:t>
            </a:r>
            <a:r>
              <a:rPr lang="ro">
                <a:solidFill>
                  <a:srgbClr val="188038"/>
                </a:solidFill>
                <a:latin typeface="Roboto Mono"/>
                <a:ea typeface="Roboto Mono"/>
                <a:cs typeface="Roboto Mono"/>
                <a:sym typeface="Roboto Mono"/>
              </a:rPr>
              <a:t>RestTemplate</a:t>
            </a:r>
            <a:r>
              <a:rPr lang="ro">
                <a:solidFill>
                  <a:schemeClr val="dk1"/>
                </a:solidFill>
              </a:rPr>
              <a:t>.</a:t>
            </a:r>
            <a:br>
              <a:rPr lang="ro">
                <a:solidFill>
                  <a:schemeClr val="dk1"/>
                </a:solidFill>
              </a:rPr>
            </a:br>
            <a:r>
              <a:rPr lang="ro">
                <a:solidFill>
                  <a:schemeClr val="dk1"/>
                </a:solidFill>
              </a:rPr>
              <a:t> It does not handle everything itself, but rather coordinates other components:</a:t>
            </a:r>
            <a:br>
              <a:rPr lang="ro">
                <a:solidFill>
                  <a:schemeClr val="dk1"/>
                </a:solidFill>
              </a:rPr>
            </a:b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It sets up a </a:t>
            </a:r>
            <a:r>
              <a:rPr b="1" lang="ro">
                <a:solidFill>
                  <a:schemeClr val="dk1"/>
                </a:solidFill>
              </a:rPr>
              <a:t>RequestCallback</a:t>
            </a:r>
            <a:r>
              <a:rPr lang="ro">
                <a:solidFill>
                  <a:schemeClr val="dk1"/>
                </a:solidFill>
              </a:rPr>
              <a:t>, creates a </a:t>
            </a:r>
            <a:r>
              <a:rPr b="1" lang="ro">
                <a:solidFill>
                  <a:schemeClr val="dk1"/>
                </a:solidFill>
              </a:rPr>
              <a:t>ResponseExtractor</a:t>
            </a:r>
            <a:r>
              <a:rPr lang="ro">
                <a:solidFill>
                  <a:schemeClr val="dk1"/>
                </a:solidFill>
              </a:rPr>
              <a:t>, then calls </a:t>
            </a:r>
            <a:r>
              <a:rPr lang="ro">
                <a:solidFill>
                  <a:srgbClr val="188038"/>
                </a:solidFill>
                <a:latin typeface="Roboto Mono"/>
                <a:ea typeface="Roboto Mono"/>
                <a:cs typeface="Roboto Mono"/>
                <a:sym typeface="Roboto Mono"/>
              </a:rPr>
              <a:t>execute()</a:t>
            </a:r>
            <a:r>
              <a:rPr lang="ro">
                <a:solidFill>
                  <a:schemeClr val="dk1"/>
                </a:solidFill>
              </a:rPr>
              <a:t>, passing in these objects along with the HTTP method and URI variables.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The </a:t>
            </a:r>
            <a:r>
              <a:rPr lang="ro">
                <a:solidFill>
                  <a:srgbClr val="188038"/>
                </a:solidFill>
                <a:latin typeface="Roboto Mono"/>
                <a:ea typeface="Roboto Mono"/>
                <a:cs typeface="Roboto Mono"/>
                <a:sym typeface="Roboto Mono"/>
              </a:rPr>
              <a:t>execute()</a:t>
            </a:r>
            <a:r>
              <a:rPr lang="ro">
                <a:solidFill>
                  <a:schemeClr val="dk1"/>
                </a:solidFill>
              </a:rPr>
              <a:t> method delegates work to subsystems like the HTTP client, JSON converter, and error handler – which confirms </a:t>
            </a:r>
            <a:r>
              <a:rPr lang="ro">
                <a:solidFill>
                  <a:srgbClr val="188038"/>
                </a:solidFill>
                <a:latin typeface="Roboto Mono"/>
                <a:ea typeface="Roboto Mono"/>
                <a:cs typeface="Roboto Mono"/>
                <a:sym typeface="Roboto Mono"/>
              </a:rPr>
              <a:t>RestTemplate</a:t>
            </a:r>
            <a:r>
              <a:rPr lang="ro">
                <a:solidFill>
                  <a:schemeClr val="dk1"/>
                </a:solidFill>
              </a:rPr>
              <a:t>'s role as a </a:t>
            </a:r>
            <a:r>
              <a:rPr b="1" lang="ro">
                <a:solidFill>
                  <a:schemeClr val="dk1"/>
                </a:solidFill>
              </a:rPr>
              <a:t>true Facade</a:t>
            </a:r>
            <a:endParaRPr b="1">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6" name="Shape 3666"/>
        <p:cNvGrpSpPr/>
        <p:nvPr/>
      </p:nvGrpSpPr>
      <p:grpSpPr>
        <a:xfrm>
          <a:off x="0" y="0"/>
          <a:ext cx="0" cy="0"/>
          <a:chOff x="0" y="0"/>
          <a:chExt cx="0" cy="0"/>
        </a:xfrm>
      </p:grpSpPr>
      <p:sp>
        <p:nvSpPr>
          <p:cNvPr id="3667" name="Google Shape;3667;g343821aa82a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8" name="Google Shape;3668;g343821aa82a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Finally, I want to briefly touch on an additional aspect of the design – the </a:t>
            </a:r>
            <a:r>
              <a:rPr b="1" lang="ro">
                <a:solidFill>
                  <a:schemeClr val="dk1"/>
                </a:solidFill>
              </a:rPr>
              <a:t>interface-based structure</a:t>
            </a:r>
            <a:r>
              <a:rPr lang="ro">
                <a:solidFill>
                  <a:schemeClr val="dk1"/>
                </a:solidFill>
              </a:rPr>
              <a:t> used in Spring’s implementation.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The </a:t>
            </a:r>
            <a:r>
              <a:rPr lang="ro">
                <a:solidFill>
                  <a:srgbClr val="188038"/>
                </a:solidFill>
                <a:latin typeface="Roboto Mono"/>
                <a:ea typeface="Roboto Mono"/>
                <a:cs typeface="Roboto Mono"/>
                <a:sym typeface="Roboto Mono"/>
              </a:rPr>
              <a:t>RestTemplate</a:t>
            </a:r>
            <a:r>
              <a:rPr lang="ro">
                <a:solidFill>
                  <a:schemeClr val="dk1"/>
                </a:solidFill>
              </a:rPr>
              <a:t> class actually implements the </a:t>
            </a:r>
            <a:r>
              <a:rPr b="1" lang="ro">
                <a:solidFill>
                  <a:srgbClr val="188038"/>
                </a:solidFill>
                <a:latin typeface="Roboto Mono"/>
                <a:ea typeface="Roboto Mono"/>
                <a:cs typeface="Roboto Mono"/>
                <a:sym typeface="Roboto Mono"/>
              </a:rPr>
              <a:t>RestOperations</a:t>
            </a:r>
            <a:r>
              <a:rPr lang="ro">
                <a:solidFill>
                  <a:schemeClr val="dk1"/>
                </a:solidFill>
              </a:rPr>
              <a:t> interface.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This brings us to an even more robust design, where the </a:t>
            </a:r>
            <a:r>
              <a:rPr b="1" lang="ro">
                <a:solidFill>
                  <a:schemeClr val="dk1"/>
                </a:solidFill>
              </a:rPr>
              <a:t>interface (</a:t>
            </a:r>
            <a:r>
              <a:rPr b="1" lang="ro">
                <a:solidFill>
                  <a:srgbClr val="188038"/>
                </a:solidFill>
                <a:latin typeface="Roboto Mono"/>
                <a:ea typeface="Roboto Mono"/>
                <a:cs typeface="Roboto Mono"/>
                <a:sym typeface="Roboto Mono"/>
              </a:rPr>
              <a:t>RestOperations</a:t>
            </a:r>
            <a:r>
              <a:rPr b="1" lang="ro">
                <a:solidFill>
                  <a:schemeClr val="dk1"/>
                </a:solidFill>
              </a:rPr>
              <a:t>) acts as the Facade interface</a:t>
            </a:r>
            <a:r>
              <a:rPr lang="ro">
                <a:solidFill>
                  <a:schemeClr val="dk1"/>
                </a:solidFill>
              </a:rPr>
              <a:t>, and the </a:t>
            </a:r>
            <a:r>
              <a:rPr b="1" lang="ro">
                <a:solidFill>
                  <a:srgbClr val="188038"/>
                </a:solidFill>
                <a:latin typeface="Roboto Mono"/>
                <a:ea typeface="Roboto Mono"/>
                <a:cs typeface="Roboto Mono"/>
                <a:sym typeface="Roboto Mono"/>
              </a:rPr>
              <a:t>RestTemplate</a:t>
            </a:r>
            <a:r>
              <a:rPr b="1" lang="ro">
                <a:solidFill>
                  <a:schemeClr val="dk1"/>
                </a:solidFill>
              </a:rPr>
              <a:t> class is the concrete Facade</a:t>
            </a:r>
            <a:r>
              <a:rPr lang="ro">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The actual Spring Boot application plays the role of the </a:t>
            </a:r>
            <a:r>
              <a:rPr b="1" lang="ro">
                <a:solidFill>
                  <a:schemeClr val="dk1"/>
                </a:solidFill>
              </a:rPr>
              <a:t>client</a:t>
            </a:r>
            <a:r>
              <a:rPr lang="ro">
                <a:solidFill>
                  <a:schemeClr val="dk1"/>
                </a:solidFill>
              </a:rPr>
              <a:t>, while the internal subsystems are:</a:t>
            </a:r>
            <a:endParaRPr>
              <a:solidFill>
                <a:schemeClr val="dk1"/>
              </a:solidFill>
            </a:endParaRPr>
          </a:p>
          <a:p>
            <a:pPr indent="-298450" lvl="0" marL="838200" marR="381000" rtl="0" algn="l">
              <a:lnSpc>
                <a:spcPct val="115000"/>
              </a:lnSpc>
              <a:spcBef>
                <a:spcPts val="1200"/>
              </a:spcBef>
              <a:spcAft>
                <a:spcPts val="0"/>
              </a:spcAft>
              <a:buClr>
                <a:schemeClr val="dk1"/>
              </a:buClr>
              <a:buSzPts val="1100"/>
              <a:buChar char="●"/>
            </a:pPr>
            <a:r>
              <a:rPr lang="ro">
                <a:solidFill>
                  <a:schemeClr val="dk1"/>
                </a:solidFill>
              </a:rPr>
              <a:t>The URI Builder</a:t>
            </a:r>
            <a:br>
              <a:rPr lang="ro">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ro">
                <a:solidFill>
                  <a:schemeClr val="dk1"/>
                </a:solidFill>
              </a:rPr>
              <a:t>The HTTP client</a:t>
            </a:r>
            <a:br>
              <a:rPr lang="ro">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ro">
                <a:solidFill>
                  <a:schemeClr val="dk1"/>
                </a:solidFill>
              </a:rPr>
              <a:t>The JSON converter</a:t>
            </a:r>
            <a:br>
              <a:rPr lang="ro">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ro">
                <a:solidFill>
                  <a:schemeClr val="dk1"/>
                </a:solidFill>
              </a:rPr>
              <a:t>And the error handler</a:t>
            </a:r>
            <a:br>
              <a:rPr lang="ro">
                <a:solidFill>
                  <a:schemeClr val="dk1"/>
                </a:solidFill>
              </a:rPr>
            </a:b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This structure makes the system </a:t>
            </a:r>
            <a:r>
              <a:rPr b="1" lang="ro">
                <a:solidFill>
                  <a:schemeClr val="dk1"/>
                </a:solidFill>
              </a:rPr>
              <a:t>flexible</a:t>
            </a:r>
            <a:r>
              <a:rPr lang="ro">
                <a:solidFill>
                  <a:schemeClr val="dk1"/>
                </a:solidFill>
              </a:rPr>
              <a:t>, </a:t>
            </a:r>
            <a:r>
              <a:rPr b="1" lang="ro">
                <a:solidFill>
                  <a:schemeClr val="dk1"/>
                </a:solidFill>
              </a:rPr>
              <a:t>extensible</a:t>
            </a:r>
            <a:r>
              <a:rPr lang="ro">
                <a:solidFill>
                  <a:schemeClr val="dk1"/>
                </a:solidFill>
              </a:rPr>
              <a:t>, and even allows developers to substitute </a:t>
            </a:r>
            <a:r>
              <a:rPr lang="ro">
                <a:solidFill>
                  <a:srgbClr val="188038"/>
                </a:solidFill>
                <a:latin typeface="Roboto Mono"/>
                <a:ea typeface="Roboto Mono"/>
                <a:cs typeface="Roboto Mono"/>
                <a:sym typeface="Roboto Mono"/>
              </a:rPr>
              <a:t>RestTemplate</a:t>
            </a:r>
            <a:r>
              <a:rPr lang="ro">
                <a:solidFill>
                  <a:schemeClr val="dk1"/>
                </a:solidFill>
              </a:rPr>
              <a:t> with other implementations in the future – just by coding against the </a:t>
            </a:r>
            <a:r>
              <a:rPr lang="ro">
                <a:solidFill>
                  <a:srgbClr val="188038"/>
                </a:solidFill>
                <a:latin typeface="Roboto Mono"/>
                <a:ea typeface="Roboto Mono"/>
                <a:cs typeface="Roboto Mono"/>
                <a:sym typeface="Roboto Mono"/>
              </a:rPr>
              <a:t>RestOperations</a:t>
            </a:r>
            <a:r>
              <a:rPr lang="ro">
                <a:solidFill>
                  <a:schemeClr val="dk1"/>
                </a:solidFill>
              </a:rPr>
              <a:t> interface.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ro">
                <a:solidFill>
                  <a:schemeClr val="dk1"/>
                </a:solidFill>
              </a:rPr>
              <a:t>So to summarize, </a:t>
            </a:r>
            <a:r>
              <a:rPr lang="ro">
                <a:solidFill>
                  <a:srgbClr val="188038"/>
                </a:solidFill>
                <a:latin typeface="Roboto Mono"/>
                <a:ea typeface="Roboto Mono"/>
                <a:cs typeface="Roboto Mono"/>
                <a:sym typeface="Roboto Mono"/>
              </a:rPr>
              <a:t>RestTemplate</a:t>
            </a:r>
            <a:r>
              <a:rPr lang="ro">
                <a:solidFill>
                  <a:schemeClr val="dk1"/>
                </a:solidFill>
              </a:rPr>
              <a:t> not only hides complexity behind a simple API, but also follows </a:t>
            </a:r>
            <a:r>
              <a:rPr b="1" lang="ro">
                <a:solidFill>
                  <a:schemeClr val="dk1"/>
                </a:solidFill>
              </a:rPr>
              <a:t>good object-oriented design principles</a:t>
            </a:r>
            <a:r>
              <a:rPr lang="ro">
                <a:solidFill>
                  <a:schemeClr val="dk1"/>
                </a:solidFill>
              </a:rPr>
              <a:t>, such as programming to an interface</a:t>
            </a:r>
            <a:endParaRPr>
              <a:solidFill>
                <a:schemeClr val="dk1"/>
              </a:solidFill>
            </a:endParaRPr>
          </a:p>
          <a:p>
            <a:pPr indent="0" lvl="0" marL="0" rtl="0" algn="l">
              <a:spcBef>
                <a:spcPts val="1200"/>
              </a:spcBef>
              <a:spcAft>
                <a:spcPts val="0"/>
              </a:spcAft>
              <a:buNone/>
            </a:pPr>
            <a:r>
              <a:t/>
            </a:r>
            <a:endParaRPr>
              <a:solidFill>
                <a:srgbClr val="188038"/>
              </a:solidFill>
              <a:latin typeface="Roboto Mono"/>
              <a:ea typeface="Roboto Mono"/>
              <a:cs typeface="Roboto Mono"/>
              <a:sym typeface="Roboto Mon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4" name="Shape 3674"/>
        <p:cNvGrpSpPr/>
        <p:nvPr/>
      </p:nvGrpSpPr>
      <p:grpSpPr>
        <a:xfrm>
          <a:off x="0" y="0"/>
          <a:ext cx="0" cy="0"/>
          <a:chOff x="0" y="0"/>
          <a:chExt cx="0" cy="0"/>
        </a:xfrm>
      </p:grpSpPr>
      <p:sp>
        <p:nvSpPr>
          <p:cNvPr id="3675" name="Google Shape;3675;g342ae652368_1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6" name="Google Shape;3676;g342ae652368_1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1" name="Shape 3681"/>
        <p:cNvGrpSpPr/>
        <p:nvPr/>
      </p:nvGrpSpPr>
      <p:grpSpPr>
        <a:xfrm>
          <a:off x="0" y="0"/>
          <a:ext cx="0" cy="0"/>
          <a:chOff x="0" y="0"/>
          <a:chExt cx="0" cy="0"/>
        </a:xfrm>
      </p:grpSpPr>
      <p:sp>
        <p:nvSpPr>
          <p:cNvPr id="3682" name="Google Shape;3682;g342ae652368_1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3" name="Google Shape;3683;g342ae652368_1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 Id="rId5" Type="http://schemas.openxmlformats.org/officeDocument/2006/relationships/hyperlink" Target="https://stories.freepik.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2"/>
          <p:cNvSpPr txBox="1"/>
          <p:nvPr>
            <p:ph type="ctrTitle"/>
          </p:nvPr>
        </p:nvSpPr>
        <p:spPr>
          <a:xfrm>
            <a:off x="5248656" y="2002536"/>
            <a:ext cx="3264300" cy="1792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5200"/>
              <a:buNone/>
              <a:defRPr sz="5200"/>
            </a:lvl1pPr>
            <a:lvl2pPr lvl="1" rtl="0" algn="r">
              <a:spcBef>
                <a:spcPts val="0"/>
              </a:spcBef>
              <a:spcAft>
                <a:spcPts val="0"/>
              </a:spcAft>
              <a:buSzPts val="5200"/>
              <a:buNone/>
              <a:defRPr sz="5200"/>
            </a:lvl2pPr>
            <a:lvl3pPr lvl="2" rtl="0" algn="r">
              <a:spcBef>
                <a:spcPts val="0"/>
              </a:spcBef>
              <a:spcAft>
                <a:spcPts val="0"/>
              </a:spcAft>
              <a:buSzPts val="5200"/>
              <a:buNone/>
              <a:defRPr sz="5200"/>
            </a:lvl3pPr>
            <a:lvl4pPr lvl="3" rtl="0" algn="r">
              <a:spcBef>
                <a:spcPts val="0"/>
              </a:spcBef>
              <a:spcAft>
                <a:spcPts val="0"/>
              </a:spcAft>
              <a:buSzPts val="5200"/>
              <a:buNone/>
              <a:defRPr sz="5200"/>
            </a:lvl4pPr>
            <a:lvl5pPr lvl="4" rtl="0" algn="r">
              <a:spcBef>
                <a:spcPts val="0"/>
              </a:spcBef>
              <a:spcAft>
                <a:spcPts val="0"/>
              </a:spcAft>
              <a:buSzPts val="5200"/>
              <a:buNone/>
              <a:defRPr sz="5200"/>
            </a:lvl5pPr>
            <a:lvl6pPr lvl="5" rtl="0" algn="r">
              <a:spcBef>
                <a:spcPts val="0"/>
              </a:spcBef>
              <a:spcAft>
                <a:spcPts val="0"/>
              </a:spcAft>
              <a:buSzPts val="5200"/>
              <a:buNone/>
              <a:defRPr sz="5200"/>
            </a:lvl6pPr>
            <a:lvl7pPr lvl="6" rtl="0" algn="r">
              <a:spcBef>
                <a:spcPts val="0"/>
              </a:spcBef>
              <a:spcAft>
                <a:spcPts val="0"/>
              </a:spcAft>
              <a:buSzPts val="5200"/>
              <a:buNone/>
              <a:defRPr sz="5200"/>
            </a:lvl7pPr>
            <a:lvl8pPr lvl="7" rtl="0" algn="r">
              <a:spcBef>
                <a:spcPts val="0"/>
              </a:spcBef>
              <a:spcAft>
                <a:spcPts val="0"/>
              </a:spcAft>
              <a:buSzPts val="5200"/>
              <a:buNone/>
              <a:defRPr sz="5200"/>
            </a:lvl8pPr>
            <a:lvl9pPr lvl="8" rtl="0" algn="r">
              <a:spcBef>
                <a:spcPts val="0"/>
              </a:spcBef>
              <a:spcAft>
                <a:spcPts val="0"/>
              </a:spcAft>
              <a:buSzPts val="5200"/>
              <a:buNone/>
              <a:defRPr sz="5200"/>
            </a:lvl9pPr>
          </a:lstStyle>
          <a:p/>
        </p:txBody>
      </p:sp>
      <p:sp>
        <p:nvSpPr>
          <p:cNvPr id="9" name="Google Shape;9;p2"/>
          <p:cNvSpPr txBox="1"/>
          <p:nvPr>
            <p:ph idx="1" type="subTitle"/>
          </p:nvPr>
        </p:nvSpPr>
        <p:spPr>
          <a:xfrm>
            <a:off x="5248656" y="3721608"/>
            <a:ext cx="3264300" cy="896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10" name="Google Shape;10;p2"/>
          <p:cNvCxnSpPr/>
          <p:nvPr/>
        </p:nvCxnSpPr>
        <p:spPr>
          <a:xfrm flipH="1">
            <a:off x="5827050" y="451300"/>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11" name="Google Shape;11;p2"/>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2"/>
          <p:cNvSpPr/>
          <p:nvPr/>
        </p:nvSpPr>
        <p:spPr>
          <a:xfrm>
            <a:off x="5690580" y="4258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5688325" y="4232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727069" y="4623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5724827" y="4597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766657" y="5018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5764415" y="4996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rect b="b" l="l" r="r" t="t"/>
              <a:pathLst>
                <a:path extrusionOk="0" h="207444" w="272401">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491875" y="238125"/>
              <a:ext cx="6575225" cy="5187000"/>
            </a:xfrm>
            <a:custGeom>
              <a:rect b="b" l="l" r="r" t="t"/>
              <a:pathLst>
                <a:path extrusionOk="0" h="207480" w="263009">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2971800" y="2231136"/>
            <a:ext cx="3200400" cy="804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8" name="Google Shape;48;p3"/>
          <p:cNvSpPr txBox="1"/>
          <p:nvPr>
            <p:ph hasCustomPrompt="1" idx="2" type="title"/>
          </p:nvPr>
        </p:nvSpPr>
        <p:spPr>
          <a:xfrm>
            <a:off x="2971800" y="1161288"/>
            <a:ext cx="2967600" cy="106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96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49" name="Google Shape;49;p3"/>
          <p:cNvSpPr txBox="1"/>
          <p:nvPr>
            <p:ph idx="1" type="subTitle"/>
          </p:nvPr>
        </p:nvSpPr>
        <p:spPr>
          <a:xfrm>
            <a:off x="2973225" y="2999232"/>
            <a:ext cx="3200400" cy="685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9" name="Google Shape;69;p3"/>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3" name="Google Shape;103;p3"/>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3"/>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05" name="Google Shape;105;p3"/>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9" name="Shape 109"/>
        <p:cNvGrpSpPr/>
        <p:nvPr/>
      </p:nvGrpSpPr>
      <p:grpSpPr>
        <a:xfrm>
          <a:off x="0" y="0"/>
          <a:ext cx="0" cy="0"/>
          <a:chOff x="0" y="0"/>
          <a:chExt cx="0" cy="0"/>
        </a:xfrm>
      </p:grpSpPr>
      <p:sp>
        <p:nvSpPr>
          <p:cNvPr id="110" name="Google Shape;110;p4"/>
          <p:cNvSpPr txBox="1"/>
          <p:nvPr>
            <p:ph idx="1" type="subTitle"/>
          </p:nvPr>
        </p:nvSpPr>
        <p:spPr>
          <a:xfrm>
            <a:off x="2167128" y="3054096"/>
            <a:ext cx="4809600" cy="1134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4"/>
          <p:cNvSpPr txBox="1"/>
          <p:nvPr>
            <p:ph type="title"/>
          </p:nvPr>
        </p:nvSpPr>
        <p:spPr>
          <a:xfrm>
            <a:off x="2167128" y="2478024"/>
            <a:ext cx="48096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5" name="Google Shape;135;p4"/>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9" name="Google Shape;169;p4"/>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70" name="Google Shape;170;p4"/>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71" name="Google Shape;171;p4"/>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5" name="Shape 175"/>
        <p:cNvGrpSpPr/>
        <p:nvPr/>
      </p:nvGrpSpPr>
      <p:grpSpPr>
        <a:xfrm>
          <a:off x="0" y="0"/>
          <a:ext cx="0" cy="0"/>
          <a:chOff x="0" y="0"/>
          <a:chExt cx="0" cy="0"/>
        </a:xfrm>
      </p:grpSpPr>
      <p:sp>
        <p:nvSpPr>
          <p:cNvPr id="176" name="Google Shape;176;p5"/>
          <p:cNvSpPr txBox="1"/>
          <p:nvPr>
            <p:ph type="title"/>
          </p:nvPr>
        </p:nvSpPr>
        <p:spPr>
          <a:xfrm>
            <a:off x="1807671" y="338325"/>
            <a:ext cx="55287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77" name="Google Shape;177;p5"/>
          <p:cNvSpPr txBox="1"/>
          <p:nvPr>
            <p:ph idx="1" type="subTitle"/>
          </p:nvPr>
        </p:nvSpPr>
        <p:spPr>
          <a:xfrm>
            <a:off x="4956048" y="2532888"/>
            <a:ext cx="2084700" cy="136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78" name="Google Shape;178;p5"/>
          <p:cNvSpPr txBox="1"/>
          <p:nvPr>
            <p:ph idx="2" type="subTitle"/>
          </p:nvPr>
        </p:nvSpPr>
        <p:spPr>
          <a:xfrm>
            <a:off x="2093976" y="2532888"/>
            <a:ext cx="2084700" cy="136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79" name="Google Shape;179;p5"/>
          <p:cNvSpPr txBox="1"/>
          <p:nvPr>
            <p:ph idx="3" type="subTitle"/>
          </p:nvPr>
        </p:nvSpPr>
        <p:spPr>
          <a:xfrm>
            <a:off x="4956048" y="2221992"/>
            <a:ext cx="2084700" cy="2835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defRPr>
            </a:lvl2pPr>
            <a:lvl3pPr lvl="2" rtl="0" algn="ctr">
              <a:spcBef>
                <a:spcPts val="0"/>
              </a:spcBef>
              <a:spcAft>
                <a:spcPts val="0"/>
              </a:spcAft>
              <a:buNone/>
              <a:defRPr sz="1600">
                <a:solidFill>
                  <a:schemeClr val="accent1"/>
                </a:solidFill>
              </a:defRPr>
            </a:lvl3pPr>
            <a:lvl4pPr lvl="3" rtl="0" algn="ctr">
              <a:spcBef>
                <a:spcPts val="0"/>
              </a:spcBef>
              <a:spcAft>
                <a:spcPts val="0"/>
              </a:spcAft>
              <a:buNone/>
              <a:defRPr sz="1600">
                <a:solidFill>
                  <a:schemeClr val="accent1"/>
                </a:solidFill>
              </a:defRPr>
            </a:lvl4pPr>
            <a:lvl5pPr lvl="4" rtl="0" algn="ctr">
              <a:spcBef>
                <a:spcPts val="0"/>
              </a:spcBef>
              <a:spcAft>
                <a:spcPts val="0"/>
              </a:spcAft>
              <a:buNone/>
              <a:defRPr sz="1600">
                <a:solidFill>
                  <a:schemeClr val="accent1"/>
                </a:solidFill>
              </a:defRPr>
            </a:lvl5pPr>
            <a:lvl6pPr lvl="5" rtl="0" algn="ctr">
              <a:spcBef>
                <a:spcPts val="0"/>
              </a:spcBef>
              <a:spcAft>
                <a:spcPts val="0"/>
              </a:spcAft>
              <a:buNone/>
              <a:defRPr sz="1600">
                <a:solidFill>
                  <a:schemeClr val="accent1"/>
                </a:solidFill>
              </a:defRPr>
            </a:lvl6pPr>
            <a:lvl7pPr lvl="6" rtl="0" algn="ctr">
              <a:spcBef>
                <a:spcPts val="0"/>
              </a:spcBef>
              <a:spcAft>
                <a:spcPts val="0"/>
              </a:spcAft>
              <a:buNone/>
              <a:defRPr sz="1600">
                <a:solidFill>
                  <a:schemeClr val="accent1"/>
                </a:solidFill>
              </a:defRPr>
            </a:lvl7pPr>
            <a:lvl8pPr lvl="7" rtl="0" algn="ctr">
              <a:spcBef>
                <a:spcPts val="0"/>
              </a:spcBef>
              <a:spcAft>
                <a:spcPts val="0"/>
              </a:spcAft>
              <a:buNone/>
              <a:defRPr sz="1600">
                <a:solidFill>
                  <a:schemeClr val="accent1"/>
                </a:solidFill>
              </a:defRPr>
            </a:lvl8pPr>
            <a:lvl9pPr lvl="8" rtl="0" algn="ctr">
              <a:spcBef>
                <a:spcPts val="0"/>
              </a:spcBef>
              <a:spcAft>
                <a:spcPts val="0"/>
              </a:spcAft>
              <a:buNone/>
              <a:defRPr sz="1600">
                <a:solidFill>
                  <a:schemeClr val="accent1"/>
                </a:solidFill>
              </a:defRPr>
            </a:lvl9pPr>
          </a:lstStyle>
          <a:p/>
        </p:txBody>
      </p:sp>
      <p:sp>
        <p:nvSpPr>
          <p:cNvPr id="180" name="Google Shape;180;p5"/>
          <p:cNvSpPr txBox="1"/>
          <p:nvPr>
            <p:ph idx="4" type="subTitle"/>
          </p:nvPr>
        </p:nvSpPr>
        <p:spPr>
          <a:xfrm>
            <a:off x="2093976" y="2203704"/>
            <a:ext cx="2084700" cy="3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defRPr>
            </a:lvl2pPr>
            <a:lvl3pPr lvl="2" rtl="0" algn="ctr">
              <a:spcBef>
                <a:spcPts val="0"/>
              </a:spcBef>
              <a:spcAft>
                <a:spcPts val="0"/>
              </a:spcAft>
              <a:buNone/>
              <a:defRPr sz="1600">
                <a:solidFill>
                  <a:schemeClr val="accent1"/>
                </a:solidFill>
              </a:defRPr>
            </a:lvl3pPr>
            <a:lvl4pPr lvl="3" rtl="0" algn="ctr">
              <a:spcBef>
                <a:spcPts val="0"/>
              </a:spcBef>
              <a:spcAft>
                <a:spcPts val="0"/>
              </a:spcAft>
              <a:buNone/>
              <a:defRPr sz="1600">
                <a:solidFill>
                  <a:schemeClr val="accent1"/>
                </a:solidFill>
              </a:defRPr>
            </a:lvl4pPr>
            <a:lvl5pPr lvl="4" rtl="0" algn="ctr">
              <a:spcBef>
                <a:spcPts val="0"/>
              </a:spcBef>
              <a:spcAft>
                <a:spcPts val="0"/>
              </a:spcAft>
              <a:buNone/>
              <a:defRPr sz="1600">
                <a:solidFill>
                  <a:schemeClr val="accent1"/>
                </a:solidFill>
              </a:defRPr>
            </a:lvl5pPr>
            <a:lvl6pPr lvl="5" rtl="0" algn="ctr">
              <a:spcBef>
                <a:spcPts val="0"/>
              </a:spcBef>
              <a:spcAft>
                <a:spcPts val="0"/>
              </a:spcAft>
              <a:buNone/>
              <a:defRPr sz="1600">
                <a:solidFill>
                  <a:schemeClr val="accent1"/>
                </a:solidFill>
              </a:defRPr>
            </a:lvl6pPr>
            <a:lvl7pPr lvl="6" rtl="0" algn="ctr">
              <a:spcBef>
                <a:spcPts val="0"/>
              </a:spcBef>
              <a:spcAft>
                <a:spcPts val="0"/>
              </a:spcAft>
              <a:buNone/>
              <a:defRPr sz="1600">
                <a:solidFill>
                  <a:schemeClr val="accent1"/>
                </a:solidFill>
              </a:defRPr>
            </a:lvl7pPr>
            <a:lvl8pPr lvl="7" rtl="0" algn="ctr">
              <a:spcBef>
                <a:spcPts val="0"/>
              </a:spcBef>
              <a:spcAft>
                <a:spcPts val="0"/>
              </a:spcAft>
              <a:buNone/>
              <a:defRPr sz="1600">
                <a:solidFill>
                  <a:schemeClr val="accent1"/>
                </a:solidFill>
              </a:defRPr>
            </a:lvl8pPr>
            <a:lvl9pPr lvl="8" rtl="0" algn="ctr">
              <a:spcBef>
                <a:spcPts val="0"/>
              </a:spcBef>
              <a:spcAft>
                <a:spcPts val="0"/>
              </a:spcAft>
              <a:buNone/>
              <a:defRPr sz="1600">
                <a:solidFill>
                  <a:schemeClr val="accent1"/>
                </a:solidFill>
              </a:defRPr>
            </a:lvl9pPr>
          </a:lstStyle>
          <a:p/>
        </p:txBody>
      </p:sp>
      <p:sp>
        <p:nvSpPr>
          <p:cNvPr id="181" name="Google Shape;181;p5"/>
          <p:cNvSpPr txBox="1"/>
          <p:nvPr>
            <p:ph hasCustomPrompt="1" idx="5" type="title"/>
          </p:nvPr>
        </p:nvSpPr>
        <p:spPr>
          <a:xfrm>
            <a:off x="2779776" y="1627632"/>
            <a:ext cx="722400" cy="45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82" name="Google Shape;182;p5"/>
          <p:cNvSpPr txBox="1"/>
          <p:nvPr>
            <p:ph hasCustomPrompt="1" idx="6" type="title"/>
          </p:nvPr>
        </p:nvSpPr>
        <p:spPr>
          <a:xfrm>
            <a:off x="5641848" y="1627632"/>
            <a:ext cx="722400" cy="45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2" name="Google Shape;202;p5"/>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36" name="Google Shape;236;p5"/>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237" name="Google Shape;237;p5"/>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238" name="Google Shape;238;p5"/>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2" name="Shape 242"/>
        <p:cNvGrpSpPr/>
        <p:nvPr/>
      </p:nvGrpSpPr>
      <p:grpSpPr>
        <a:xfrm>
          <a:off x="0" y="0"/>
          <a:ext cx="0" cy="0"/>
          <a:chOff x="0" y="0"/>
          <a:chExt cx="0" cy="0"/>
        </a:xfrm>
      </p:grpSpPr>
      <p:sp>
        <p:nvSpPr>
          <p:cNvPr id="243" name="Google Shape;243;p6"/>
          <p:cNvSpPr txBox="1"/>
          <p:nvPr>
            <p:ph type="title"/>
          </p:nvPr>
        </p:nvSpPr>
        <p:spPr>
          <a:xfrm>
            <a:off x="1823475" y="338328"/>
            <a:ext cx="54969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63" name="Google Shape;263;p6"/>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7" name="Google Shape;297;p6"/>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298" name="Google Shape;298;p6"/>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299" name="Google Shape;299;p6"/>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3" name="Shape 303"/>
        <p:cNvGrpSpPr/>
        <p:nvPr/>
      </p:nvGrpSpPr>
      <p:grpSpPr>
        <a:xfrm>
          <a:off x="0" y="0"/>
          <a:ext cx="0" cy="0"/>
          <a:chOff x="0" y="0"/>
          <a:chExt cx="0" cy="0"/>
        </a:xfrm>
      </p:grpSpPr>
      <p:sp>
        <p:nvSpPr>
          <p:cNvPr id="304" name="Google Shape;304;p7"/>
          <p:cNvSpPr txBox="1"/>
          <p:nvPr>
            <p:ph idx="1" type="subTitle"/>
          </p:nvPr>
        </p:nvSpPr>
        <p:spPr>
          <a:xfrm>
            <a:off x="804672" y="1984248"/>
            <a:ext cx="3291900" cy="1371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p:txBody>
      </p:sp>
      <p:sp>
        <p:nvSpPr>
          <p:cNvPr id="305" name="Google Shape;305;p7"/>
          <p:cNvSpPr txBox="1"/>
          <p:nvPr>
            <p:ph type="title"/>
          </p:nvPr>
        </p:nvSpPr>
        <p:spPr>
          <a:xfrm>
            <a:off x="804672" y="3319272"/>
            <a:ext cx="3291900" cy="402300"/>
          </a:xfrm>
          <a:prstGeom prst="rect">
            <a:avLst/>
          </a:prstGeom>
        </p:spPr>
        <p:txBody>
          <a:bodyPr anchorCtr="0" anchor="b" bIns="91425" lIns="91425" spcFirstLastPara="1" rIns="91425" wrap="square" tIns="91425">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306" name="Google Shape;306;p7"/>
          <p:cNvCxnSpPr/>
          <p:nvPr/>
        </p:nvCxnSpPr>
        <p:spPr>
          <a:xfrm>
            <a:off x="1645925" y="5231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307" name="Google Shape;307;p7"/>
          <p:cNvCxnSpPr/>
          <p:nvPr/>
        </p:nvCxnSpPr>
        <p:spPr>
          <a:xfrm flipH="1" rot="10800000">
            <a:off x="803050" y="529675"/>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308" name="Google Shape;308;p7"/>
          <p:cNvCxnSpPr/>
          <p:nvPr/>
        </p:nvCxnSpPr>
        <p:spPr>
          <a:xfrm>
            <a:off x="0" y="6520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 name="Google Shape;321;p7"/>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7"/>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7"/>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7"/>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7"/>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9" name="Google Shape;339;p7"/>
          <p:cNvCxnSpPr/>
          <p:nvPr/>
        </p:nvCxnSpPr>
        <p:spPr>
          <a:xfrm>
            <a:off x="791400" y="42124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340" name="Google Shape;340;p7"/>
          <p:cNvCxnSpPr/>
          <p:nvPr/>
        </p:nvCxnSpPr>
        <p:spPr>
          <a:xfrm flipH="1" rot="10800000">
            <a:off x="0" y="42204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6"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rect b="b" l="l" r="r" t="t"/>
              <a:pathLst>
                <a:path extrusionOk="0" h="132620" w="277371">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a:off x="417100" y="1285575"/>
              <a:ext cx="6842700" cy="3314500"/>
            </a:xfrm>
            <a:custGeom>
              <a:rect b="b" l="l" r="r" t="t"/>
              <a:pathLst>
                <a:path extrusionOk="0" h="132580" w="273708">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8"/>
          <p:cNvSpPr txBox="1"/>
          <p:nvPr>
            <p:ph type="title"/>
          </p:nvPr>
        </p:nvSpPr>
        <p:spPr>
          <a:xfrm>
            <a:off x="2624328" y="1620753"/>
            <a:ext cx="3904500" cy="190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cap="flat" cmpd="sng" w="9525">
              <a:solidFill>
                <a:schemeClr val="dk1"/>
              </a:solidFill>
              <a:prstDash val="solid"/>
              <a:round/>
              <a:headEnd len="med" w="med" type="none"/>
              <a:tailEnd len="med" w="med" type="none"/>
            </a:ln>
          </p:spPr>
        </p:cxnSp>
        <p:cxnSp>
          <p:nvCxnSpPr>
            <p:cNvPr id="373" name="Google Shape;373;p8"/>
            <p:cNvCxnSpPr/>
            <p:nvPr/>
          </p:nvCxnSpPr>
          <p:spPr>
            <a:xfrm flipH="1" rot="10800000">
              <a:off x="1562083" y="4492325"/>
              <a:ext cx="1342200" cy="315300"/>
            </a:xfrm>
            <a:prstGeom prst="straightConnector1">
              <a:avLst/>
            </a:prstGeom>
            <a:noFill/>
            <a:ln cap="flat" cmpd="sng" w="9525">
              <a:solidFill>
                <a:schemeClr val="dk1"/>
              </a:solidFill>
              <a:prstDash val="solid"/>
              <a:round/>
              <a:headEnd len="med" w="med" type="none"/>
              <a:tailEnd len="med" w="med" type="none"/>
            </a:ln>
          </p:spPr>
        </p:cxnSp>
        <p:cxnSp>
          <p:nvCxnSpPr>
            <p:cNvPr id="374" name="Google Shape;374;p8"/>
            <p:cNvCxnSpPr/>
            <p:nvPr/>
          </p:nvCxnSpPr>
          <p:spPr>
            <a:xfrm>
              <a:off x="259558" y="4408000"/>
              <a:ext cx="1332000" cy="392100"/>
            </a:xfrm>
            <a:prstGeom prst="straightConnector1">
              <a:avLst/>
            </a:prstGeom>
            <a:noFill/>
            <a:ln cap="flat" cmpd="sng" w="9525">
              <a:solidFill>
                <a:schemeClr val="dk1"/>
              </a:solidFill>
              <a:prstDash val="solid"/>
              <a:round/>
              <a:headEnd len="med" w="med" type="none"/>
              <a:tailEnd len="med" w="med" type="none"/>
            </a:ln>
          </p:spPr>
        </p:cxnSp>
        <p:cxnSp>
          <p:nvCxnSpPr>
            <p:cNvPr id="375" name="Google Shape;375;p8"/>
            <p:cNvCxnSpPr/>
            <p:nvPr/>
          </p:nvCxnSpPr>
          <p:spPr>
            <a:xfrm>
              <a:off x="-6867" y="3993550"/>
              <a:ext cx="273900" cy="407100"/>
            </a:xfrm>
            <a:prstGeom prst="straightConnector1">
              <a:avLst/>
            </a:prstGeom>
            <a:noFill/>
            <a:ln cap="flat" cmpd="sng" w="9525">
              <a:solidFill>
                <a:schemeClr val="dk1"/>
              </a:solidFill>
              <a:prstDash val="solid"/>
              <a:round/>
              <a:headEnd len="med" w="med" type="none"/>
              <a:tailEnd len="med" w="med" type="none"/>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8"/>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8"/>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8"/>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8"/>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8"/>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04" name="Google Shape;404;p8"/>
            <p:cNvCxnSpPr/>
            <p:nvPr/>
          </p:nvCxnSpPr>
          <p:spPr>
            <a:xfrm rot="10800000">
              <a:off x="5995050" y="226600"/>
              <a:ext cx="1504500" cy="224700"/>
            </a:xfrm>
            <a:prstGeom prst="straightConnector1">
              <a:avLst/>
            </a:prstGeom>
            <a:noFill/>
            <a:ln cap="flat" cmpd="sng" w="9525">
              <a:solidFill>
                <a:schemeClr val="dk1"/>
              </a:solidFill>
              <a:prstDash val="solid"/>
              <a:round/>
              <a:headEnd len="med" w="med" type="none"/>
              <a:tailEnd len="med" w="med" type="none"/>
            </a:ln>
          </p:spPr>
        </p:cxnSp>
        <p:cxnSp>
          <p:nvCxnSpPr>
            <p:cNvPr id="405" name="Google Shape;405;p8"/>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406" name="Google Shape;406;p8"/>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4" name="Google Shape;424;p8"/>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8"/>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8"/>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8"/>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8"/>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8"/>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8" name="Shape 438"/>
        <p:cNvGrpSpPr/>
        <p:nvPr/>
      </p:nvGrpSpPr>
      <p:grpSpPr>
        <a:xfrm>
          <a:off x="0" y="0"/>
          <a:ext cx="0" cy="0"/>
          <a:chOff x="0" y="0"/>
          <a:chExt cx="0" cy="0"/>
        </a:xfrm>
      </p:grpSpPr>
      <p:sp>
        <p:nvSpPr>
          <p:cNvPr id="439" name="Google Shape;439;p9"/>
          <p:cNvSpPr txBox="1"/>
          <p:nvPr>
            <p:ph type="title"/>
          </p:nvPr>
        </p:nvSpPr>
        <p:spPr>
          <a:xfrm>
            <a:off x="896112" y="2039112"/>
            <a:ext cx="3566100" cy="13626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40" name="Google Shape;440;p9"/>
          <p:cNvSpPr txBox="1"/>
          <p:nvPr>
            <p:ph idx="1" type="body"/>
          </p:nvPr>
        </p:nvSpPr>
        <p:spPr>
          <a:xfrm>
            <a:off x="4899150" y="821850"/>
            <a:ext cx="3096000" cy="3478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indent="-317500" lvl="1" marL="9144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indent="-317500" lvl="2" marL="13716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indent="-317500" lvl="3" marL="18288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indent="-317500" lvl="4" marL="22860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indent="-317500" lvl="5" marL="27432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indent="-317500" lvl="6" marL="32004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indent="-317500" lvl="7" marL="36576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indent="-317500" lvl="8" marL="41148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p:txBody>
      </p:sp>
      <p:cxnSp>
        <p:nvCxnSpPr>
          <p:cNvPr id="441" name="Google Shape;441;p9"/>
          <p:cNvCxnSpPr/>
          <p:nvPr/>
        </p:nvCxnSpPr>
        <p:spPr>
          <a:xfrm>
            <a:off x="1645925" y="5231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442" name="Google Shape;442;p9"/>
          <p:cNvCxnSpPr/>
          <p:nvPr/>
        </p:nvCxnSpPr>
        <p:spPr>
          <a:xfrm flipH="1" rot="10800000">
            <a:off x="803050" y="529675"/>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443" name="Google Shape;443;p9"/>
          <p:cNvCxnSpPr/>
          <p:nvPr/>
        </p:nvCxnSpPr>
        <p:spPr>
          <a:xfrm>
            <a:off x="0" y="6520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6" name="Google Shape;456;p9"/>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9"/>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9"/>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9"/>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9"/>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9"/>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74" name="Google Shape;474;p9"/>
          <p:cNvCxnSpPr/>
          <p:nvPr/>
        </p:nvCxnSpPr>
        <p:spPr>
          <a:xfrm>
            <a:off x="791400" y="42124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475" name="Google Shape;475;p9"/>
          <p:cNvCxnSpPr/>
          <p:nvPr/>
        </p:nvCxnSpPr>
        <p:spPr>
          <a:xfrm flipH="1" rot="10800000">
            <a:off x="0" y="42204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1" name="Shape 501"/>
        <p:cNvGrpSpPr/>
        <p:nvPr/>
      </p:nvGrpSpPr>
      <p:grpSpPr>
        <a:xfrm>
          <a:off x="0" y="0"/>
          <a:ext cx="0" cy="0"/>
          <a:chOff x="0" y="0"/>
          <a:chExt cx="0" cy="0"/>
        </a:xfrm>
      </p:grpSpPr>
      <p:sp>
        <p:nvSpPr>
          <p:cNvPr id="502" name="Google Shape;502;p10"/>
          <p:cNvSpPr txBox="1"/>
          <p:nvPr>
            <p:ph idx="1" type="body"/>
          </p:nvPr>
        </p:nvSpPr>
        <p:spPr>
          <a:xfrm>
            <a:off x="1122050" y="1947672"/>
            <a:ext cx="2788800" cy="13626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p:txBody>
      </p:sp>
      <p:sp>
        <p:nvSpPr>
          <p:cNvPr id="503" name="Google Shape;503;p10"/>
          <p:cNvSpPr txBox="1"/>
          <p:nvPr>
            <p:ph type="title"/>
          </p:nvPr>
        </p:nvSpPr>
        <p:spPr>
          <a:xfrm>
            <a:off x="2100600" y="347472"/>
            <a:ext cx="4947000" cy="585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cxnSp>
        <p:nvCxnSpPr>
          <p:cNvPr id="504" name="Google Shape;504;p10"/>
          <p:cNvCxnSpPr/>
          <p:nvPr/>
        </p:nvCxnSpPr>
        <p:spPr>
          <a:xfrm>
            <a:off x="590450" y="4340600"/>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505" name="Google Shape;505;p10"/>
          <p:cNvCxnSpPr/>
          <p:nvPr/>
        </p:nvCxnSpPr>
        <p:spPr>
          <a:xfrm flipH="1" rot="10800000">
            <a:off x="7975" y="4332600"/>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506" name="Google Shape;506;p10"/>
          <p:cNvGrpSpPr/>
          <p:nvPr/>
        </p:nvGrpSpPr>
        <p:grpSpPr>
          <a:xfrm flipH="1">
            <a:off x="431725" y="4183775"/>
            <a:ext cx="292025" cy="292575"/>
            <a:chOff x="7353050" y="316275"/>
            <a:chExt cx="292025" cy="292575"/>
          </a:xfrm>
        </p:grpSpPr>
        <p:sp>
          <p:nvSpPr>
            <p:cNvPr id="507" name="Google Shape;507;p1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 name="Google Shape;511;p10"/>
          <p:cNvGrpSpPr/>
          <p:nvPr/>
        </p:nvGrpSpPr>
        <p:grpSpPr>
          <a:xfrm>
            <a:off x="1646714" y="4616575"/>
            <a:ext cx="293111" cy="293388"/>
            <a:chOff x="3164039" y="430875"/>
            <a:chExt cx="293111" cy="293388"/>
          </a:xfrm>
        </p:grpSpPr>
        <p:sp>
          <p:nvSpPr>
            <p:cNvPr id="512" name="Google Shape;512;p1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18" name="Google Shape;518;p10"/>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519" name="Google Shape;519;p10"/>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520" name="Google Shape;520;p10"/>
          <p:cNvGrpSpPr/>
          <p:nvPr/>
        </p:nvGrpSpPr>
        <p:grpSpPr>
          <a:xfrm>
            <a:off x="8064275" y="526925"/>
            <a:ext cx="581800" cy="582350"/>
            <a:chOff x="8064275" y="887850"/>
            <a:chExt cx="581800" cy="582350"/>
          </a:xfrm>
        </p:grpSpPr>
        <p:sp>
          <p:nvSpPr>
            <p:cNvPr id="521" name="Google Shape;521;p1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 name="Google Shape;527;p10"/>
          <p:cNvGrpSpPr/>
          <p:nvPr/>
        </p:nvGrpSpPr>
        <p:grpSpPr>
          <a:xfrm>
            <a:off x="7033875" y="170875"/>
            <a:ext cx="292025" cy="292575"/>
            <a:chOff x="7353050" y="316275"/>
            <a:chExt cx="292025" cy="292575"/>
          </a:xfrm>
        </p:grpSpPr>
        <p:sp>
          <p:nvSpPr>
            <p:cNvPr id="528" name="Google Shape;528;p1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 name="Google Shape;532;p10"/>
          <p:cNvGrpSpPr/>
          <p:nvPr/>
        </p:nvGrpSpPr>
        <p:grpSpPr>
          <a:xfrm>
            <a:off x="8757950" y="229650"/>
            <a:ext cx="175000" cy="175000"/>
            <a:chOff x="8792300" y="321275"/>
            <a:chExt cx="175000" cy="175000"/>
          </a:xfrm>
        </p:grpSpPr>
        <p:sp>
          <p:nvSpPr>
            <p:cNvPr id="533" name="Google Shape;533;p1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 name="Google Shape;537;p10"/>
          <p:cNvGrpSpPr/>
          <p:nvPr/>
        </p:nvGrpSpPr>
        <p:grpSpPr>
          <a:xfrm>
            <a:off x="8490050" y="170875"/>
            <a:ext cx="175013" cy="27000"/>
            <a:chOff x="5662375" y="212375"/>
            <a:chExt cx="175013" cy="27000"/>
          </a:xfrm>
        </p:grpSpPr>
        <p:sp>
          <p:nvSpPr>
            <p:cNvPr id="538" name="Google Shape;538;p1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 name="Google Shape;541;p10"/>
          <p:cNvGrpSpPr/>
          <p:nvPr/>
        </p:nvGrpSpPr>
        <p:grpSpPr>
          <a:xfrm>
            <a:off x="7916350" y="1124600"/>
            <a:ext cx="175013" cy="27000"/>
            <a:chOff x="5662375" y="212375"/>
            <a:chExt cx="175013" cy="27000"/>
          </a:xfrm>
        </p:grpSpPr>
        <p:sp>
          <p:nvSpPr>
            <p:cNvPr id="542" name="Google Shape;542;p1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5" name="Shape 545"/>
        <p:cNvGrpSpPr/>
        <p:nvPr/>
      </p:nvGrpSpPr>
      <p:grpSpPr>
        <a:xfrm>
          <a:off x="0" y="0"/>
          <a:ext cx="0" cy="0"/>
          <a:chOff x="0" y="0"/>
          <a:chExt cx="0" cy="0"/>
        </a:xfrm>
      </p:grpSpPr>
      <p:grpSp>
        <p:nvGrpSpPr>
          <p:cNvPr id="546" name="Google Shape;546;p11"/>
          <p:cNvGrpSpPr/>
          <p:nvPr/>
        </p:nvGrpSpPr>
        <p:grpSpPr>
          <a:xfrm rot="10800000">
            <a:off x="1954823" y="1124844"/>
            <a:ext cx="5234354" cy="3069144"/>
            <a:chOff x="1098425" y="237675"/>
            <a:chExt cx="5358675" cy="5174750"/>
          </a:xfrm>
        </p:grpSpPr>
        <p:sp>
          <p:nvSpPr>
            <p:cNvPr id="547" name="Google Shape;547;p11"/>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1"/>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1"/>
            <p:cNvSpPr/>
            <p:nvPr/>
          </p:nvSpPr>
          <p:spPr>
            <a:xfrm>
              <a:off x="1119425" y="238125"/>
              <a:ext cx="5331675" cy="5174300"/>
            </a:xfrm>
            <a:custGeom>
              <a:rect b="b" l="l" r="r" t="t"/>
              <a:pathLst>
                <a:path extrusionOk="0" h="206972" w="213267">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0" name="Google Shape;550;p11"/>
          <p:cNvSpPr txBox="1"/>
          <p:nvPr>
            <p:ph idx="1" type="subTitle"/>
          </p:nvPr>
        </p:nvSpPr>
        <p:spPr>
          <a:xfrm>
            <a:off x="3227832" y="2816352"/>
            <a:ext cx="2679300" cy="658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cxnSp>
        <p:nvCxnSpPr>
          <p:cNvPr id="551" name="Google Shape;551;p11"/>
          <p:cNvCxnSpPr/>
          <p:nvPr/>
        </p:nvCxnSpPr>
        <p:spPr>
          <a:xfrm rot="5400000">
            <a:off x="7269708" y="3324550"/>
            <a:ext cx="1133100" cy="306300"/>
          </a:xfrm>
          <a:prstGeom prst="straightConnector1">
            <a:avLst/>
          </a:prstGeom>
          <a:noFill/>
          <a:ln cap="flat" cmpd="sng" w="9525">
            <a:solidFill>
              <a:schemeClr val="dk1"/>
            </a:solidFill>
            <a:prstDash val="solid"/>
            <a:round/>
            <a:headEnd len="med" w="med" type="none"/>
            <a:tailEnd len="med" w="med" type="none"/>
          </a:ln>
        </p:spPr>
      </p:cxnSp>
      <p:cxnSp>
        <p:nvCxnSpPr>
          <p:cNvPr id="552" name="Google Shape;552;p11"/>
          <p:cNvCxnSpPr/>
          <p:nvPr/>
        </p:nvCxnSpPr>
        <p:spPr>
          <a:xfrm flipH="1" rot="-5400000">
            <a:off x="7181408" y="2082400"/>
            <a:ext cx="1342200" cy="315300"/>
          </a:xfrm>
          <a:prstGeom prst="straightConnector1">
            <a:avLst/>
          </a:prstGeom>
          <a:noFill/>
          <a:ln cap="flat" cmpd="sng" w="9525">
            <a:solidFill>
              <a:schemeClr val="dk1"/>
            </a:solidFill>
            <a:prstDash val="solid"/>
            <a:round/>
            <a:headEnd len="med" w="med" type="none"/>
            <a:tailEnd len="med" w="med" type="none"/>
          </a:ln>
        </p:spPr>
      </p:cxnSp>
      <p:cxnSp>
        <p:nvCxnSpPr>
          <p:cNvPr id="553" name="Google Shape;553;p11"/>
          <p:cNvCxnSpPr/>
          <p:nvPr/>
        </p:nvCxnSpPr>
        <p:spPr>
          <a:xfrm rot="5400000">
            <a:off x="7232433" y="736375"/>
            <a:ext cx="1332000" cy="392100"/>
          </a:xfrm>
          <a:prstGeom prst="straightConnector1">
            <a:avLst/>
          </a:prstGeom>
          <a:noFill/>
          <a:ln cap="flat" cmpd="sng" w="9525">
            <a:solidFill>
              <a:schemeClr val="dk1"/>
            </a:solidFill>
            <a:prstDash val="solid"/>
            <a:round/>
            <a:headEnd len="med" w="med" type="none"/>
            <a:tailEnd len="med" w="med" type="none"/>
          </a:ln>
        </p:spPr>
      </p:cxnSp>
      <p:cxnSp>
        <p:nvCxnSpPr>
          <p:cNvPr id="554" name="Google Shape;554;p11"/>
          <p:cNvCxnSpPr/>
          <p:nvPr/>
        </p:nvCxnSpPr>
        <p:spPr>
          <a:xfrm rot="5400000">
            <a:off x="8168433" y="-66600"/>
            <a:ext cx="273900" cy="407100"/>
          </a:xfrm>
          <a:prstGeom prst="straightConnector1">
            <a:avLst/>
          </a:prstGeom>
          <a:noFill/>
          <a:ln cap="flat" cmpd="sng" w="9525">
            <a:solidFill>
              <a:schemeClr val="dk1"/>
            </a:solidFill>
            <a:prstDash val="solid"/>
            <a:round/>
            <a:headEnd len="med" w="med" type="none"/>
            <a:tailEnd len="med" w="med" type="none"/>
          </a:ln>
        </p:spPr>
      </p:cxnSp>
      <p:grpSp>
        <p:nvGrpSpPr>
          <p:cNvPr id="555" name="Google Shape;555;p11"/>
          <p:cNvGrpSpPr/>
          <p:nvPr/>
        </p:nvGrpSpPr>
        <p:grpSpPr>
          <a:xfrm flipH="1" rot="5400000">
            <a:off x="7407333" y="1284925"/>
            <a:ext cx="581800" cy="582350"/>
            <a:chOff x="8064275" y="887850"/>
            <a:chExt cx="581800" cy="582350"/>
          </a:xfrm>
        </p:grpSpPr>
        <p:sp>
          <p:nvSpPr>
            <p:cNvPr id="556" name="Google Shape;556;p1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 name="Google Shape;562;p11"/>
          <p:cNvGrpSpPr/>
          <p:nvPr/>
        </p:nvGrpSpPr>
        <p:grpSpPr>
          <a:xfrm flipH="1" rot="5400000">
            <a:off x="7869720" y="2754200"/>
            <a:ext cx="292025" cy="292575"/>
            <a:chOff x="7353050" y="316275"/>
            <a:chExt cx="292025" cy="292575"/>
          </a:xfrm>
        </p:grpSpPr>
        <p:sp>
          <p:nvSpPr>
            <p:cNvPr id="563" name="Google Shape;563;p1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 name="Google Shape;567;p11"/>
          <p:cNvGrpSpPr/>
          <p:nvPr/>
        </p:nvGrpSpPr>
        <p:grpSpPr>
          <a:xfrm flipH="1" rot="5400000">
            <a:off x="8012458" y="178175"/>
            <a:ext cx="175000" cy="175000"/>
            <a:chOff x="8792300" y="321275"/>
            <a:chExt cx="175000" cy="175000"/>
          </a:xfrm>
        </p:grpSpPr>
        <p:sp>
          <p:nvSpPr>
            <p:cNvPr id="568" name="Google Shape;568;p1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 name="Google Shape;572;p11"/>
          <p:cNvGrpSpPr/>
          <p:nvPr/>
        </p:nvGrpSpPr>
        <p:grpSpPr>
          <a:xfrm rot="5400000">
            <a:off x="7551683" y="3879926"/>
            <a:ext cx="293111" cy="293388"/>
            <a:chOff x="3164039" y="430875"/>
            <a:chExt cx="293111" cy="293388"/>
          </a:xfrm>
        </p:grpSpPr>
        <p:sp>
          <p:nvSpPr>
            <p:cNvPr id="573" name="Google Shape;573;p1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 name="Google Shape;579;p11"/>
          <p:cNvGrpSpPr/>
          <p:nvPr/>
        </p:nvGrpSpPr>
        <p:grpSpPr>
          <a:xfrm flipH="1" rot="5400000">
            <a:off x="8259052" y="323144"/>
            <a:ext cx="175013" cy="27000"/>
            <a:chOff x="5662375" y="212375"/>
            <a:chExt cx="175013" cy="27000"/>
          </a:xfrm>
        </p:grpSpPr>
        <p:sp>
          <p:nvSpPr>
            <p:cNvPr id="580" name="Google Shape;580;p1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83" name="Google Shape;583;p11"/>
          <p:cNvCxnSpPr/>
          <p:nvPr/>
        </p:nvCxnSpPr>
        <p:spPr>
          <a:xfrm flipH="1" rot="5400000">
            <a:off x="740850" y="25983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584" name="Google Shape;584;p11"/>
          <p:cNvCxnSpPr/>
          <p:nvPr/>
        </p:nvCxnSpPr>
        <p:spPr>
          <a:xfrm rot="-5400000">
            <a:off x="847100" y="355400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585" name="Google Shape;585;p11"/>
          <p:cNvCxnSpPr/>
          <p:nvPr/>
        </p:nvCxnSpPr>
        <p:spPr>
          <a:xfrm flipH="1" rot="5400000">
            <a:off x="1105775" y="415125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586" name="Google Shape;586;p11"/>
          <p:cNvGrpSpPr/>
          <p:nvPr/>
        </p:nvGrpSpPr>
        <p:grpSpPr>
          <a:xfrm rot="5400000">
            <a:off x="621475" y="4062025"/>
            <a:ext cx="581800" cy="582350"/>
            <a:chOff x="8064275" y="887850"/>
            <a:chExt cx="581800" cy="582350"/>
          </a:xfrm>
        </p:grpSpPr>
        <p:sp>
          <p:nvSpPr>
            <p:cNvPr id="587" name="Google Shape;587;p1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 name="Google Shape;593;p11"/>
          <p:cNvGrpSpPr/>
          <p:nvPr/>
        </p:nvGrpSpPr>
        <p:grpSpPr>
          <a:xfrm rot="5400000">
            <a:off x="1482825" y="3350800"/>
            <a:ext cx="292025" cy="292575"/>
            <a:chOff x="7353050" y="316275"/>
            <a:chExt cx="292025" cy="292575"/>
          </a:xfrm>
        </p:grpSpPr>
        <p:sp>
          <p:nvSpPr>
            <p:cNvPr id="594" name="Google Shape;594;p1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 name="Google Shape;598;p11"/>
          <p:cNvGrpSpPr/>
          <p:nvPr/>
        </p:nvGrpSpPr>
        <p:grpSpPr>
          <a:xfrm rot="5400000">
            <a:off x="1595125" y="4790325"/>
            <a:ext cx="175000" cy="175000"/>
            <a:chOff x="8792300" y="321275"/>
            <a:chExt cx="175000" cy="175000"/>
          </a:xfrm>
        </p:grpSpPr>
        <p:sp>
          <p:nvSpPr>
            <p:cNvPr id="599" name="Google Shape;599;p1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3" name="Google Shape;603;p11"/>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1"/>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1"/>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1"/>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1"/>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1"/>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9" name="Google Shape;609;p11"/>
          <p:cNvGrpSpPr/>
          <p:nvPr/>
        </p:nvGrpSpPr>
        <p:grpSpPr>
          <a:xfrm rot="5400000">
            <a:off x="1701119" y="1515381"/>
            <a:ext cx="175013" cy="27000"/>
            <a:chOff x="5662375" y="212375"/>
            <a:chExt cx="175013" cy="27000"/>
          </a:xfrm>
        </p:grpSpPr>
        <p:sp>
          <p:nvSpPr>
            <p:cNvPr id="610" name="Google Shape;610;p1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 name="Google Shape;613;p11"/>
          <p:cNvGrpSpPr/>
          <p:nvPr/>
        </p:nvGrpSpPr>
        <p:grpSpPr>
          <a:xfrm rot="5400000">
            <a:off x="1819519" y="4562081"/>
            <a:ext cx="175013" cy="27000"/>
            <a:chOff x="5662375" y="212375"/>
            <a:chExt cx="175013" cy="27000"/>
          </a:xfrm>
        </p:grpSpPr>
        <p:sp>
          <p:nvSpPr>
            <p:cNvPr id="614" name="Google Shape;614;p1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 name="Google Shape;617;p11"/>
          <p:cNvGrpSpPr/>
          <p:nvPr/>
        </p:nvGrpSpPr>
        <p:grpSpPr>
          <a:xfrm rot="5400000">
            <a:off x="408594" y="4140781"/>
            <a:ext cx="175013" cy="27000"/>
            <a:chOff x="5662375" y="212375"/>
            <a:chExt cx="175013" cy="27000"/>
          </a:xfrm>
        </p:grpSpPr>
        <p:sp>
          <p:nvSpPr>
            <p:cNvPr id="618" name="Google Shape;618;p1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1" name="Google Shape;621;p11"/>
          <p:cNvSpPr txBox="1"/>
          <p:nvPr>
            <p:ph hasCustomPrompt="1" type="title"/>
          </p:nvPr>
        </p:nvSpPr>
        <p:spPr>
          <a:xfrm>
            <a:off x="2624328" y="2057400"/>
            <a:ext cx="3904500" cy="786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96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2" name="Shape 6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623" name="Shape 623"/>
        <p:cNvGrpSpPr/>
        <p:nvPr/>
      </p:nvGrpSpPr>
      <p:grpSpPr>
        <a:xfrm>
          <a:off x="0" y="0"/>
          <a:ext cx="0" cy="0"/>
          <a:chOff x="0" y="0"/>
          <a:chExt cx="0" cy="0"/>
        </a:xfrm>
      </p:grpSpPr>
      <p:sp>
        <p:nvSpPr>
          <p:cNvPr id="624" name="Google Shape;624;p13"/>
          <p:cNvSpPr txBox="1"/>
          <p:nvPr>
            <p:ph type="title"/>
          </p:nvPr>
        </p:nvSpPr>
        <p:spPr>
          <a:xfrm>
            <a:off x="5907024" y="356616"/>
            <a:ext cx="2615100" cy="576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800"/>
              <a:buNone/>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625" name="Google Shape;625;p13"/>
          <p:cNvSpPr txBox="1"/>
          <p:nvPr>
            <p:ph idx="1" type="subTitle"/>
          </p:nvPr>
        </p:nvSpPr>
        <p:spPr>
          <a:xfrm>
            <a:off x="1664208" y="429768"/>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26" name="Google Shape;626;p13"/>
          <p:cNvSpPr txBox="1"/>
          <p:nvPr>
            <p:ph idx="2" type="subTitle"/>
          </p:nvPr>
        </p:nvSpPr>
        <p:spPr>
          <a:xfrm>
            <a:off x="1664208" y="713232"/>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27" name="Google Shape;627;p13"/>
          <p:cNvSpPr txBox="1"/>
          <p:nvPr>
            <p:ph idx="3" type="subTitle"/>
          </p:nvPr>
        </p:nvSpPr>
        <p:spPr>
          <a:xfrm>
            <a:off x="1664208" y="1508760"/>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28" name="Google Shape;628;p13"/>
          <p:cNvSpPr txBox="1"/>
          <p:nvPr>
            <p:ph idx="4" type="subTitle"/>
          </p:nvPr>
        </p:nvSpPr>
        <p:spPr>
          <a:xfrm>
            <a:off x="1664208" y="1792224"/>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29" name="Google Shape;629;p13"/>
          <p:cNvSpPr txBox="1"/>
          <p:nvPr>
            <p:ph idx="5" type="subTitle"/>
          </p:nvPr>
        </p:nvSpPr>
        <p:spPr>
          <a:xfrm>
            <a:off x="1664208" y="2587752"/>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30" name="Google Shape;630;p13"/>
          <p:cNvSpPr txBox="1"/>
          <p:nvPr>
            <p:ph idx="6" type="subTitle"/>
          </p:nvPr>
        </p:nvSpPr>
        <p:spPr>
          <a:xfrm>
            <a:off x="1664208" y="2871216"/>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31" name="Google Shape;631;p13"/>
          <p:cNvSpPr txBox="1"/>
          <p:nvPr>
            <p:ph idx="7" type="subTitle"/>
          </p:nvPr>
        </p:nvSpPr>
        <p:spPr>
          <a:xfrm>
            <a:off x="1664208" y="3666744"/>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32" name="Google Shape;632;p13"/>
          <p:cNvSpPr txBox="1"/>
          <p:nvPr>
            <p:ph idx="8" type="subTitle"/>
          </p:nvPr>
        </p:nvSpPr>
        <p:spPr>
          <a:xfrm>
            <a:off x="1664208" y="3950208"/>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33" name="Google Shape;633;p13"/>
          <p:cNvSpPr txBox="1"/>
          <p:nvPr>
            <p:ph hasCustomPrompt="1" idx="9" type="title"/>
          </p:nvPr>
        </p:nvSpPr>
        <p:spPr>
          <a:xfrm>
            <a:off x="813816" y="722376"/>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p:nvPr>
            <p:ph hasCustomPrompt="1" idx="13" type="title"/>
          </p:nvPr>
        </p:nvSpPr>
        <p:spPr>
          <a:xfrm>
            <a:off x="813816" y="1801368"/>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p:nvPr>
            <p:ph hasCustomPrompt="1" idx="14" type="title"/>
          </p:nvPr>
        </p:nvSpPr>
        <p:spPr>
          <a:xfrm>
            <a:off x="813816" y="2880360"/>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p:nvPr>
            <p:ph hasCustomPrompt="1" idx="15" type="title"/>
          </p:nvPr>
        </p:nvSpPr>
        <p:spPr>
          <a:xfrm>
            <a:off x="813816" y="3959352"/>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p:cSld name="CUSTOM_1">
    <p:spTree>
      <p:nvGrpSpPr>
        <p:cNvPr id="637" name="Shape 637"/>
        <p:cNvGrpSpPr/>
        <p:nvPr/>
      </p:nvGrpSpPr>
      <p:grpSpPr>
        <a:xfrm>
          <a:off x="0" y="0"/>
          <a:ext cx="0" cy="0"/>
          <a:chOff x="0" y="0"/>
          <a:chExt cx="0" cy="0"/>
        </a:xfrm>
      </p:grpSpPr>
      <p:sp>
        <p:nvSpPr>
          <p:cNvPr id="638" name="Google Shape;638;p14"/>
          <p:cNvSpPr txBox="1"/>
          <p:nvPr>
            <p:ph type="title"/>
          </p:nvPr>
        </p:nvSpPr>
        <p:spPr>
          <a:xfrm>
            <a:off x="1719072" y="338328"/>
            <a:ext cx="5577900" cy="594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639" name="Google Shape;639;p14"/>
          <p:cNvSpPr txBox="1"/>
          <p:nvPr>
            <p:ph idx="1" type="subTitle"/>
          </p:nvPr>
        </p:nvSpPr>
        <p:spPr>
          <a:xfrm>
            <a:off x="3694176" y="2414016"/>
            <a:ext cx="1764900" cy="32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40" name="Google Shape;640;p14"/>
          <p:cNvSpPr txBox="1"/>
          <p:nvPr>
            <p:ph idx="2" type="subTitle"/>
          </p:nvPr>
        </p:nvSpPr>
        <p:spPr>
          <a:xfrm>
            <a:off x="1024128" y="2414016"/>
            <a:ext cx="1764900" cy="32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41" name="Google Shape;641;p14"/>
          <p:cNvSpPr txBox="1"/>
          <p:nvPr>
            <p:ph idx="3" type="subTitle"/>
          </p:nvPr>
        </p:nvSpPr>
        <p:spPr>
          <a:xfrm>
            <a:off x="6355080" y="2414016"/>
            <a:ext cx="1764900" cy="32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42" name="Google Shape;642;p14"/>
          <p:cNvSpPr txBox="1"/>
          <p:nvPr>
            <p:ph idx="4" type="subTitle"/>
          </p:nvPr>
        </p:nvSpPr>
        <p:spPr>
          <a:xfrm>
            <a:off x="3694176" y="2825496"/>
            <a:ext cx="1764900" cy="107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43" name="Google Shape;643;p14"/>
          <p:cNvSpPr txBox="1"/>
          <p:nvPr>
            <p:ph idx="5" type="subTitle"/>
          </p:nvPr>
        </p:nvSpPr>
        <p:spPr>
          <a:xfrm>
            <a:off x="1024128" y="2825496"/>
            <a:ext cx="1764900" cy="107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44" name="Google Shape;644;p14"/>
          <p:cNvSpPr txBox="1"/>
          <p:nvPr>
            <p:ph idx="6" type="subTitle"/>
          </p:nvPr>
        </p:nvSpPr>
        <p:spPr>
          <a:xfrm>
            <a:off x="6355080" y="2825496"/>
            <a:ext cx="1764900" cy="107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cap="flat" cmpd="sng" w="9525">
              <a:solidFill>
                <a:schemeClr val="dk1"/>
              </a:solidFill>
              <a:prstDash val="solid"/>
              <a:round/>
              <a:headEnd len="med" w="med" type="none"/>
              <a:tailEnd len="med" w="med" type="none"/>
            </a:ln>
          </p:spPr>
        </p:cxnSp>
        <p:cxnSp>
          <p:nvCxnSpPr>
            <p:cNvPr id="647" name="Google Shape;647;p14"/>
            <p:cNvCxnSpPr/>
            <p:nvPr/>
          </p:nvCxnSpPr>
          <p:spPr>
            <a:xfrm>
              <a:off x="8666025" y="-1158"/>
              <a:ext cx="0" cy="1902000"/>
            </a:xfrm>
            <a:prstGeom prst="straightConnector1">
              <a:avLst/>
            </a:prstGeom>
            <a:noFill/>
            <a:ln cap="flat" cmpd="sng" w="9525">
              <a:solidFill>
                <a:schemeClr val="dk1"/>
              </a:solidFill>
              <a:prstDash val="solid"/>
              <a:round/>
              <a:headEnd len="med" w="med" type="none"/>
              <a:tailEnd len="med" w="med" type="none"/>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of text">
  <p:cSld name="CUSTOM_2">
    <p:spTree>
      <p:nvGrpSpPr>
        <p:cNvPr id="665" name="Shape 665"/>
        <p:cNvGrpSpPr/>
        <p:nvPr/>
      </p:nvGrpSpPr>
      <p:grpSpPr>
        <a:xfrm>
          <a:off x="0" y="0"/>
          <a:ext cx="0" cy="0"/>
          <a:chOff x="0" y="0"/>
          <a:chExt cx="0" cy="0"/>
        </a:xfrm>
      </p:grpSpPr>
      <p:sp>
        <p:nvSpPr>
          <p:cNvPr id="666" name="Google Shape;666;p15"/>
          <p:cNvSpPr txBox="1"/>
          <p:nvPr>
            <p:ph type="title"/>
          </p:nvPr>
        </p:nvSpPr>
        <p:spPr>
          <a:xfrm>
            <a:off x="1568775" y="442350"/>
            <a:ext cx="6006300" cy="59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667" name="Google Shape;667;p15"/>
          <p:cNvSpPr txBox="1"/>
          <p:nvPr>
            <p:ph idx="1" type="subTitle"/>
          </p:nvPr>
        </p:nvSpPr>
        <p:spPr>
          <a:xfrm>
            <a:off x="1709928" y="1545336"/>
            <a:ext cx="19452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68" name="Google Shape;668;p15"/>
          <p:cNvSpPr txBox="1"/>
          <p:nvPr>
            <p:ph idx="2" type="subTitle"/>
          </p:nvPr>
        </p:nvSpPr>
        <p:spPr>
          <a:xfrm>
            <a:off x="1709928" y="1938528"/>
            <a:ext cx="19452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669" name="Google Shape;669;p15"/>
          <p:cNvSpPr txBox="1"/>
          <p:nvPr>
            <p:ph idx="3" type="subTitle"/>
          </p:nvPr>
        </p:nvSpPr>
        <p:spPr>
          <a:xfrm>
            <a:off x="5468112" y="1545336"/>
            <a:ext cx="19476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70" name="Google Shape;670;p15"/>
          <p:cNvSpPr txBox="1"/>
          <p:nvPr>
            <p:ph idx="4" type="subTitle"/>
          </p:nvPr>
        </p:nvSpPr>
        <p:spPr>
          <a:xfrm>
            <a:off x="5468112" y="1938528"/>
            <a:ext cx="19476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671" name="Google Shape;671;p15"/>
          <p:cNvSpPr txBox="1"/>
          <p:nvPr>
            <p:ph idx="5" type="subTitle"/>
          </p:nvPr>
        </p:nvSpPr>
        <p:spPr>
          <a:xfrm>
            <a:off x="2825496" y="3200400"/>
            <a:ext cx="19452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72" name="Google Shape;672;p15"/>
          <p:cNvSpPr txBox="1"/>
          <p:nvPr>
            <p:ph idx="6" type="subTitle"/>
          </p:nvPr>
        </p:nvSpPr>
        <p:spPr>
          <a:xfrm>
            <a:off x="2825496" y="3593592"/>
            <a:ext cx="19452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673" name="Google Shape;673;p15"/>
          <p:cNvSpPr txBox="1"/>
          <p:nvPr>
            <p:ph idx="7" type="subTitle"/>
          </p:nvPr>
        </p:nvSpPr>
        <p:spPr>
          <a:xfrm>
            <a:off x="6464808" y="3200400"/>
            <a:ext cx="19935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74" name="Google Shape;674;p15"/>
          <p:cNvSpPr txBox="1"/>
          <p:nvPr>
            <p:ph idx="8" type="subTitle"/>
          </p:nvPr>
        </p:nvSpPr>
        <p:spPr>
          <a:xfrm>
            <a:off x="6464808" y="3593592"/>
            <a:ext cx="19935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cxnSp>
        <p:nvCxnSpPr>
          <p:cNvPr id="675" name="Google Shape;675;p15"/>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676" name="Google Shape;676;p15"/>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677" name="Google Shape;677;p15"/>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5"/>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5"/>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5"/>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5"/>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5"/>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94" name="Google Shape;694;p15"/>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2">
  <p:cSld name="CUSTOM_7">
    <p:spTree>
      <p:nvGrpSpPr>
        <p:cNvPr id="711" name="Shape 711"/>
        <p:cNvGrpSpPr/>
        <p:nvPr/>
      </p:nvGrpSpPr>
      <p:grpSpPr>
        <a:xfrm>
          <a:off x="0" y="0"/>
          <a:ext cx="0" cy="0"/>
          <a:chOff x="0" y="0"/>
          <a:chExt cx="0" cy="0"/>
        </a:xfrm>
      </p:grpSpPr>
      <p:cxnSp>
        <p:nvCxnSpPr>
          <p:cNvPr id="712" name="Google Shape;712;p16"/>
          <p:cNvCxnSpPr/>
          <p:nvPr/>
        </p:nvCxnSpPr>
        <p:spPr>
          <a:xfrm>
            <a:off x="590450" y="4340600"/>
            <a:ext cx="670200" cy="423000"/>
          </a:xfrm>
          <a:prstGeom prst="straightConnector1">
            <a:avLst/>
          </a:prstGeom>
          <a:noFill/>
          <a:ln cap="flat" cmpd="sng" w="9525">
            <a:solidFill>
              <a:schemeClr val="dk1"/>
            </a:solidFill>
            <a:prstDash val="solid"/>
            <a:round/>
            <a:headEnd len="med" w="med" type="none"/>
            <a:tailEnd len="med" w="med" type="none"/>
          </a:ln>
        </p:spPr>
      </p:cxnSp>
      <p:sp>
        <p:nvSpPr>
          <p:cNvPr id="713" name="Google Shape;713;p16"/>
          <p:cNvSpPr txBox="1"/>
          <p:nvPr>
            <p:ph type="title"/>
          </p:nvPr>
        </p:nvSpPr>
        <p:spPr>
          <a:xfrm>
            <a:off x="2208175" y="342775"/>
            <a:ext cx="4727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714" name="Google Shape;714;p16"/>
          <p:cNvCxnSpPr/>
          <p:nvPr/>
        </p:nvCxnSpPr>
        <p:spPr>
          <a:xfrm flipH="1" rot="10800000">
            <a:off x="0" y="4332550"/>
            <a:ext cx="590700" cy="663900"/>
          </a:xfrm>
          <a:prstGeom prst="straightConnector1">
            <a:avLst/>
          </a:prstGeom>
          <a:noFill/>
          <a:ln cap="flat" cmpd="sng" w="9525">
            <a:solidFill>
              <a:schemeClr val="dk1"/>
            </a:solidFill>
            <a:prstDash val="solid"/>
            <a:round/>
            <a:headEnd len="med" w="med" type="none"/>
            <a:tailEnd len="med" w="med" type="none"/>
          </a:ln>
        </p:spPr>
      </p:cxnSp>
      <p:grpSp>
        <p:nvGrpSpPr>
          <p:cNvPr id="715" name="Google Shape;715;p16"/>
          <p:cNvGrpSpPr/>
          <p:nvPr/>
        </p:nvGrpSpPr>
        <p:grpSpPr>
          <a:xfrm flipH="1">
            <a:off x="431725" y="4183775"/>
            <a:ext cx="292025" cy="292575"/>
            <a:chOff x="7353050" y="316275"/>
            <a:chExt cx="292025" cy="292575"/>
          </a:xfrm>
        </p:grpSpPr>
        <p:sp>
          <p:nvSpPr>
            <p:cNvPr id="716" name="Google Shape;716;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 name="Google Shape;720;p16"/>
          <p:cNvGrpSpPr/>
          <p:nvPr/>
        </p:nvGrpSpPr>
        <p:grpSpPr>
          <a:xfrm>
            <a:off x="1075789" y="4604675"/>
            <a:ext cx="293111" cy="293388"/>
            <a:chOff x="3164039" y="430875"/>
            <a:chExt cx="293111" cy="293388"/>
          </a:xfrm>
        </p:grpSpPr>
        <p:sp>
          <p:nvSpPr>
            <p:cNvPr id="721" name="Google Shape;721;p16"/>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6"/>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6"/>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6"/>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6"/>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6"/>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27" name="Google Shape;727;p16"/>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728" name="Google Shape;728;p16"/>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729" name="Google Shape;729;p16"/>
          <p:cNvGrpSpPr/>
          <p:nvPr/>
        </p:nvGrpSpPr>
        <p:grpSpPr>
          <a:xfrm>
            <a:off x="8064275" y="526925"/>
            <a:ext cx="581800" cy="582350"/>
            <a:chOff x="8064275" y="887850"/>
            <a:chExt cx="581800" cy="582350"/>
          </a:xfrm>
        </p:grpSpPr>
        <p:sp>
          <p:nvSpPr>
            <p:cNvPr id="730" name="Google Shape;730;p1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 name="Google Shape;736;p16"/>
          <p:cNvGrpSpPr/>
          <p:nvPr/>
        </p:nvGrpSpPr>
        <p:grpSpPr>
          <a:xfrm>
            <a:off x="7033875" y="170875"/>
            <a:ext cx="292025" cy="292575"/>
            <a:chOff x="7353050" y="316275"/>
            <a:chExt cx="292025" cy="292575"/>
          </a:xfrm>
        </p:grpSpPr>
        <p:sp>
          <p:nvSpPr>
            <p:cNvPr id="737" name="Google Shape;737;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 name="Google Shape;741;p16"/>
          <p:cNvGrpSpPr/>
          <p:nvPr/>
        </p:nvGrpSpPr>
        <p:grpSpPr>
          <a:xfrm>
            <a:off x="8757950" y="229650"/>
            <a:ext cx="175000" cy="175000"/>
            <a:chOff x="8792300" y="321275"/>
            <a:chExt cx="175000" cy="175000"/>
          </a:xfrm>
        </p:grpSpPr>
        <p:sp>
          <p:nvSpPr>
            <p:cNvPr id="742" name="Google Shape;742;p1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 name="Google Shape;746;p16"/>
          <p:cNvGrpSpPr/>
          <p:nvPr/>
        </p:nvGrpSpPr>
        <p:grpSpPr>
          <a:xfrm>
            <a:off x="8490050" y="170875"/>
            <a:ext cx="175013" cy="27000"/>
            <a:chOff x="5662375" y="212375"/>
            <a:chExt cx="175013" cy="27000"/>
          </a:xfrm>
        </p:grpSpPr>
        <p:sp>
          <p:nvSpPr>
            <p:cNvPr id="747" name="Google Shape;747;p1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 name="Google Shape;750;p16"/>
          <p:cNvGrpSpPr/>
          <p:nvPr/>
        </p:nvGrpSpPr>
        <p:grpSpPr>
          <a:xfrm>
            <a:off x="7916350" y="1124600"/>
            <a:ext cx="175013" cy="27000"/>
            <a:chOff x="5662375" y="212375"/>
            <a:chExt cx="175013" cy="27000"/>
          </a:xfrm>
        </p:grpSpPr>
        <p:sp>
          <p:nvSpPr>
            <p:cNvPr id="751" name="Google Shape;751;p1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4" name="Google Shape;754;p16"/>
          <p:cNvSpPr txBox="1"/>
          <p:nvPr>
            <p:ph idx="1" type="subTitle"/>
          </p:nvPr>
        </p:nvSpPr>
        <p:spPr>
          <a:xfrm>
            <a:off x="6217920" y="1819656"/>
            <a:ext cx="1636800" cy="356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755" name="Google Shape;755;p16"/>
          <p:cNvSpPr txBox="1"/>
          <p:nvPr>
            <p:ph idx="2" type="subTitle"/>
          </p:nvPr>
        </p:nvSpPr>
        <p:spPr>
          <a:xfrm>
            <a:off x="3749040" y="1252728"/>
            <a:ext cx="1636800" cy="356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756" name="Google Shape;756;p16"/>
          <p:cNvSpPr txBox="1"/>
          <p:nvPr>
            <p:ph idx="3" type="subTitle"/>
          </p:nvPr>
        </p:nvSpPr>
        <p:spPr>
          <a:xfrm>
            <a:off x="1289304" y="1819656"/>
            <a:ext cx="1636800" cy="356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757" name="Google Shape;757;p16"/>
          <p:cNvSpPr txBox="1"/>
          <p:nvPr>
            <p:ph idx="4" type="subTitle"/>
          </p:nvPr>
        </p:nvSpPr>
        <p:spPr>
          <a:xfrm>
            <a:off x="6217920" y="2139696"/>
            <a:ext cx="1636800" cy="877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defRPr>
            </a:lvl1pPr>
            <a:lvl2pPr lvl="1" rtl="0" algn="ctr">
              <a:spcBef>
                <a:spcPts val="0"/>
              </a:spcBef>
              <a:spcAft>
                <a:spcPts val="0"/>
              </a:spcAft>
              <a:buNone/>
              <a:defRPr sz="1600">
                <a:solidFill>
                  <a:schemeClr val="dk2"/>
                </a:solidFill>
              </a:defRPr>
            </a:lvl2pPr>
            <a:lvl3pPr lvl="2" rtl="0" algn="ctr">
              <a:spcBef>
                <a:spcPts val="0"/>
              </a:spcBef>
              <a:spcAft>
                <a:spcPts val="0"/>
              </a:spcAft>
              <a:buNone/>
              <a:defRPr sz="1600">
                <a:solidFill>
                  <a:schemeClr val="dk2"/>
                </a:solidFill>
              </a:defRPr>
            </a:lvl3pPr>
            <a:lvl4pPr lvl="3" rtl="0" algn="ctr">
              <a:spcBef>
                <a:spcPts val="0"/>
              </a:spcBef>
              <a:spcAft>
                <a:spcPts val="0"/>
              </a:spcAft>
              <a:buNone/>
              <a:defRPr sz="1600">
                <a:solidFill>
                  <a:schemeClr val="dk2"/>
                </a:solidFill>
              </a:defRPr>
            </a:lvl4pPr>
            <a:lvl5pPr lvl="4" rtl="0" algn="ctr">
              <a:spcBef>
                <a:spcPts val="0"/>
              </a:spcBef>
              <a:spcAft>
                <a:spcPts val="0"/>
              </a:spcAft>
              <a:buNone/>
              <a:defRPr sz="1600">
                <a:solidFill>
                  <a:schemeClr val="dk2"/>
                </a:solidFill>
              </a:defRPr>
            </a:lvl5pPr>
            <a:lvl6pPr lvl="5" rtl="0" algn="ctr">
              <a:spcBef>
                <a:spcPts val="0"/>
              </a:spcBef>
              <a:spcAft>
                <a:spcPts val="0"/>
              </a:spcAft>
              <a:buNone/>
              <a:defRPr sz="1600">
                <a:solidFill>
                  <a:schemeClr val="dk2"/>
                </a:solidFill>
              </a:defRPr>
            </a:lvl6pPr>
            <a:lvl7pPr lvl="6" rtl="0" algn="ctr">
              <a:spcBef>
                <a:spcPts val="0"/>
              </a:spcBef>
              <a:spcAft>
                <a:spcPts val="0"/>
              </a:spcAft>
              <a:buNone/>
              <a:defRPr sz="1600">
                <a:solidFill>
                  <a:schemeClr val="dk2"/>
                </a:solidFill>
              </a:defRPr>
            </a:lvl7pPr>
            <a:lvl8pPr lvl="7" rtl="0" algn="ctr">
              <a:spcBef>
                <a:spcPts val="0"/>
              </a:spcBef>
              <a:spcAft>
                <a:spcPts val="0"/>
              </a:spcAft>
              <a:buNone/>
              <a:defRPr sz="1600">
                <a:solidFill>
                  <a:schemeClr val="dk2"/>
                </a:solidFill>
              </a:defRPr>
            </a:lvl8pPr>
            <a:lvl9pPr lvl="8" rtl="0" algn="ctr">
              <a:spcBef>
                <a:spcPts val="0"/>
              </a:spcBef>
              <a:spcAft>
                <a:spcPts val="0"/>
              </a:spcAft>
              <a:buNone/>
              <a:defRPr sz="1600">
                <a:solidFill>
                  <a:schemeClr val="dk2"/>
                </a:solidFill>
              </a:defRPr>
            </a:lvl9pPr>
          </a:lstStyle>
          <a:p/>
        </p:txBody>
      </p:sp>
      <p:sp>
        <p:nvSpPr>
          <p:cNvPr id="758" name="Google Shape;758;p16"/>
          <p:cNvSpPr txBox="1"/>
          <p:nvPr>
            <p:ph idx="5" type="subTitle"/>
          </p:nvPr>
        </p:nvSpPr>
        <p:spPr>
          <a:xfrm>
            <a:off x="3749040" y="1581912"/>
            <a:ext cx="1636800" cy="877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759" name="Google Shape;759;p16"/>
          <p:cNvSpPr txBox="1"/>
          <p:nvPr>
            <p:ph idx="6" type="subTitle"/>
          </p:nvPr>
        </p:nvSpPr>
        <p:spPr>
          <a:xfrm>
            <a:off x="1289304" y="2139696"/>
            <a:ext cx="1636800" cy="877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of text">
  <p:cSld name="CUSTOM_8">
    <p:spTree>
      <p:nvGrpSpPr>
        <p:cNvPr id="760" name="Shape 760"/>
        <p:cNvGrpSpPr/>
        <p:nvPr/>
      </p:nvGrpSpPr>
      <p:grpSpPr>
        <a:xfrm>
          <a:off x="0" y="0"/>
          <a:ext cx="0" cy="0"/>
          <a:chOff x="0" y="0"/>
          <a:chExt cx="0" cy="0"/>
        </a:xfrm>
      </p:grpSpPr>
      <p:sp>
        <p:nvSpPr>
          <p:cNvPr id="761" name="Google Shape;761;p17"/>
          <p:cNvSpPr txBox="1"/>
          <p:nvPr>
            <p:ph type="title"/>
          </p:nvPr>
        </p:nvSpPr>
        <p:spPr>
          <a:xfrm>
            <a:off x="3090672" y="338328"/>
            <a:ext cx="2962800" cy="576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762" name="Google Shape;762;p17"/>
          <p:cNvSpPr txBox="1"/>
          <p:nvPr>
            <p:ph idx="1" type="subTitle"/>
          </p:nvPr>
        </p:nvSpPr>
        <p:spPr>
          <a:xfrm>
            <a:off x="1522425" y="1588336"/>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3" name="Google Shape;763;p17"/>
          <p:cNvSpPr txBox="1"/>
          <p:nvPr>
            <p:ph idx="2" type="subTitle"/>
          </p:nvPr>
        </p:nvSpPr>
        <p:spPr>
          <a:xfrm>
            <a:off x="1522425" y="1928169"/>
            <a:ext cx="17649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64" name="Google Shape;764;p17"/>
          <p:cNvSpPr txBox="1"/>
          <p:nvPr>
            <p:ph idx="3" type="subTitle"/>
          </p:nvPr>
        </p:nvSpPr>
        <p:spPr>
          <a:xfrm>
            <a:off x="3689552" y="1588336"/>
            <a:ext cx="17649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5" name="Google Shape;765;p17"/>
          <p:cNvSpPr txBox="1"/>
          <p:nvPr>
            <p:ph idx="4" type="subTitle"/>
          </p:nvPr>
        </p:nvSpPr>
        <p:spPr>
          <a:xfrm>
            <a:off x="3689552" y="1928169"/>
            <a:ext cx="17649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p:txBody>
      </p:sp>
      <p:sp>
        <p:nvSpPr>
          <p:cNvPr id="766" name="Google Shape;766;p17"/>
          <p:cNvSpPr txBox="1"/>
          <p:nvPr>
            <p:ph idx="5" type="subTitle"/>
          </p:nvPr>
        </p:nvSpPr>
        <p:spPr>
          <a:xfrm>
            <a:off x="5856675" y="1588336"/>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7" name="Google Shape;767;p17"/>
          <p:cNvSpPr txBox="1"/>
          <p:nvPr>
            <p:ph idx="6" type="subTitle"/>
          </p:nvPr>
        </p:nvSpPr>
        <p:spPr>
          <a:xfrm>
            <a:off x="5856675" y="1928169"/>
            <a:ext cx="17649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68" name="Google Shape;768;p17"/>
          <p:cNvSpPr txBox="1"/>
          <p:nvPr>
            <p:ph idx="7" type="subTitle"/>
          </p:nvPr>
        </p:nvSpPr>
        <p:spPr>
          <a:xfrm>
            <a:off x="1522425" y="3215958"/>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9" name="Google Shape;769;p17"/>
          <p:cNvSpPr txBox="1"/>
          <p:nvPr>
            <p:ph idx="8" type="subTitle"/>
          </p:nvPr>
        </p:nvSpPr>
        <p:spPr>
          <a:xfrm>
            <a:off x="1522425" y="3556017"/>
            <a:ext cx="1764900" cy="6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70" name="Google Shape;770;p17"/>
          <p:cNvSpPr txBox="1"/>
          <p:nvPr>
            <p:ph idx="9" type="subTitle"/>
          </p:nvPr>
        </p:nvSpPr>
        <p:spPr>
          <a:xfrm>
            <a:off x="3597450" y="3215961"/>
            <a:ext cx="19491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71" name="Google Shape;771;p17"/>
          <p:cNvSpPr txBox="1"/>
          <p:nvPr>
            <p:ph idx="13" type="subTitle"/>
          </p:nvPr>
        </p:nvSpPr>
        <p:spPr>
          <a:xfrm>
            <a:off x="3597500" y="3556017"/>
            <a:ext cx="1949100" cy="6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72" name="Google Shape;772;p17"/>
          <p:cNvSpPr txBox="1"/>
          <p:nvPr>
            <p:ph idx="14" type="subTitle"/>
          </p:nvPr>
        </p:nvSpPr>
        <p:spPr>
          <a:xfrm>
            <a:off x="5856675" y="3215958"/>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73" name="Google Shape;773;p17"/>
          <p:cNvSpPr txBox="1"/>
          <p:nvPr>
            <p:ph idx="15" type="subTitle"/>
          </p:nvPr>
        </p:nvSpPr>
        <p:spPr>
          <a:xfrm>
            <a:off x="5856675" y="3556017"/>
            <a:ext cx="1764900" cy="6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cxnSp>
        <p:nvCxnSpPr>
          <p:cNvPr id="774" name="Google Shape;774;p17"/>
          <p:cNvCxnSpPr/>
          <p:nvPr/>
        </p:nvCxnSpPr>
        <p:spPr>
          <a:xfrm>
            <a:off x="2904283" y="4513075"/>
            <a:ext cx="1133100" cy="306300"/>
          </a:xfrm>
          <a:prstGeom prst="straightConnector1">
            <a:avLst/>
          </a:prstGeom>
          <a:noFill/>
          <a:ln cap="flat" cmpd="sng" w="9525">
            <a:solidFill>
              <a:schemeClr val="dk1"/>
            </a:solidFill>
            <a:prstDash val="solid"/>
            <a:round/>
            <a:headEnd len="med" w="med" type="none"/>
            <a:tailEnd len="med" w="med" type="none"/>
          </a:ln>
        </p:spPr>
      </p:cxnSp>
      <p:cxnSp>
        <p:nvCxnSpPr>
          <p:cNvPr id="775" name="Google Shape;775;p17"/>
          <p:cNvCxnSpPr/>
          <p:nvPr/>
        </p:nvCxnSpPr>
        <p:spPr>
          <a:xfrm flipH="1" rot="10800000">
            <a:off x="1562083" y="4492325"/>
            <a:ext cx="1342200" cy="315300"/>
          </a:xfrm>
          <a:prstGeom prst="straightConnector1">
            <a:avLst/>
          </a:prstGeom>
          <a:noFill/>
          <a:ln cap="flat" cmpd="sng" w="9525">
            <a:solidFill>
              <a:schemeClr val="dk1"/>
            </a:solidFill>
            <a:prstDash val="solid"/>
            <a:round/>
            <a:headEnd len="med" w="med" type="none"/>
            <a:tailEnd len="med" w="med" type="none"/>
          </a:ln>
        </p:spPr>
      </p:cxnSp>
      <p:cxnSp>
        <p:nvCxnSpPr>
          <p:cNvPr id="776" name="Google Shape;776;p17"/>
          <p:cNvCxnSpPr/>
          <p:nvPr/>
        </p:nvCxnSpPr>
        <p:spPr>
          <a:xfrm>
            <a:off x="259558" y="4408000"/>
            <a:ext cx="1332000" cy="392100"/>
          </a:xfrm>
          <a:prstGeom prst="straightConnector1">
            <a:avLst/>
          </a:prstGeom>
          <a:noFill/>
          <a:ln cap="flat" cmpd="sng" w="9525">
            <a:solidFill>
              <a:schemeClr val="dk1"/>
            </a:solidFill>
            <a:prstDash val="solid"/>
            <a:round/>
            <a:headEnd len="med" w="med" type="none"/>
            <a:tailEnd len="med" w="med" type="none"/>
          </a:ln>
        </p:spPr>
      </p:cxnSp>
      <p:cxnSp>
        <p:nvCxnSpPr>
          <p:cNvPr id="777" name="Google Shape;777;p17"/>
          <p:cNvCxnSpPr/>
          <p:nvPr/>
        </p:nvCxnSpPr>
        <p:spPr>
          <a:xfrm>
            <a:off x="-6867" y="3993550"/>
            <a:ext cx="273900" cy="407100"/>
          </a:xfrm>
          <a:prstGeom prst="straightConnector1">
            <a:avLst/>
          </a:prstGeom>
          <a:noFill/>
          <a:ln cap="flat" cmpd="sng" w="9525">
            <a:solidFill>
              <a:schemeClr val="dk1"/>
            </a:solidFill>
            <a:prstDash val="solid"/>
            <a:round/>
            <a:headEnd len="med" w="med" type="none"/>
            <a:tailEnd len="med" w="med" type="none"/>
          </a:ln>
        </p:spPr>
      </p:cxnSp>
      <p:grpSp>
        <p:nvGrpSpPr>
          <p:cNvPr id="778" name="Google Shape;778;p17"/>
          <p:cNvGrpSpPr/>
          <p:nvPr/>
        </p:nvGrpSpPr>
        <p:grpSpPr>
          <a:xfrm flipH="1">
            <a:off x="1278333" y="4513075"/>
            <a:ext cx="581800" cy="582350"/>
            <a:chOff x="8064275" y="887850"/>
            <a:chExt cx="581800" cy="582350"/>
          </a:xfrm>
        </p:grpSpPr>
        <p:sp>
          <p:nvSpPr>
            <p:cNvPr id="779" name="Google Shape;779;p1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5" name="Google Shape;785;p17"/>
          <p:cNvGrpSpPr/>
          <p:nvPr/>
        </p:nvGrpSpPr>
        <p:grpSpPr>
          <a:xfrm flipH="1">
            <a:off x="2747608" y="4340463"/>
            <a:ext cx="292025" cy="292575"/>
            <a:chOff x="7353050" y="316275"/>
            <a:chExt cx="292025" cy="292575"/>
          </a:xfrm>
        </p:grpSpPr>
        <p:sp>
          <p:nvSpPr>
            <p:cNvPr id="786" name="Google Shape;786;p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0" name="Google Shape;790;p17"/>
          <p:cNvGrpSpPr/>
          <p:nvPr/>
        </p:nvGrpSpPr>
        <p:grpSpPr>
          <a:xfrm flipH="1">
            <a:off x="171308" y="4315025"/>
            <a:ext cx="175000" cy="175000"/>
            <a:chOff x="8792300" y="321275"/>
            <a:chExt cx="175000" cy="175000"/>
          </a:xfrm>
        </p:grpSpPr>
        <p:sp>
          <p:nvSpPr>
            <p:cNvPr id="791" name="Google Shape;791;p1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 name="Google Shape;795;p17"/>
          <p:cNvGrpSpPr/>
          <p:nvPr/>
        </p:nvGrpSpPr>
        <p:grpSpPr>
          <a:xfrm>
            <a:off x="3873197" y="4657550"/>
            <a:ext cx="293111" cy="293388"/>
            <a:chOff x="3164039" y="430875"/>
            <a:chExt cx="293111" cy="293388"/>
          </a:xfrm>
        </p:grpSpPr>
        <p:sp>
          <p:nvSpPr>
            <p:cNvPr id="796" name="Google Shape;796;p1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2" name="Google Shape;802;p17"/>
          <p:cNvGrpSpPr/>
          <p:nvPr/>
        </p:nvGrpSpPr>
        <p:grpSpPr>
          <a:xfrm flipH="1">
            <a:off x="242270" y="4142425"/>
            <a:ext cx="175013" cy="27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06" name="Google Shape;806;p17"/>
          <p:cNvCxnSpPr/>
          <p:nvPr/>
        </p:nvCxnSpPr>
        <p:spPr>
          <a:xfrm rot="10800000">
            <a:off x="5995050" y="226600"/>
            <a:ext cx="1504500" cy="224700"/>
          </a:xfrm>
          <a:prstGeom prst="straightConnector1">
            <a:avLst/>
          </a:prstGeom>
          <a:noFill/>
          <a:ln cap="flat" cmpd="sng" w="9525">
            <a:solidFill>
              <a:schemeClr val="dk1"/>
            </a:solidFill>
            <a:prstDash val="solid"/>
            <a:round/>
            <a:headEnd len="med" w="med" type="none"/>
            <a:tailEnd len="med" w="med" type="none"/>
          </a:ln>
        </p:spPr>
      </p:cxnSp>
      <p:cxnSp>
        <p:nvCxnSpPr>
          <p:cNvPr id="807" name="Google Shape;807;p17"/>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808" name="Google Shape;808;p17"/>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809" name="Google Shape;809;p17"/>
          <p:cNvGrpSpPr/>
          <p:nvPr/>
        </p:nvGrpSpPr>
        <p:grpSpPr>
          <a:xfrm>
            <a:off x="8064275" y="1040250"/>
            <a:ext cx="581800" cy="582350"/>
            <a:chOff x="8064275" y="887850"/>
            <a:chExt cx="581800" cy="582350"/>
          </a:xfrm>
        </p:grpSpPr>
        <p:sp>
          <p:nvSpPr>
            <p:cNvPr id="810" name="Google Shape;810;p1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 name="Google Shape;816;p17"/>
          <p:cNvGrpSpPr/>
          <p:nvPr/>
        </p:nvGrpSpPr>
        <p:grpSpPr>
          <a:xfrm>
            <a:off x="7353050" y="316275"/>
            <a:ext cx="292025" cy="292575"/>
            <a:chOff x="7353050" y="316275"/>
            <a:chExt cx="292025" cy="292575"/>
          </a:xfrm>
        </p:grpSpPr>
        <p:sp>
          <p:nvSpPr>
            <p:cNvPr id="817" name="Google Shape;817;p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1" name="Google Shape;821;p17"/>
          <p:cNvGrpSpPr/>
          <p:nvPr/>
        </p:nvGrpSpPr>
        <p:grpSpPr>
          <a:xfrm>
            <a:off x="8792300" y="321275"/>
            <a:ext cx="175000" cy="175000"/>
            <a:chOff x="8792300" y="321275"/>
            <a:chExt cx="175000" cy="175000"/>
          </a:xfrm>
        </p:grpSpPr>
        <p:sp>
          <p:nvSpPr>
            <p:cNvPr id="822" name="Google Shape;822;p1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6" name="Google Shape;826;p17"/>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7"/>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7"/>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7"/>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7"/>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7"/>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2" name="Google Shape;832;p17"/>
          <p:cNvGrpSpPr/>
          <p:nvPr/>
        </p:nvGrpSpPr>
        <p:grpSpPr>
          <a:xfrm>
            <a:off x="8490050" y="170875"/>
            <a:ext cx="175013" cy="27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 name="Google Shape;836;p17"/>
          <p:cNvGrpSpPr/>
          <p:nvPr/>
        </p:nvGrpSpPr>
        <p:grpSpPr>
          <a:xfrm>
            <a:off x="8678350" y="1658000"/>
            <a:ext cx="175013" cy="27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_10">
    <p:spTree>
      <p:nvGrpSpPr>
        <p:cNvPr id="840" name="Shape 840"/>
        <p:cNvGrpSpPr/>
        <p:nvPr/>
      </p:nvGrpSpPr>
      <p:grpSpPr>
        <a:xfrm>
          <a:off x="0" y="0"/>
          <a:ext cx="0" cy="0"/>
          <a:chOff x="0" y="0"/>
          <a:chExt cx="0" cy="0"/>
        </a:xfrm>
      </p:grpSpPr>
      <p:sp>
        <p:nvSpPr>
          <p:cNvPr id="841" name="Google Shape;841;p18"/>
          <p:cNvSpPr txBox="1"/>
          <p:nvPr>
            <p:ph type="title"/>
          </p:nvPr>
        </p:nvSpPr>
        <p:spPr>
          <a:xfrm>
            <a:off x="1271016" y="338328"/>
            <a:ext cx="6611100" cy="548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842" name="Google Shape;842;p18"/>
          <p:cNvSpPr txBox="1"/>
          <p:nvPr>
            <p:ph idx="1" type="subTitle"/>
          </p:nvPr>
        </p:nvSpPr>
        <p:spPr>
          <a:xfrm>
            <a:off x="4690875" y="1491351"/>
            <a:ext cx="3557100" cy="265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cxnSp>
        <p:nvCxnSpPr>
          <p:cNvPr id="843" name="Google Shape;843;p18"/>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844" name="Google Shape;844;p18"/>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845" name="Google Shape;845;p18"/>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8"/>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8"/>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8"/>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8"/>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62" name="Google Shape;862;p18"/>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79" name="Google Shape;879;p18"/>
          <p:cNvCxnSpPr/>
          <p:nvPr/>
        </p:nvCxnSpPr>
        <p:spPr>
          <a:xfrm flipH="1">
            <a:off x="5101704" y="4513075"/>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18"/>
          <p:cNvCxnSpPr/>
          <p:nvPr/>
        </p:nvCxnSpPr>
        <p:spPr>
          <a:xfrm rot="10800000">
            <a:off x="6234804" y="4492325"/>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18"/>
          <p:cNvCxnSpPr/>
          <p:nvPr/>
        </p:nvCxnSpPr>
        <p:spPr>
          <a:xfrm flipH="1">
            <a:off x="7547529" y="4408000"/>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18"/>
          <p:cNvCxnSpPr/>
          <p:nvPr/>
        </p:nvCxnSpPr>
        <p:spPr>
          <a:xfrm flipH="1">
            <a:off x="8872054" y="399355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8"/>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8"/>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8"/>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8"/>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8"/>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9">
    <p:spTree>
      <p:nvGrpSpPr>
        <p:cNvPr id="911" name="Shape 911"/>
        <p:cNvGrpSpPr/>
        <p:nvPr/>
      </p:nvGrpSpPr>
      <p:grpSpPr>
        <a:xfrm>
          <a:off x="0" y="0"/>
          <a:ext cx="0" cy="0"/>
          <a:chOff x="0" y="0"/>
          <a:chExt cx="0" cy="0"/>
        </a:xfrm>
      </p:grpSpPr>
      <p:sp>
        <p:nvSpPr>
          <p:cNvPr id="912" name="Google Shape;912;p19"/>
          <p:cNvSpPr txBox="1"/>
          <p:nvPr>
            <p:ph type="title"/>
          </p:nvPr>
        </p:nvSpPr>
        <p:spPr>
          <a:xfrm>
            <a:off x="2105425" y="384048"/>
            <a:ext cx="4937700" cy="10791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p:txBody>
      </p:sp>
      <p:sp>
        <p:nvSpPr>
          <p:cNvPr id="913" name="Google Shape;913;p19"/>
          <p:cNvSpPr txBox="1"/>
          <p:nvPr>
            <p:ph idx="1" type="subTitle"/>
          </p:nvPr>
        </p:nvSpPr>
        <p:spPr>
          <a:xfrm>
            <a:off x="3017520" y="1709928"/>
            <a:ext cx="3099900" cy="1435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p:txBody>
      </p:sp>
      <p:sp>
        <p:nvSpPr>
          <p:cNvPr id="914" name="Google Shape;914;p19"/>
          <p:cNvSpPr txBox="1"/>
          <p:nvPr/>
        </p:nvSpPr>
        <p:spPr>
          <a:xfrm>
            <a:off x="2489375" y="3664200"/>
            <a:ext cx="4161600" cy="762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ro" sz="1100">
                <a:solidFill>
                  <a:schemeClr val="accent1"/>
                </a:solidFill>
                <a:latin typeface="Barlow Semi Condensed Medium"/>
                <a:ea typeface="Barlow Semi Condensed Medium"/>
                <a:cs typeface="Barlow Semi Condensed Medium"/>
                <a:sym typeface="Barlow Semi Condensed Medium"/>
              </a:rPr>
              <a:t>CREDITS:</a:t>
            </a:r>
            <a:r>
              <a:rPr lang="ro" sz="1100">
                <a:solidFill>
                  <a:schemeClr val="dk2"/>
                </a:solidFill>
                <a:latin typeface="Barlow Semi Condensed"/>
                <a:ea typeface="Barlow Semi Condensed"/>
                <a:cs typeface="Barlow Semi Condensed"/>
                <a:sym typeface="Barlow Semi Condensed"/>
              </a:rPr>
              <a:t> This presentation template was created by </a:t>
            </a:r>
            <a:r>
              <a:rPr lang="ro"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val="tx"/>
                    </a:ext>
                  </a:extLst>
                </a:hlinkClick>
              </a:rPr>
              <a:t>Slidesgo</a:t>
            </a:r>
            <a:r>
              <a:rPr lang="ro" sz="1100">
                <a:solidFill>
                  <a:schemeClr val="dk2"/>
                </a:solidFill>
                <a:latin typeface="Barlow Semi Condensed"/>
                <a:ea typeface="Barlow Semi Condensed"/>
                <a:cs typeface="Barlow Semi Condensed"/>
                <a:sym typeface="Barlow Semi Condensed"/>
              </a:rPr>
              <a:t>, including icons by </a:t>
            </a:r>
            <a:r>
              <a:rPr lang="ro"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val="tx"/>
                    </a:ext>
                  </a:extLst>
                </a:hlinkClick>
              </a:rPr>
              <a:t>Flaticon</a:t>
            </a:r>
            <a:r>
              <a:rPr lang="ro" sz="1100">
                <a:solidFill>
                  <a:schemeClr val="dk2"/>
                </a:solidFill>
                <a:latin typeface="Barlow Semi Condensed"/>
                <a:ea typeface="Barlow Semi Condensed"/>
                <a:cs typeface="Barlow Semi Condensed"/>
                <a:sym typeface="Barlow Semi Condensed"/>
              </a:rPr>
              <a:t>, infographics &amp; images by </a:t>
            </a:r>
            <a:r>
              <a:rPr lang="ro"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val="tx"/>
                    </a:ext>
                  </a:extLst>
                </a:hlinkClick>
              </a:rPr>
              <a:t>Freepik</a:t>
            </a:r>
            <a:r>
              <a:rPr lang="ro" sz="1100">
                <a:solidFill>
                  <a:schemeClr val="dk2"/>
                </a:solidFill>
                <a:latin typeface="Barlow Semi Condensed"/>
                <a:ea typeface="Barlow Semi Condensed"/>
                <a:cs typeface="Barlow Semi Condensed"/>
                <a:sym typeface="Barlow Semi Condensed"/>
              </a:rPr>
              <a:t> and illustrations by </a:t>
            </a:r>
            <a:r>
              <a:rPr lang="ro"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indent="0" lvl="0" marL="0" rtl="0" algn="ctr">
              <a:spcBef>
                <a:spcPts val="0"/>
              </a:spcBef>
              <a:spcAft>
                <a:spcPts val="0"/>
              </a:spcAft>
              <a:buNone/>
            </a:pPr>
            <a:r>
              <a:t/>
            </a: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916" name="Google Shape;916;p19"/>
          <p:cNvCxnSpPr/>
          <p:nvPr/>
        </p:nvCxnSpPr>
        <p:spPr>
          <a:xfrm flipH="1" rot="-5400000">
            <a:off x="7181408" y="2082400"/>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917" name="Google Shape;917;p19"/>
          <p:cNvCxnSpPr/>
          <p:nvPr/>
        </p:nvCxnSpPr>
        <p:spPr>
          <a:xfrm rot="5400000">
            <a:off x="7232433" y="736375"/>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918" name="Google Shape;918;p19"/>
          <p:cNvCxnSpPr/>
          <p:nvPr/>
        </p:nvCxnSpPr>
        <p:spPr>
          <a:xfrm rot="5400000">
            <a:off x="8168433" y="-6660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919" name="Google Shape;919;p19"/>
          <p:cNvGrpSpPr/>
          <p:nvPr/>
        </p:nvGrpSpPr>
        <p:grpSpPr>
          <a:xfrm flipH="1" rot="5400000">
            <a:off x="7407333" y="1284925"/>
            <a:ext cx="581800" cy="582350"/>
            <a:chOff x="8064275" y="887850"/>
            <a:chExt cx="581800" cy="582350"/>
          </a:xfrm>
        </p:grpSpPr>
        <p:sp>
          <p:nvSpPr>
            <p:cNvPr id="920" name="Google Shape;920;p1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6" name="Google Shape;926;p19"/>
          <p:cNvGrpSpPr/>
          <p:nvPr/>
        </p:nvGrpSpPr>
        <p:grpSpPr>
          <a:xfrm flipH="1" rot="5400000">
            <a:off x="7869720" y="2754200"/>
            <a:ext cx="292025" cy="292575"/>
            <a:chOff x="7353050" y="316275"/>
            <a:chExt cx="292025" cy="292575"/>
          </a:xfrm>
        </p:grpSpPr>
        <p:sp>
          <p:nvSpPr>
            <p:cNvPr id="927" name="Google Shape;927;p1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1" name="Google Shape;931;p19"/>
          <p:cNvGrpSpPr/>
          <p:nvPr/>
        </p:nvGrpSpPr>
        <p:grpSpPr>
          <a:xfrm flipH="1" rot="5400000">
            <a:off x="8012458" y="178175"/>
            <a:ext cx="175000" cy="175000"/>
            <a:chOff x="8792300" y="321275"/>
            <a:chExt cx="175000" cy="175000"/>
          </a:xfrm>
        </p:grpSpPr>
        <p:sp>
          <p:nvSpPr>
            <p:cNvPr id="932" name="Google Shape;932;p1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3" name="Google Shape;943;p19"/>
          <p:cNvGrpSpPr/>
          <p:nvPr/>
        </p:nvGrpSpPr>
        <p:grpSpPr>
          <a:xfrm flipH="1" rot="5400000">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9"/>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9"/>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47" name="Google Shape;947;p19"/>
          <p:cNvCxnSpPr/>
          <p:nvPr/>
        </p:nvCxnSpPr>
        <p:spPr>
          <a:xfrm flipH="1" rot="5400000">
            <a:off x="740850" y="2598325"/>
            <a:ext cx="1672500" cy="126000"/>
          </a:xfrm>
          <a:prstGeom prst="straightConnector1">
            <a:avLst/>
          </a:prstGeom>
          <a:noFill/>
          <a:ln cap="flat" cmpd="sng" w="9525">
            <a:solidFill>
              <a:schemeClr val="dk2"/>
            </a:solidFill>
            <a:prstDash val="solid"/>
            <a:round/>
            <a:headEnd len="med" w="med" type="none"/>
            <a:tailEnd len="med" w="med" type="none"/>
          </a:ln>
        </p:spPr>
      </p:cxnSp>
      <p:cxnSp>
        <p:nvCxnSpPr>
          <p:cNvPr id="948" name="Google Shape;948;p19"/>
          <p:cNvCxnSpPr/>
          <p:nvPr/>
        </p:nvCxnSpPr>
        <p:spPr>
          <a:xfrm rot="-5400000">
            <a:off x="847100" y="3554000"/>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949" name="Google Shape;949;p19"/>
          <p:cNvCxnSpPr/>
          <p:nvPr/>
        </p:nvCxnSpPr>
        <p:spPr>
          <a:xfrm flipH="1" rot="5400000">
            <a:off x="1105775" y="4151250"/>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7" name="Google Shape;967;p19"/>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9"/>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9"/>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9"/>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9"/>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9"/>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9"/>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9"/>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9"/>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9"/>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numbers">
  <p:cSld name="CUSTOM_11">
    <p:spTree>
      <p:nvGrpSpPr>
        <p:cNvPr id="985" name="Shape 985"/>
        <p:cNvGrpSpPr/>
        <p:nvPr/>
      </p:nvGrpSpPr>
      <p:grpSpPr>
        <a:xfrm>
          <a:off x="0" y="0"/>
          <a:ext cx="0" cy="0"/>
          <a:chOff x="0" y="0"/>
          <a:chExt cx="0" cy="0"/>
        </a:xfrm>
      </p:grpSpPr>
      <p:sp>
        <p:nvSpPr>
          <p:cNvPr id="986" name="Google Shape;986;p20"/>
          <p:cNvSpPr txBox="1"/>
          <p:nvPr>
            <p:ph hasCustomPrompt="1" type="title"/>
          </p:nvPr>
        </p:nvSpPr>
        <p:spPr>
          <a:xfrm>
            <a:off x="2825496" y="704088"/>
            <a:ext cx="3483900" cy="567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1"/>
              </a:buClr>
              <a:buSzPts val="3600"/>
              <a:buNone/>
              <a:defRPr sz="3600">
                <a:solidFill>
                  <a:schemeClr val="accent1"/>
                </a:solidFill>
              </a:defRPr>
            </a:lvl1pPr>
            <a:lvl2pPr lvl="1" rtl="0" algn="ctr">
              <a:spcBef>
                <a:spcPts val="0"/>
              </a:spcBef>
              <a:spcAft>
                <a:spcPts val="0"/>
              </a:spcAft>
              <a:buClr>
                <a:schemeClr val="accent1"/>
              </a:buClr>
              <a:buSzPts val="3600"/>
              <a:buNone/>
              <a:defRPr sz="3600">
                <a:solidFill>
                  <a:schemeClr val="accent1"/>
                </a:solidFill>
              </a:defRPr>
            </a:lvl2pPr>
            <a:lvl3pPr lvl="2" rtl="0" algn="ctr">
              <a:spcBef>
                <a:spcPts val="0"/>
              </a:spcBef>
              <a:spcAft>
                <a:spcPts val="0"/>
              </a:spcAft>
              <a:buClr>
                <a:schemeClr val="accent1"/>
              </a:buClr>
              <a:buSzPts val="3600"/>
              <a:buNone/>
              <a:defRPr sz="3600">
                <a:solidFill>
                  <a:schemeClr val="accent1"/>
                </a:solidFill>
              </a:defRPr>
            </a:lvl3pPr>
            <a:lvl4pPr lvl="3" rtl="0" algn="ctr">
              <a:spcBef>
                <a:spcPts val="0"/>
              </a:spcBef>
              <a:spcAft>
                <a:spcPts val="0"/>
              </a:spcAft>
              <a:buClr>
                <a:schemeClr val="accent1"/>
              </a:buClr>
              <a:buSzPts val="3600"/>
              <a:buNone/>
              <a:defRPr sz="3600">
                <a:solidFill>
                  <a:schemeClr val="accent1"/>
                </a:solidFill>
              </a:defRPr>
            </a:lvl4pPr>
            <a:lvl5pPr lvl="4" rtl="0" algn="ctr">
              <a:spcBef>
                <a:spcPts val="0"/>
              </a:spcBef>
              <a:spcAft>
                <a:spcPts val="0"/>
              </a:spcAft>
              <a:buClr>
                <a:schemeClr val="accent1"/>
              </a:buClr>
              <a:buSzPts val="3600"/>
              <a:buNone/>
              <a:defRPr sz="3600">
                <a:solidFill>
                  <a:schemeClr val="accent1"/>
                </a:solidFill>
              </a:defRPr>
            </a:lvl5pPr>
            <a:lvl6pPr lvl="5" rtl="0" algn="ctr">
              <a:spcBef>
                <a:spcPts val="0"/>
              </a:spcBef>
              <a:spcAft>
                <a:spcPts val="0"/>
              </a:spcAft>
              <a:buClr>
                <a:schemeClr val="accent1"/>
              </a:buClr>
              <a:buSzPts val="3600"/>
              <a:buNone/>
              <a:defRPr sz="3600">
                <a:solidFill>
                  <a:schemeClr val="accent1"/>
                </a:solidFill>
              </a:defRPr>
            </a:lvl6pPr>
            <a:lvl7pPr lvl="6" rtl="0" algn="ctr">
              <a:spcBef>
                <a:spcPts val="0"/>
              </a:spcBef>
              <a:spcAft>
                <a:spcPts val="0"/>
              </a:spcAft>
              <a:buClr>
                <a:schemeClr val="accent1"/>
              </a:buClr>
              <a:buSzPts val="3600"/>
              <a:buNone/>
              <a:defRPr sz="3600">
                <a:solidFill>
                  <a:schemeClr val="accent1"/>
                </a:solidFill>
              </a:defRPr>
            </a:lvl7pPr>
            <a:lvl8pPr lvl="7" rtl="0" algn="ctr">
              <a:spcBef>
                <a:spcPts val="0"/>
              </a:spcBef>
              <a:spcAft>
                <a:spcPts val="0"/>
              </a:spcAft>
              <a:buClr>
                <a:schemeClr val="accent1"/>
              </a:buClr>
              <a:buSzPts val="3600"/>
              <a:buNone/>
              <a:defRPr sz="3600">
                <a:solidFill>
                  <a:schemeClr val="accent1"/>
                </a:solidFill>
              </a:defRPr>
            </a:lvl8pPr>
            <a:lvl9pPr lvl="8" rtl="0" algn="ctr">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p:nvPr>
            <p:ph idx="1" type="subTitle"/>
          </p:nvPr>
        </p:nvSpPr>
        <p:spPr>
          <a:xfrm>
            <a:off x="2825496" y="1225296"/>
            <a:ext cx="3483900" cy="274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988" name="Google Shape;988;p20"/>
          <p:cNvSpPr txBox="1"/>
          <p:nvPr>
            <p:ph hasCustomPrompt="1" idx="2" type="title"/>
          </p:nvPr>
        </p:nvSpPr>
        <p:spPr>
          <a:xfrm>
            <a:off x="2825496" y="2185416"/>
            <a:ext cx="3483900" cy="567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1"/>
              </a:buClr>
              <a:buSzPts val="3600"/>
              <a:buNone/>
              <a:defRPr sz="3600">
                <a:solidFill>
                  <a:schemeClr val="accent1"/>
                </a:solidFill>
              </a:defRPr>
            </a:lvl1pPr>
            <a:lvl2pPr lvl="1" rtl="0" algn="ctr">
              <a:spcBef>
                <a:spcPts val="0"/>
              </a:spcBef>
              <a:spcAft>
                <a:spcPts val="0"/>
              </a:spcAft>
              <a:buClr>
                <a:schemeClr val="accent1"/>
              </a:buClr>
              <a:buSzPts val="3600"/>
              <a:buNone/>
              <a:defRPr sz="3600">
                <a:solidFill>
                  <a:schemeClr val="accent1"/>
                </a:solidFill>
              </a:defRPr>
            </a:lvl2pPr>
            <a:lvl3pPr lvl="2" rtl="0" algn="ctr">
              <a:spcBef>
                <a:spcPts val="0"/>
              </a:spcBef>
              <a:spcAft>
                <a:spcPts val="0"/>
              </a:spcAft>
              <a:buClr>
                <a:schemeClr val="accent1"/>
              </a:buClr>
              <a:buSzPts val="3600"/>
              <a:buNone/>
              <a:defRPr sz="3600">
                <a:solidFill>
                  <a:schemeClr val="accent1"/>
                </a:solidFill>
              </a:defRPr>
            </a:lvl3pPr>
            <a:lvl4pPr lvl="3" rtl="0" algn="ctr">
              <a:spcBef>
                <a:spcPts val="0"/>
              </a:spcBef>
              <a:spcAft>
                <a:spcPts val="0"/>
              </a:spcAft>
              <a:buClr>
                <a:schemeClr val="accent1"/>
              </a:buClr>
              <a:buSzPts val="3600"/>
              <a:buNone/>
              <a:defRPr sz="3600">
                <a:solidFill>
                  <a:schemeClr val="accent1"/>
                </a:solidFill>
              </a:defRPr>
            </a:lvl4pPr>
            <a:lvl5pPr lvl="4" rtl="0" algn="ctr">
              <a:spcBef>
                <a:spcPts val="0"/>
              </a:spcBef>
              <a:spcAft>
                <a:spcPts val="0"/>
              </a:spcAft>
              <a:buClr>
                <a:schemeClr val="accent1"/>
              </a:buClr>
              <a:buSzPts val="3600"/>
              <a:buNone/>
              <a:defRPr sz="3600">
                <a:solidFill>
                  <a:schemeClr val="accent1"/>
                </a:solidFill>
              </a:defRPr>
            </a:lvl5pPr>
            <a:lvl6pPr lvl="5" rtl="0" algn="ctr">
              <a:spcBef>
                <a:spcPts val="0"/>
              </a:spcBef>
              <a:spcAft>
                <a:spcPts val="0"/>
              </a:spcAft>
              <a:buClr>
                <a:schemeClr val="accent1"/>
              </a:buClr>
              <a:buSzPts val="3600"/>
              <a:buNone/>
              <a:defRPr sz="3600">
                <a:solidFill>
                  <a:schemeClr val="accent1"/>
                </a:solidFill>
              </a:defRPr>
            </a:lvl6pPr>
            <a:lvl7pPr lvl="6" rtl="0" algn="ctr">
              <a:spcBef>
                <a:spcPts val="0"/>
              </a:spcBef>
              <a:spcAft>
                <a:spcPts val="0"/>
              </a:spcAft>
              <a:buClr>
                <a:schemeClr val="accent1"/>
              </a:buClr>
              <a:buSzPts val="3600"/>
              <a:buNone/>
              <a:defRPr sz="3600">
                <a:solidFill>
                  <a:schemeClr val="accent1"/>
                </a:solidFill>
              </a:defRPr>
            </a:lvl7pPr>
            <a:lvl8pPr lvl="7" rtl="0" algn="ctr">
              <a:spcBef>
                <a:spcPts val="0"/>
              </a:spcBef>
              <a:spcAft>
                <a:spcPts val="0"/>
              </a:spcAft>
              <a:buClr>
                <a:schemeClr val="accent1"/>
              </a:buClr>
              <a:buSzPts val="3600"/>
              <a:buNone/>
              <a:defRPr sz="3600">
                <a:solidFill>
                  <a:schemeClr val="accent1"/>
                </a:solidFill>
              </a:defRPr>
            </a:lvl8pPr>
            <a:lvl9pPr lvl="8" rtl="0" algn="ctr">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p:nvPr>
            <p:ph idx="3" type="subTitle"/>
          </p:nvPr>
        </p:nvSpPr>
        <p:spPr>
          <a:xfrm>
            <a:off x="2825496" y="2697480"/>
            <a:ext cx="3483900" cy="274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990" name="Google Shape;990;p20"/>
          <p:cNvSpPr txBox="1"/>
          <p:nvPr>
            <p:ph hasCustomPrompt="1" idx="4" type="title"/>
          </p:nvPr>
        </p:nvSpPr>
        <p:spPr>
          <a:xfrm>
            <a:off x="2825496" y="3648456"/>
            <a:ext cx="3483900" cy="567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1"/>
              </a:buClr>
              <a:buSzPts val="3600"/>
              <a:buNone/>
              <a:defRPr sz="3600">
                <a:solidFill>
                  <a:schemeClr val="accent1"/>
                </a:solidFill>
              </a:defRPr>
            </a:lvl1pPr>
            <a:lvl2pPr lvl="1" rtl="0" algn="ctr">
              <a:spcBef>
                <a:spcPts val="0"/>
              </a:spcBef>
              <a:spcAft>
                <a:spcPts val="0"/>
              </a:spcAft>
              <a:buClr>
                <a:schemeClr val="accent1"/>
              </a:buClr>
              <a:buSzPts val="3600"/>
              <a:buNone/>
              <a:defRPr sz="3600">
                <a:solidFill>
                  <a:schemeClr val="accent1"/>
                </a:solidFill>
              </a:defRPr>
            </a:lvl2pPr>
            <a:lvl3pPr lvl="2" rtl="0" algn="ctr">
              <a:spcBef>
                <a:spcPts val="0"/>
              </a:spcBef>
              <a:spcAft>
                <a:spcPts val="0"/>
              </a:spcAft>
              <a:buClr>
                <a:schemeClr val="accent1"/>
              </a:buClr>
              <a:buSzPts val="3600"/>
              <a:buNone/>
              <a:defRPr sz="3600">
                <a:solidFill>
                  <a:schemeClr val="accent1"/>
                </a:solidFill>
              </a:defRPr>
            </a:lvl3pPr>
            <a:lvl4pPr lvl="3" rtl="0" algn="ctr">
              <a:spcBef>
                <a:spcPts val="0"/>
              </a:spcBef>
              <a:spcAft>
                <a:spcPts val="0"/>
              </a:spcAft>
              <a:buClr>
                <a:schemeClr val="accent1"/>
              </a:buClr>
              <a:buSzPts val="3600"/>
              <a:buNone/>
              <a:defRPr sz="3600">
                <a:solidFill>
                  <a:schemeClr val="accent1"/>
                </a:solidFill>
              </a:defRPr>
            </a:lvl4pPr>
            <a:lvl5pPr lvl="4" rtl="0" algn="ctr">
              <a:spcBef>
                <a:spcPts val="0"/>
              </a:spcBef>
              <a:spcAft>
                <a:spcPts val="0"/>
              </a:spcAft>
              <a:buClr>
                <a:schemeClr val="accent1"/>
              </a:buClr>
              <a:buSzPts val="3600"/>
              <a:buNone/>
              <a:defRPr sz="3600">
                <a:solidFill>
                  <a:schemeClr val="accent1"/>
                </a:solidFill>
              </a:defRPr>
            </a:lvl5pPr>
            <a:lvl6pPr lvl="5" rtl="0" algn="ctr">
              <a:spcBef>
                <a:spcPts val="0"/>
              </a:spcBef>
              <a:spcAft>
                <a:spcPts val="0"/>
              </a:spcAft>
              <a:buClr>
                <a:schemeClr val="accent1"/>
              </a:buClr>
              <a:buSzPts val="3600"/>
              <a:buNone/>
              <a:defRPr sz="3600">
                <a:solidFill>
                  <a:schemeClr val="accent1"/>
                </a:solidFill>
              </a:defRPr>
            </a:lvl6pPr>
            <a:lvl7pPr lvl="6" rtl="0" algn="ctr">
              <a:spcBef>
                <a:spcPts val="0"/>
              </a:spcBef>
              <a:spcAft>
                <a:spcPts val="0"/>
              </a:spcAft>
              <a:buClr>
                <a:schemeClr val="accent1"/>
              </a:buClr>
              <a:buSzPts val="3600"/>
              <a:buNone/>
              <a:defRPr sz="3600">
                <a:solidFill>
                  <a:schemeClr val="accent1"/>
                </a:solidFill>
              </a:defRPr>
            </a:lvl7pPr>
            <a:lvl8pPr lvl="7" rtl="0" algn="ctr">
              <a:spcBef>
                <a:spcPts val="0"/>
              </a:spcBef>
              <a:spcAft>
                <a:spcPts val="0"/>
              </a:spcAft>
              <a:buClr>
                <a:schemeClr val="accent1"/>
              </a:buClr>
              <a:buSzPts val="3600"/>
              <a:buNone/>
              <a:defRPr sz="3600">
                <a:solidFill>
                  <a:schemeClr val="accent1"/>
                </a:solidFill>
              </a:defRPr>
            </a:lvl8pPr>
            <a:lvl9pPr lvl="8" rtl="0" algn="ctr">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p:nvPr>
            <p:ph idx="5" type="subTitle"/>
          </p:nvPr>
        </p:nvSpPr>
        <p:spPr>
          <a:xfrm>
            <a:off x="2834640" y="4169664"/>
            <a:ext cx="3483900" cy="274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cxnSp>
        <p:nvCxnSpPr>
          <p:cNvPr id="992" name="Google Shape;992;p20"/>
          <p:cNvCxnSpPr/>
          <p:nvPr/>
        </p:nvCxnSpPr>
        <p:spPr>
          <a:xfrm rot="5400000">
            <a:off x="7269708" y="3324550"/>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993" name="Google Shape;993;p20"/>
          <p:cNvCxnSpPr/>
          <p:nvPr/>
        </p:nvCxnSpPr>
        <p:spPr>
          <a:xfrm flipH="1" rot="-5400000">
            <a:off x="7181408" y="2082400"/>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994" name="Google Shape;994;p20"/>
          <p:cNvCxnSpPr/>
          <p:nvPr/>
        </p:nvCxnSpPr>
        <p:spPr>
          <a:xfrm rot="5400000">
            <a:off x="7232433" y="736375"/>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995" name="Google Shape;995;p20"/>
          <p:cNvCxnSpPr/>
          <p:nvPr/>
        </p:nvCxnSpPr>
        <p:spPr>
          <a:xfrm rot="5400000">
            <a:off x="8168433" y="-6660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996" name="Google Shape;996;p20"/>
          <p:cNvGrpSpPr/>
          <p:nvPr/>
        </p:nvGrpSpPr>
        <p:grpSpPr>
          <a:xfrm flipH="1" rot="5400000">
            <a:off x="7407333" y="1284925"/>
            <a:ext cx="581800" cy="582350"/>
            <a:chOff x="8064275" y="887850"/>
            <a:chExt cx="581800" cy="582350"/>
          </a:xfrm>
        </p:grpSpPr>
        <p:sp>
          <p:nvSpPr>
            <p:cNvPr id="997" name="Google Shape;997;p2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3" name="Google Shape;1003;p20"/>
          <p:cNvGrpSpPr/>
          <p:nvPr/>
        </p:nvGrpSpPr>
        <p:grpSpPr>
          <a:xfrm flipH="1" rot="5400000">
            <a:off x="7869720" y="2754200"/>
            <a:ext cx="292025" cy="292575"/>
            <a:chOff x="7353050" y="316275"/>
            <a:chExt cx="292025" cy="292575"/>
          </a:xfrm>
        </p:grpSpPr>
        <p:sp>
          <p:nvSpPr>
            <p:cNvPr id="1004" name="Google Shape;1004;p2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8" name="Google Shape;1008;p20"/>
          <p:cNvGrpSpPr/>
          <p:nvPr/>
        </p:nvGrpSpPr>
        <p:grpSpPr>
          <a:xfrm flipH="1" rot="5400000">
            <a:off x="8012458" y="178175"/>
            <a:ext cx="175000" cy="175000"/>
            <a:chOff x="8792300" y="321275"/>
            <a:chExt cx="175000" cy="175000"/>
          </a:xfrm>
        </p:grpSpPr>
        <p:sp>
          <p:nvSpPr>
            <p:cNvPr id="1009" name="Google Shape;1009;p2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0" name="Google Shape;1020;p20"/>
          <p:cNvGrpSpPr/>
          <p:nvPr/>
        </p:nvGrpSpPr>
        <p:grpSpPr>
          <a:xfrm flipH="1" rot="5400000">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24" name="Google Shape;1024;p20"/>
          <p:cNvCxnSpPr/>
          <p:nvPr/>
        </p:nvCxnSpPr>
        <p:spPr>
          <a:xfrm flipH="1" rot="5400000">
            <a:off x="740850" y="2598325"/>
            <a:ext cx="1672500" cy="126000"/>
          </a:xfrm>
          <a:prstGeom prst="straightConnector1">
            <a:avLst/>
          </a:prstGeom>
          <a:noFill/>
          <a:ln cap="flat" cmpd="sng" w="9525">
            <a:solidFill>
              <a:schemeClr val="dk2"/>
            </a:solidFill>
            <a:prstDash val="solid"/>
            <a:round/>
            <a:headEnd len="med" w="med" type="none"/>
            <a:tailEnd len="med" w="med" type="none"/>
          </a:ln>
        </p:spPr>
      </p:cxnSp>
      <p:cxnSp>
        <p:nvCxnSpPr>
          <p:cNvPr id="1025" name="Google Shape;1025;p20"/>
          <p:cNvCxnSpPr/>
          <p:nvPr/>
        </p:nvCxnSpPr>
        <p:spPr>
          <a:xfrm rot="-5400000">
            <a:off x="847100" y="3554000"/>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1026" name="Google Shape;1026;p20"/>
          <p:cNvCxnSpPr/>
          <p:nvPr/>
        </p:nvCxnSpPr>
        <p:spPr>
          <a:xfrm flipH="1" rot="5400000">
            <a:off x="1105775" y="4151250"/>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4" name="Google Shape;1044;p20"/>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0"/>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0"/>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0"/>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0"/>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0"/>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0"/>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3">
  <p:cSld name="CUSTOM_13">
    <p:spTree>
      <p:nvGrpSpPr>
        <p:cNvPr id="1062" name="Shape 1062"/>
        <p:cNvGrpSpPr/>
        <p:nvPr/>
      </p:nvGrpSpPr>
      <p:grpSpPr>
        <a:xfrm>
          <a:off x="0" y="0"/>
          <a:ext cx="0" cy="0"/>
          <a:chOff x="0" y="0"/>
          <a:chExt cx="0" cy="0"/>
        </a:xfrm>
      </p:grpSpPr>
      <p:sp>
        <p:nvSpPr>
          <p:cNvPr id="1063" name="Google Shape;1063;p21"/>
          <p:cNvSpPr txBox="1"/>
          <p:nvPr>
            <p:ph type="title"/>
          </p:nvPr>
        </p:nvSpPr>
        <p:spPr>
          <a:xfrm>
            <a:off x="2962656" y="338328"/>
            <a:ext cx="32187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grpSp>
        <p:nvGrpSpPr>
          <p:cNvPr id="1064" name="Google Shape;1064;p21"/>
          <p:cNvGrpSpPr/>
          <p:nvPr/>
        </p:nvGrpSpPr>
        <p:grpSpPr>
          <a:xfrm>
            <a:off x="261711" y="-1158"/>
            <a:ext cx="8550326" cy="3981600"/>
            <a:chOff x="261711" y="-1158"/>
            <a:chExt cx="8550326" cy="3981600"/>
          </a:xfrm>
        </p:grpSpPr>
        <p:cxnSp>
          <p:nvCxnSpPr>
            <p:cNvPr id="1065" name="Google Shape;1065;p21"/>
            <p:cNvCxnSpPr/>
            <p:nvPr/>
          </p:nvCxnSpPr>
          <p:spPr>
            <a:xfrm>
              <a:off x="515925" y="-1158"/>
              <a:ext cx="0" cy="3981600"/>
            </a:xfrm>
            <a:prstGeom prst="straightConnector1">
              <a:avLst/>
            </a:prstGeom>
            <a:noFill/>
            <a:ln cap="flat" cmpd="sng" w="9525">
              <a:solidFill>
                <a:schemeClr val="dk2"/>
              </a:solidFill>
              <a:prstDash val="solid"/>
              <a:round/>
              <a:headEnd len="med" w="med" type="none"/>
              <a:tailEnd len="med" w="med" type="none"/>
            </a:ln>
          </p:spPr>
        </p:cxnSp>
        <p:cxnSp>
          <p:nvCxnSpPr>
            <p:cNvPr id="1066" name="Google Shape;1066;p21"/>
            <p:cNvCxnSpPr/>
            <p:nvPr/>
          </p:nvCxnSpPr>
          <p:spPr>
            <a:xfrm>
              <a:off x="8666025" y="-1158"/>
              <a:ext cx="0" cy="1902000"/>
            </a:xfrm>
            <a:prstGeom prst="straightConnector1">
              <a:avLst/>
            </a:prstGeom>
            <a:noFill/>
            <a:ln cap="flat" cmpd="sng" w="9525">
              <a:solidFill>
                <a:schemeClr val="dk2"/>
              </a:solidFill>
              <a:prstDash val="solid"/>
              <a:round/>
              <a:headEnd len="med" w="med" type="none"/>
              <a:tailEnd len="med" w="med" type="none"/>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84" name="Google Shape;1084;p21"/>
          <p:cNvSpPr txBox="1"/>
          <p:nvPr>
            <p:ph idx="1" type="subTitle"/>
          </p:nvPr>
        </p:nvSpPr>
        <p:spPr>
          <a:xfrm>
            <a:off x="1408175" y="1035279"/>
            <a:ext cx="2184000" cy="457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085" name="Google Shape;1085;p21"/>
          <p:cNvSpPr txBox="1"/>
          <p:nvPr>
            <p:ph idx="2" type="subTitle"/>
          </p:nvPr>
        </p:nvSpPr>
        <p:spPr>
          <a:xfrm>
            <a:off x="1408175" y="1336956"/>
            <a:ext cx="2184000" cy="610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086" name="Google Shape;1086;p21"/>
          <p:cNvSpPr txBox="1"/>
          <p:nvPr>
            <p:ph idx="3" type="subTitle"/>
          </p:nvPr>
        </p:nvSpPr>
        <p:spPr>
          <a:xfrm>
            <a:off x="1408175" y="2309476"/>
            <a:ext cx="2184000" cy="4572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087" name="Google Shape;1087;p21"/>
          <p:cNvSpPr txBox="1"/>
          <p:nvPr>
            <p:ph idx="4" type="subTitle"/>
          </p:nvPr>
        </p:nvSpPr>
        <p:spPr>
          <a:xfrm>
            <a:off x="1408175" y="2609979"/>
            <a:ext cx="2184000" cy="610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088" name="Google Shape;1088;p21"/>
          <p:cNvSpPr txBox="1"/>
          <p:nvPr>
            <p:ph idx="5" type="subTitle"/>
          </p:nvPr>
        </p:nvSpPr>
        <p:spPr>
          <a:xfrm>
            <a:off x="1408175" y="3587645"/>
            <a:ext cx="2184000" cy="457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089" name="Google Shape;1089;p21"/>
          <p:cNvSpPr txBox="1"/>
          <p:nvPr>
            <p:ph idx="6" type="subTitle"/>
          </p:nvPr>
        </p:nvSpPr>
        <p:spPr>
          <a:xfrm>
            <a:off x="1408175" y="3889317"/>
            <a:ext cx="2184000" cy="610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4">
  <p:cSld name="CUSTOM_14">
    <p:spTree>
      <p:nvGrpSpPr>
        <p:cNvPr id="1090" name="Shape 1090"/>
        <p:cNvGrpSpPr/>
        <p:nvPr/>
      </p:nvGrpSpPr>
      <p:grpSpPr>
        <a:xfrm>
          <a:off x="0" y="0"/>
          <a:ext cx="0" cy="0"/>
          <a:chOff x="0" y="0"/>
          <a:chExt cx="0" cy="0"/>
        </a:xfrm>
      </p:grpSpPr>
      <p:cxnSp>
        <p:nvCxnSpPr>
          <p:cNvPr id="1091" name="Google Shape;1091;p22"/>
          <p:cNvCxnSpPr/>
          <p:nvPr/>
        </p:nvCxnSpPr>
        <p:spPr>
          <a:xfrm>
            <a:off x="590450" y="4340600"/>
            <a:ext cx="670200" cy="423000"/>
          </a:xfrm>
          <a:prstGeom prst="straightConnector1">
            <a:avLst/>
          </a:prstGeom>
          <a:noFill/>
          <a:ln cap="flat" cmpd="sng" w="9525">
            <a:solidFill>
              <a:schemeClr val="dk2"/>
            </a:solidFill>
            <a:prstDash val="solid"/>
            <a:round/>
            <a:headEnd len="med" w="med" type="none"/>
            <a:tailEnd len="med" w="med" type="none"/>
          </a:ln>
        </p:spPr>
      </p:cxnSp>
      <p:sp>
        <p:nvSpPr>
          <p:cNvPr id="1092" name="Google Shape;1092;p22"/>
          <p:cNvSpPr txBox="1"/>
          <p:nvPr>
            <p:ph type="title"/>
          </p:nvPr>
        </p:nvSpPr>
        <p:spPr>
          <a:xfrm>
            <a:off x="2208175" y="342775"/>
            <a:ext cx="4727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1093" name="Google Shape;1093;p22"/>
          <p:cNvCxnSpPr/>
          <p:nvPr/>
        </p:nvCxnSpPr>
        <p:spPr>
          <a:xfrm flipH="1" rot="10800000">
            <a:off x="0" y="4332550"/>
            <a:ext cx="590700" cy="663900"/>
          </a:xfrm>
          <a:prstGeom prst="straightConnector1">
            <a:avLst/>
          </a:prstGeom>
          <a:noFill/>
          <a:ln cap="flat" cmpd="sng" w="9525">
            <a:solidFill>
              <a:schemeClr val="dk2"/>
            </a:solidFill>
            <a:prstDash val="solid"/>
            <a:round/>
            <a:headEnd len="med" w="med" type="none"/>
            <a:tailEnd len="med" w="med" type="none"/>
          </a:ln>
        </p:spPr>
      </p:cxnSp>
      <p:grpSp>
        <p:nvGrpSpPr>
          <p:cNvPr id="1094" name="Google Shape;1094;p22"/>
          <p:cNvGrpSpPr/>
          <p:nvPr/>
        </p:nvGrpSpPr>
        <p:grpSpPr>
          <a:xfrm flipH="1">
            <a:off x="431725" y="4183775"/>
            <a:ext cx="292025" cy="292575"/>
            <a:chOff x="7353050" y="316275"/>
            <a:chExt cx="292025" cy="292575"/>
          </a:xfrm>
        </p:grpSpPr>
        <p:sp>
          <p:nvSpPr>
            <p:cNvPr id="1095" name="Google Shape;1095;p2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9" name="Google Shape;1099;p22"/>
          <p:cNvGrpSpPr/>
          <p:nvPr/>
        </p:nvGrpSpPr>
        <p:grpSpPr>
          <a:xfrm>
            <a:off x="1075789" y="4604675"/>
            <a:ext cx="293111" cy="293388"/>
            <a:chOff x="3164039" y="430875"/>
            <a:chExt cx="293111" cy="293388"/>
          </a:xfrm>
        </p:grpSpPr>
        <p:sp>
          <p:nvSpPr>
            <p:cNvPr id="1100" name="Google Shape;1100;p22"/>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2"/>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2"/>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2"/>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2"/>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2"/>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06" name="Google Shape;1106;p22"/>
          <p:cNvCxnSpPr/>
          <p:nvPr/>
        </p:nvCxnSpPr>
        <p:spPr>
          <a:xfrm rot="10800000">
            <a:off x="7196975" y="295100"/>
            <a:ext cx="1157100" cy="542700"/>
          </a:xfrm>
          <a:prstGeom prst="straightConnector1">
            <a:avLst/>
          </a:prstGeom>
          <a:noFill/>
          <a:ln cap="flat" cmpd="sng" w="9525">
            <a:solidFill>
              <a:schemeClr val="dk2"/>
            </a:solidFill>
            <a:prstDash val="solid"/>
            <a:round/>
            <a:headEnd len="med" w="med" type="none"/>
            <a:tailEnd len="med" w="med" type="none"/>
          </a:ln>
        </p:spPr>
      </p:cxnSp>
      <p:cxnSp>
        <p:nvCxnSpPr>
          <p:cNvPr id="1107" name="Google Shape;1107;p22"/>
          <p:cNvCxnSpPr/>
          <p:nvPr/>
        </p:nvCxnSpPr>
        <p:spPr>
          <a:xfrm flipH="1">
            <a:off x="8354075" y="-6625"/>
            <a:ext cx="791400" cy="836400"/>
          </a:xfrm>
          <a:prstGeom prst="straightConnector1">
            <a:avLst/>
          </a:prstGeom>
          <a:noFill/>
          <a:ln cap="flat" cmpd="sng" w="9525">
            <a:solidFill>
              <a:schemeClr val="dk2"/>
            </a:solidFill>
            <a:prstDash val="solid"/>
            <a:round/>
            <a:headEnd len="med" w="med" type="none"/>
            <a:tailEnd len="med" w="med" type="none"/>
          </a:ln>
        </p:spPr>
      </p:cxnSp>
      <p:grpSp>
        <p:nvGrpSpPr>
          <p:cNvPr id="1108" name="Google Shape;1108;p22"/>
          <p:cNvGrpSpPr/>
          <p:nvPr/>
        </p:nvGrpSpPr>
        <p:grpSpPr>
          <a:xfrm>
            <a:off x="8064275" y="526925"/>
            <a:ext cx="581800" cy="582350"/>
            <a:chOff x="8064275" y="887850"/>
            <a:chExt cx="581800" cy="582350"/>
          </a:xfrm>
        </p:grpSpPr>
        <p:sp>
          <p:nvSpPr>
            <p:cNvPr id="1109" name="Google Shape;1109;p2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5" name="Google Shape;1115;p22"/>
          <p:cNvGrpSpPr/>
          <p:nvPr/>
        </p:nvGrpSpPr>
        <p:grpSpPr>
          <a:xfrm>
            <a:off x="7033875" y="170875"/>
            <a:ext cx="292025" cy="292575"/>
            <a:chOff x="7353050" y="316275"/>
            <a:chExt cx="292025" cy="292575"/>
          </a:xfrm>
        </p:grpSpPr>
        <p:sp>
          <p:nvSpPr>
            <p:cNvPr id="1116" name="Google Shape;1116;p2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0" name="Google Shape;1120;p22"/>
          <p:cNvGrpSpPr/>
          <p:nvPr/>
        </p:nvGrpSpPr>
        <p:grpSpPr>
          <a:xfrm>
            <a:off x="8757950" y="229650"/>
            <a:ext cx="175000" cy="175000"/>
            <a:chOff x="8792300" y="321275"/>
            <a:chExt cx="175000" cy="175000"/>
          </a:xfrm>
        </p:grpSpPr>
        <p:sp>
          <p:nvSpPr>
            <p:cNvPr id="1121" name="Google Shape;1121;p2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5" name="Google Shape;1125;p22"/>
          <p:cNvGrpSpPr/>
          <p:nvPr/>
        </p:nvGrpSpPr>
        <p:grpSpPr>
          <a:xfrm>
            <a:off x="8490050" y="170875"/>
            <a:ext cx="175013" cy="27000"/>
            <a:chOff x="5662375" y="212375"/>
            <a:chExt cx="175013" cy="27000"/>
          </a:xfrm>
        </p:grpSpPr>
        <p:sp>
          <p:nvSpPr>
            <p:cNvPr id="1126" name="Google Shape;1126;p2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9" name="Google Shape;1129;p22"/>
          <p:cNvGrpSpPr/>
          <p:nvPr/>
        </p:nvGrpSpPr>
        <p:grpSpPr>
          <a:xfrm>
            <a:off x="7916350" y="1124600"/>
            <a:ext cx="175013" cy="27000"/>
            <a:chOff x="5662375" y="212375"/>
            <a:chExt cx="175013" cy="27000"/>
          </a:xfrm>
        </p:grpSpPr>
        <p:sp>
          <p:nvSpPr>
            <p:cNvPr id="1130" name="Google Shape;1130;p2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3" name="Google Shape;1133;p22"/>
          <p:cNvSpPr txBox="1"/>
          <p:nvPr>
            <p:ph idx="1" type="subTitle"/>
          </p:nvPr>
        </p:nvSpPr>
        <p:spPr>
          <a:xfrm>
            <a:off x="5641848" y="2743200"/>
            <a:ext cx="1865400" cy="4023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34" name="Google Shape;1134;p22"/>
          <p:cNvSpPr txBox="1"/>
          <p:nvPr>
            <p:ph idx="2" type="subTitle"/>
          </p:nvPr>
        </p:nvSpPr>
        <p:spPr>
          <a:xfrm>
            <a:off x="3639312" y="1636776"/>
            <a:ext cx="1865400" cy="4023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35" name="Google Shape;1135;p22"/>
          <p:cNvSpPr txBox="1"/>
          <p:nvPr>
            <p:ph idx="3" type="subTitle"/>
          </p:nvPr>
        </p:nvSpPr>
        <p:spPr>
          <a:xfrm>
            <a:off x="1636776" y="2249424"/>
            <a:ext cx="1865400" cy="4023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36" name="Google Shape;1136;p22"/>
          <p:cNvSpPr txBox="1"/>
          <p:nvPr>
            <p:ph idx="4" type="subTitle"/>
          </p:nvPr>
        </p:nvSpPr>
        <p:spPr>
          <a:xfrm>
            <a:off x="5641848" y="3081528"/>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137" name="Google Shape;1137;p22"/>
          <p:cNvSpPr txBox="1"/>
          <p:nvPr>
            <p:ph idx="5" type="subTitle"/>
          </p:nvPr>
        </p:nvSpPr>
        <p:spPr>
          <a:xfrm>
            <a:off x="3639312" y="1975104"/>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138" name="Google Shape;1138;p22"/>
          <p:cNvSpPr txBox="1"/>
          <p:nvPr>
            <p:ph idx="6" type="subTitle"/>
          </p:nvPr>
        </p:nvSpPr>
        <p:spPr>
          <a:xfrm>
            <a:off x="1636776" y="2596896"/>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1">
    <p:spTree>
      <p:nvGrpSpPr>
        <p:cNvPr id="1139" name="Shape 1139"/>
        <p:cNvGrpSpPr/>
        <p:nvPr/>
      </p:nvGrpSpPr>
      <p:grpSpPr>
        <a:xfrm>
          <a:off x="0" y="0"/>
          <a:ext cx="0" cy="0"/>
          <a:chOff x="0" y="0"/>
          <a:chExt cx="0" cy="0"/>
        </a:xfrm>
      </p:grpSpPr>
      <p:sp>
        <p:nvSpPr>
          <p:cNvPr id="1140" name="Google Shape;1140;p23"/>
          <p:cNvSpPr txBox="1"/>
          <p:nvPr>
            <p:ph type="title"/>
          </p:nvPr>
        </p:nvSpPr>
        <p:spPr>
          <a:xfrm>
            <a:off x="2532888" y="338328"/>
            <a:ext cx="4087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141" name="Google Shape;1141;p23"/>
          <p:cNvSpPr txBox="1"/>
          <p:nvPr>
            <p:ph idx="1" type="body"/>
          </p:nvPr>
        </p:nvSpPr>
        <p:spPr>
          <a:xfrm>
            <a:off x="714650" y="1152150"/>
            <a:ext cx="7705500" cy="3529500"/>
          </a:xfrm>
          <a:prstGeom prst="rect">
            <a:avLst/>
          </a:prstGeom>
          <a:noFill/>
          <a:ln>
            <a:noFill/>
          </a:ln>
        </p:spPr>
        <p:txBody>
          <a:bodyPr anchorCtr="0" anchor="ctr" bIns="91425" lIns="91425" spcFirstLastPara="1" rIns="91425" wrap="square" tIns="91425">
            <a:noAutofit/>
          </a:bodyPr>
          <a:lstStyle>
            <a:lvl1pPr indent="-304800" lvl="0" marL="4572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indent="-304800" lvl="1" marL="9144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indent="-304800" lvl="2" marL="13716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indent="-304800" lvl="3" marL="1828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indent="-304800" lvl="4" marL="22860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indent="-304800" lvl="5" marL="27432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indent="-304800" lvl="6" marL="32004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indent="-304800" lvl="7" marL="36576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indent="-304800" lvl="8" marL="411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p:txBody>
      </p:sp>
      <p:cxnSp>
        <p:nvCxnSpPr>
          <p:cNvPr id="1142" name="Google Shape;1142;p23"/>
          <p:cNvCxnSpPr/>
          <p:nvPr/>
        </p:nvCxnSpPr>
        <p:spPr>
          <a:xfrm rot="10800000">
            <a:off x="303000" y="3359375"/>
            <a:ext cx="151800" cy="957300"/>
          </a:xfrm>
          <a:prstGeom prst="straightConnector1">
            <a:avLst/>
          </a:prstGeom>
          <a:noFill/>
          <a:ln cap="flat" cmpd="sng" w="9525">
            <a:solidFill>
              <a:schemeClr val="dk1"/>
            </a:solidFill>
            <a:prstDash val="solid"/>
            <a:round/>
            <a:headEnd len="med" w="med" type="none"/>
            <a:tailEnd len="med" w="med" type="none"/>
          </a:ln>
        </p:spPr>
      </p:cxnSp>
      <p:cxnSp>
        <p:nvCxnSpPr>
          <p:cNvPr id="1143" name="Google Shape;1143;p23"/>
          <p:cNvCxnSpPr/>
          <p:nvPr/>
        </p:nvCxnSpPr>
        <p:spPr>
          <a:xfrm flipH="1" rot="10800000">
            <a:off x="0" y="4332550"/>
            <a:ext cx="446700" cy="663900"/>
          </a:xfrm>
          <a:prstGeom prst="straightConnector1">
            <a:avLst/>
          </a:prstGeom>
          <a:noFill/>
          <a:ln cap="flat" cmpd="sng" w="9525">
            <a:solidFill>
              <a:schemeClr val="dk1"/>
            </a:solidFill>
            <a:prstDash val="solid"/>
            <a:round/>
            <a:headEnd len="med" w="med" type="none"/>
            <a:tailEnd len="med" w="med" type="none"/>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3"/>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3"/>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3"/>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3"/>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3"/>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56" name="Google Shape;1156;p23"/>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1157" name="Google Shape;1157;p23"/>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5">
    <p:spTree>
      <p:nvGrpSpPr>
        <p:cNvPr id="1183" name="Shape 1183"/>
        <p:cNvGrpSpPr/>
        <p:nvPr/>
      </p:nvGrpSpPr>
      <p:grpSpPr>
        <a:xfrm>
          <a:off x="0" y="0"/>
          <a:ext cx="0" cy="0"/>
          <a:chOff x="0" y="0"/>
          <a:chExt cx="0" cy="0"/>
        </a:xfrm>
      </p:grpSpPr>
      <p:sp>
        <p:nvSpPr>
          <p:cNvPr id="1184" name="Google Shape;1184;p24"/>
          <p:cNvSpPr txBox="1"/>
          <p:nvPr>
            <p:ph type="title"/>
          </p:nvPr>
        </p:nvSpPr>
        <p:spPr>
          <a:xfrm>
            <a:off x="723750" y="526925"/>
            <a:ext cx="76965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cxnSp>
        <p:nvCxnSpPr>
          <p:cNvPr id="1185" name="Google Shape;1185;p24"/>
          <p:cNvCxnSpPr/>
          <p:nvPr/>
        </p:nvCxnSpPr>
        <p:spPr>
          <a:xfrm>
            <a:off x="590450" y="4340600"/>
            <a:ext cx="670200" cy="423000"/>
          </a:xfrm>
          <a:prstGeom prst="straightConnector1">
            <a:avLst/>
          </a:prstGeom>
          <a:noFill/>
          <a:ln cap="flat" cmpd="sng" w="9525">
            <a:solidFill>
              <a:schemeClr val="dk1"/>
            </a:solidFill>
            <a:prstDash val="solid"/>
            <a:round/>
            <a:headEnd len="med" w="med" type="none"/>
            <a:tailEnd len="med" w="med" type="none"/>
          </a:ln>
        </p:spPr>
      </p:cxnSp>
      <p:cxnSp>
        <p:nvCxnSpPr>
          <p:cNvPr id="1186" name="Google Shape;1186;p24"/>
          <p:cNvCxnSpPr/>
          <p:nvPr/>
        </p:nvCxnSpPr>
        <p:spPr>
          <a:xfrm flipH="1" rot="10800000">
            <a:off x="0" y="4332550"/>
            <a:ext cx="590700" cy="663900"/>
          </a:xfrm>
          <a:prstGeom prst="straightConnector1">
            <a:avLst/>
          </a:prstGeom>
          <a:noFill/>
          <a:ln cap="flat" cmpd="sng" w="9525">
            <a:solidFill>
              <a:schemeClr val="dk1"/>
            </a:solidFill>
            <a:prstDash val="solid"/>
            <a:round/>
            <a:headEnd len="med" w="med" type="none"/>
            <a:tailEnd len="med" w="med" type="none"/>
          </a:ln>
        </p:spPr>
      </p:cxnSp>
      <p:grpSp>
        <p:nvGrpSpPr>
          <p:cNvPr id="1187" name="Google Shape;1187;p24"/>
          <p:cNvGrpSpPr/>
          <p:nvPr/>
        </p:nvGrpSpPr>
        <p:grpSpPr>
          <a:xfrm flipH="1">
            <a:off x="431725" y="4183775"/>
            <a:ext cx="292025" cy="292575"/>
            <a:chOff x="7353050" y="316275"/>
            <a:chExt cx="292025" cy="292575"/>
          </a:xfrm>
        </p:grpSpPr>
        <p:sp>
          <p:nvSpPr>
            <p:cNvPr id="1188" name="Google Shape;1188;p2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2" name="Google Shape;1192;p24"/>
          <p:cNvGrpSpPr/>
          <p:nvPr/>
        </p:nvGrpSpPr>
        <p:grpSpPr>
          <a:xfrm>
            <a:off x="1075789" y="4604675"/>
            <a:ext cx="293111" cy="293388"/>
            <a:chOff x="3164039" y="430875"/>
            <a:chExt cx="293111" cy="293388"/>
          </a:xfrm>
        </p:grpSpPr>
        <p:sp>
          <p:nvSpPr>
            <p:cNvPr id="1193" name="Google Shape;1193;p24"/>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4"/>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4"/>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4"/>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4"/>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4"/>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99" name="Google Shape;1199;p24"/>
          <p:cNvCxnSpPr/>
          <p:nvPr/>
        </p:nvCxnSpPr>
        <p:spPr>
          <a:xfrm rot="10800000">
            <a:off x="7196975" y="295100"/>
            <a:ext cx="1157100" cy="542700"/>
          </a:xfrm>
          <a:prstGeom prst="straightConnector1">
            <a:avLst/>
          </a:prstGeom>
          <a:noFill/>
          <a:ln cap="flat" cmpd="sng" w="9525">
            <a:solidFill>
              <a:schemeClr val="dk2"/>
            </a:solidFill>
            <a:prstDash val="solid"/>
            <a:round/>
            <a:headEnd len="med" w="med" type="none"/>
            <a:tailEnd len="med" w="med" type="none"/>
          </a:ln>
        </p:spPr>
      </p:cxnSp>
      <p:cxnSp>
        <p:nvCxnSpPr>
          <p:cNvPr id="1200" name="Google Shape;1200;p24"/>
          <p:cNvCxnSpPr/>
          <p:nvPr/>
        </p:nvCxnSpPr>
        <p:spPr>
          <a:xfrm flipH="1">
            <a:off x="8354075" y="-6625"/>
            <a:ext cx="791400" cy="836400"/>
          </a:xfrm>
          <a:prstGeom prst="straightConnector1">
            <a:avLst/>
          </a:prstGeom>
          <a:noFill/>
          <a:ln cap="flat" cmpd="sng" w="9525">
            <a:solidFill>
              <a:schemeClr val="dk2"/>
            </a:solidFill>
            <a:prstDash val="solid"/>
            <a:round/>
            <a:headEnd len="med" w="med" type="none"/>
            <a:tailEnd len="med" w="med" type="none"/>
          </a:ln>
        </p:spPr>
      </p:cxnSp>
      <p:grpSp>
        <p:nvGrpSpPr>
          <p:cNvPr id="1201" name="Google Shape;1201;p24"/>
          <p:cNvGrpSpPr/>
          <p:nvPr/>
        </p:nvGrpSpPr>
        <p:grpSpPr>
          <a:xfrm>
            <a:off x="8064275" y="526925"/>
            <a:ext cx="581800" cy="582350"/>
            <a:chOff x="8064275" y="887850"/>
            <a:chExt cx="581800" cy="582350"/>
          </a:xfrm>
        </p:grpSpPr>
        <p:sp>
          <p:nvSpPr>
            <p:cNvPr id="1202" name="Google Shape;1202;p2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8" name="Google Shape;1208;p24"/>
          <p:cNvGrpSpPr/>
          <p:nvPr/>
        </p:nvGrpSpPr>
        <p:grpSpPr>
          <a:xfrm>
            <a:off x="7033875" y="170875"/>
            <a:ext cx="292025" cy="292575"/>
            <a:chOff x="7353050" y="316275"/>
            <a:chExt cx="292025" cy="292575"/>
          </a:xfrm>
        </p:grpSpPr>
        <p:sp>
          <p:nvSpPr>
            <p:cNvPr id="1209" name="Google Shape;1209;p2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3" name="Google Shape;1213;p24"/>
          <p:cNvGrpSpPr/>
          <p:nvPr/>
        </p:nvGrpSpPr>
        <p:grpSpPr>
          <a:xfrm>
            <a:off x="8757950" y="229650"/>
            <a:ext cx="175000" cy="175000"/>
            <a:chOff x="8792300" y="321275"/>
            <a:chExt cx="175000" cy="175000"/>
          </a:xfrm>
        </p:grpSpPr>
        <p:sp>
          <p:nvSpPr>
            <p:cNvPr id="1214" name="Google Shape;1214;p2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8" name="Google Shape;1218;p24"/>
          <p:cNvGrpSpPr/>
          <p:nvPr/>
        </p:nvGrpSpPr>
        <p:grpSpPr>
          <a:xfrm>
            <a:off x="8490050" y="170875"/>
            <a:ext cx="175013" cy="27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2" name="Google Shape;1222;p24"/>
          <p:cNvGrpSpPr/>
          <p:nvPr/>
        </p:nvGrpSpPr>
        <p:grpSpPr>
          <a:xfrm>
            <a:off x="7916350" y="1124600"/>
            <a:ext cx="175013" cy="27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6">
    <p:spTree>
      <p:nvGrpSpPr>
        <p:cNvPr id="1226" name="Shape 1226"/>
        <p:cNvGrpSpPr/>
        <p:nvPr/>
      </p:nvGrpSpPr>
      <p:grpSpPr>
        <a:xfrm>
          <a:off x="0" y="0"/>
          <a:ext cx="0" cy="0"/>
          <a:chOff x="0" y="0"/>
          <a:chExt cx="0" cy="0"/>
        </a:xfrm>
      </p:grpSpPr>
      <p:sp>
        <p:nvSpPr>
          <p:cNvPr id="1227" name="Google Shape;1227;p25"/>
          <p:cNvSpPr txBox="1"/>
          <p:nvPr>
            <p:ph type="title"/>
          </p:nvPr>
        </p:nvSpPr>
        <p:spPr>
          <a:xfrm>
            <a:off x="896100" y="1984450"/>
            <a:ext cx="3457200" cy="12921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cxnSp>
        <p:nvCxnSpPr>
          <p:cNvPr id="1228" name="Google Shape;1228;p25"/>
          <p:cNvCxnSpPr/>
          <p:nvPr/>
        </p:nvCxnSpPr>
        <p:spPr>
          <a:xfrm>
            <a:off x="1645925" y="523125"/>
            <a:ext cx="1672500" cy="126000"/>
          </a:xfrm>
          <a:prstGeom prst="straightConnector1">
            <a:avLst/>
          </a:prstGeom>
          <a:noFill/>
          <a:ln cap="flat" cmpd="sng" w="9525">
            <a:solidFill>
              <a:schemeClr val="dk2"/>
            </a:solidFill>
            <a:prstDash val="solid"/>
            <a:round/>
            <a:headEnd len="med" w="med" type="none"/>
            <a:tailEnd len="med" w="med" type="none"/>
          </a:ln>
        </p:spPr>
      </p:cxnSp>
      <p:cxnSp>
        <p:nvCxnSpPr>
          <p:cNvPr id="1229" name="Google Shape;1229;p25"/>
          <p:cNvCxnSpPr/>
          <p:nvPr/>
        </p:nvCxnSpPr>
        <p:spPr>
          <a:xfrm flipH="1" rot="10800000">
            <a:off x="803050" y="529675"/>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1230" name="Google Shape;1230;p25"/>
          <p:cNvCxnSpPr/>
          <p:nvPr/>
        </p:nvCxnSpPr>
        <p:spPr>
          <a:xfrm>
            <a:off x="0" y="65200"/>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1231" name="Google Shape;1231;p25"/>
          <p:cNvGrpSpPr/>
          <p:nvPr/>
        </p:nvGrpSpPr>
        <p:grpSpPr>
          <a:xfrm flipH="1">
            <a:off x="499400" y="959675"/>
            <a:ext cx="581800" cy="582350"/>
            <a:chOff x="8064275" y="887850"/>
            <a:chExt cx="581800" cy="582350"/>
          </a:xfrm>
        </p:grpSpPr>
        <p:sp>
          <p:nvSpPr>
            <p:cNvPr id="1232" name="Google Shape;1232;p2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8" name="Google Shape;1238;p25"/>
          <p:cNvGrpSpPr/>
          <p:nvPr/>
        </p:nvGrpSpPr>
        <p:grpSpPr>
          <a:xfrm flipH="1">
            <a:off x="1500400" y="388100"/>
            <a:ext cx="292025" cy="292575"/>
            <a:chOff x="7353050" y="316275"/>
            <a:chExt cx="292025" cy="292575"/>
          </a:xfrm>
        </p:grpSpPr>
        <p:sp>
          <p:nvSpPr>
            <p:cNvPr id="1239" name="Google Shape;1239;p2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3" name="Google Shape;1243;p25"/>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5"/>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5"/>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5"/>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5"/>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5"/>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9" name="Google Shape;1249;p25"/>
          <p:cNvGrpSpPr/>
          <p:nvPr/>
        </p:nvGrpSpPr>
        <p:grpSpPr>
          <a:xfrm flipH="1">
            <a:off x="3527112" y="361100"/>
            <a:ext cx="175013" cy="27000"/>
            <a:chOff x="5662375" y="212375"/>
            <a:chExt cx="175013" cy="27000"/>
          </a:xfrm>
        </p:grpSpPr>
        <p:sp>
          <p:nvSpPr>
            <p:cNvPr id="1250" name="Google Shape;1250;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3" name="Google Shape;1253;p25"/>
          <p:cNvGrpSpPr/>
          <p:nvPr/>
        </p:nvGrpSpPr>
        <p:grpSpPr>
          <a:xfrm flipH="1">
            <a:off x="480412" y="242700"/>
            <a:ext cx="175013" cy="27000"/>
            <a:chOff x="5662375" y="212375"/>
            <a:chExt cx="175013" cy="27000"/>
          </a:xfrm>
        </p:grpSpPr>
        <p:sp>
          <p:nvSpPr>
            <p:cNvPr id="1254" name="Google Shape;1254;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7" name="Google Shape;1257;p25"/>
          <p:cNvGrpSpPr/>
          <p:nvPr/>
        </p:nvGrpSpPr>
        <p:grpSpPr>
          <a:xfrm flipH="1">
            <a:off x="901712" y="1653625"/>
            <a:ext cx="175013" cy="27000"/>
            <a:chOff x="5662375" y="212375"/>
            <a:chExt cx="175013" cy="27000"/>
          </a:xfrm>
        </p:grpSpPr>
        <p:sp>
          <p:nvSpPr>
            <p:cNvPr id="1258" name="Google Shape;1258;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61" name="Google Shape;1261;p25"/>
          <p:cNvCxnSpPr/>
          <p:nvPr/>
        </p:nvCxnSpPr>
        <p:spPr>
          <a:xfrm>
            <a:off x="791400" y="4212400"/>
            <a:ext cx="1157100" cy="542700"/>
          </a:xfrm>
          <a:prstGeom prst="straightConnector1">
            <a:avLst/>
          </a:prstGeom>
          <a:noFill/>
          <a:ln cap="flat" cmpd="sng" w="9525">
            <a:solidFill>
              <a:schemeClr val="dk2"/>
            </a:solidFill>
            <a:prstDash val="solid"/>
            <a:round/>
            <a:headEnd len="med" w="med" type="none"/>
            <a:tailEnd len="med" w="med" type="none"/>
          </a:ln>
        </p:spPr>
      </p:cxnSp>
      <p:cxnSp>
        <p:nvCxnSpPr>
          <p:cNvPr id="1262" name="Google Shape;1262;p25"/>
          <p:cNvCxnSpPr/>
          <p:nvPr/>
        </p:nvCxnSpPr>
        <p:spPr>
          <a:xfrm flipH="1" rot="10800000">
            <a:off x="0" y="4220425"/>
            <a:ext cx="791400" cy="836400"/>
          </a:xfrm>
          <a:prstGeom prst="straightConnector1">
            <a:avLst/>
          </a:prstGeom>
          <a:noFill/>
          <a:ln cap="flat" cmpd="sng" w="9525">
            <a:solidFill>
              <a:schemeClr val="dk2"/>
            </a:solidFill>
            <a:prstDash val="solid"/>
            <a:round/>
            <a:headEnd len="med" w="med" type="none"/>
            <a:tailEnd len="med" w="med" type="none"/>
          </a:ln>
        </p:spPr>
      </p:cxnSp>
      <p:grpSp>
        <p:nvGrpSpPr>
          <p:cNvPr id="1263" name="Google Shape;1263;p25"/>
          <p:cNvGrpSpPr/>
          <p:nvPr/>
        </p:nvGrpSpPr>
        <p:grpSpPr>
          <a:xfrm rot="10800000">
            <a:off x="499400" y="3940925"/>
            <a:ext cx="581800" cy="582350"/>
            <a:chOff x="8064275" y="887850"/>
            <a:chExt cx="581800" cy="582350"/>
          </a:xfrm>
        </p:grpSpPr>
        <p:sp>
          <p:nvSpPr>
            <p:cNvPr id="1264" name="Google Shape;1264;p2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0" name="Google Shape;1270;p25"/>
          <p:cNvGrpSpPr/>
          <p:nvPr/>
        </p:nvGrpSpPr>
        <p:grpSpPr>
          <a:xfrm rot="10800000">
            <a:off x="1819575" y="4586750"/>
            <a:ext cx="292025" cy="292575"/>
            <a:chOff x="7353050" y="316275"/>
            <a:chExt cx="292025" cy="292575"/>
          </a:xfrm>
        </p:grpSpPr>
        <p:sp>
          <p:nvSpPr>
            <p:cNvPr id="1271" name="Google Shape;1271;p2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5" name="Google Shape;1275;p25"/>
          <p:cNvGrpSpPr/>
          <p:nvPr/>
        </p:nvGrpSpPr>
        <p:grpSpPr>
          <a:xfrm rot="10800000">
            <a:off x="212525" y="4645550"/>
            <a:ext cx="175000" cy="175000"/>
            <a:chOff x="8792300" y="321275"/>
            <a:chExt cx="175000" cy="175000"/>
          </a:xfrm>
        </p:grpSpPr>
        <p:sp>
          <p:nvSpPr>
            <p:cNvPr id="1276" name="Google Shape;1276;p2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0" name="Google Shape;1280;p25"/>
          <p:cNvGrpSpPr/>
          <p:nvPr/>
        </p:nvGrpSpPr>
        <p:grpSpPr>
          <a:xfrm rot="10800000">
            <a:off x="480412" y="4852325"/>
            <a:ext cx="175013" cy="27000"/>
            <a:chOff x="5662375" y="212375"/>
            <a:chExt cx="175013" cy="27000"/>
          </a:xfrm>
        </p:grpSpPr>
        <p:sp>
          <p:nvSpPr>
            <p:cNvPr id="1281" name="Google Shape;1281;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4" name="Google Shape;1284;p25"/>
          <p:cNvGrpSpPr/>
          <p:nvPr/>
        </p:nvGrpSpPr>
        <p:grpSpPr>
          <a:xfrm rot="10800000">
            <a:off x="1054112" y="3898600"/>
            <a:ext cx="175013" cy="27000"/>
            <a:chOff x="5662375" y="212375"/>
            <a:chExt cx="175013" cy="27000"/>
          </a:xfrm>
        </p:grpSpPr>
        <p:sp>
          <p:nvSpPr>
            <p:cNvPr id="1285" name="Google Shape;1285;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7">
    <p:spTree>
      <p:nvGrpSpPr>
        <p:cNvPr id="1288" name="Shape 1288"/>
        <p:cNvGrpSpPr/>
        <p:nvPr/>
      </p:nvGrpSpPr>
      <p:grpSpPr>
        <a:xfrm>
          <a:off x="0" y="0"/>
          <a:ext cx="0" cy="0"/>
          <a:chOff x="0" y="0"/>
          <a:chExt cx="0" cy="0"/>
        </a:xfrm>
      </p:grpSpPr>
      <p:sp>
        <p:nvSpPr>
          <p:cNvPr id="1289" name="Google Shape;1289;p26"/>
          <p:cNvSpPr txBox="1"/>
          <p:nvPr>
            <p:ph type="title"/>
          </p:nvPr>
        </p:nvSpPr>
        <p:spPr>
          <a:xfrm>
            <a:off x="723750" y="526925"/>
            <a:ext cx="76965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1290" name="Google Shape;1290;p26"/>
          <p:cNvCxnSpPr/>
          <p:nvPr/>
        </p:nvCxnSpPr>
        <p:spPr>
          <a:xfrm rot="10800000">
            <a:off x="8109000" y="501275"/>
            <a:ext cx="737700" cy="737700"/>
          </a:xfrm>
          <a:prstGeom prst="straightConnector1">
            <a:avLst/>
          </a:prstGeom>
          <a:noFill/>
          <a:ln cap="flat" cmpd="sng" w="9525">
            <a:solidFill>
              <a:schemeClr val="dk2"/>
            </a:solidFill>
            <a:prstDash val="solid"/>
            <a:round/>
            <a:headEnd len="med" w="med" type="none"/>
            <a:tailEnd len="med" w="med" type="none"/>
          </a:ln>
        </p:spPr>
      </p:cxnSp>
      <p:cxnSp>
        <p:nvCxnSpPr>
          <p:cNvPr id="1291" name="Google Shape;1291;p26"/>
          <p:cNvCxnSpPr/>
          <p:nvPr/>
        </p:nvCxnSpPr>
        <p:spPr>
          <a:xfrm>
            <a:off x="582475" y="282188"/>
            <a:ext cx="1212900" cy="422700"/>
          </a:xfrm>
          <a:prstGeom prst="straightConnector1">
            <a:avLst/>
          </a:prstGeom>
          <a:noFill/>
          <a:ln cap="flat" cmpd="sng" w="9525">
            <a:solidFill>
              <a:schemeClr val="dk2"/>
            </a:solidFill>
            <a:prstDash val="solid"/>
            <a:round/>
            <a:headEnd len="med" w="med" type="none"/>
            <a:tailEnd len="med" w="med" type="none"/>
          </a:ln>
        </p:spPr>
      </p:cxnSp>
      <p:cxnSp>
        <p:nvCxnSpPr>
          <p:cNvPr id="1292" name="Google Shape;1292;p26"/>
          <p:cNvCxnSpPr/>
          <p:nvPr/>
        </p:nvCxnSpPr>
        <p:spPr>
          <a:xfrm flipH="1" rot="10800000">
            <a:off x="0" y="274188"/>
            <a:ext cx="582600" cy="654300"/>
          </a:xfrm>
          <a:prstGeom prst="straightConnector1">
            <a:avLst/>
          </a:prstGeom>
          <a:noFill/>
          <a:ln cap="flat" cmpd="sng" w="9525">
            <a:solidFill>
              <a:schemeClr val="dk2"/>
            </a:solidFill>
            <a:prstDash val="solid"/>
            <a:round/>
            <a:headEnd len="med" w="med" type="none"/>
            <a:tailEnd len="med" w="med" type="none"/>
          </a:ln>
        </p:spPr>
      </p:cxnSp>
      <p:grpSp>
        <p:nvGrpSpPr>
          <p:cNvPr id="1293" name="Google Shape;1293;p26"/>
          <p:cNvGrpSpPr/>
          <p:nvPr/>
        </p:nvGrpSpPr>
        <p:grpSpPr>
          <a:xfrm flipH="1">
            <a:off x="423750" y="125363"/>
            <a:ext cx="292025" cy="292575"/>
            <a:chOff x="7353050" y="316275"/>
            <a:chExt cx="292025" cy="292575"/>
          </a:xfrm>
        </p:grpSpPr>
        <p:sp>
          <p:nvSpPr>
            <p:cNvPr id="1294" name="Google Shape;1294;p2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8" name="Google Shape;1298;p26"/>
          <p:cNvGrpSpPr/>
          <p:nvPr/>
        </p:nvGrpSpPr>
        <p:grpSpPr>
          <a:xfrm>
            <a:off x="1638739" y="558163"/>
            <a:ext cx="293111" cy="293388"/>
            <a:chOff x="3164039" y="430875"/>
            <a:chExt cx="293111" cy="293388"/>
          </a:xfrm>
        </p:grpSpPr>
        <p:sp>
          <p:nvSpPr>
            <p:cNvPr id="1299" name="Google Shape;1299;p26"/>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6"/>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6"/>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6"/>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6"/>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6"/>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5" name="Google Shape;1305;p26"/>
          <p:cNvGrpSpPr/>
          <p:nvPr/>
        </p:nvGrpSpPr>
        <p:grpSpPr>
          <a:xfrm>
            <a:off x="1591750" y="362600"/>
            <a:ext cx="175013" cy="27000"/>
            <a:chOff x="5662375" y="212375"/>
            <a:chExt cx="175013" cy="27000"/>
          </a:xfrm>
        </p:grpSpPr>
        <p:sp>
          <p:nvSpPr>
            <p:cNvPr id="1306" name="Google Shape;1306;p26"/>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6"/>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6"/>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09" name="Google Shape;1309;p26"/>
          <p:cNvCxnSpPr/>
          <p:nvPr/>
        </p:nvCxnSpPr>
        <p:spPr>
          <a:xfrm flipH="1">
            <a:off x="8151325" y="6875"/>
            <a:ext cx="1002600" cy="494400"/>
          </a:xfrm>
          <a:prstGeom prst="straightConnector1">
            <a:avLst/>
          </a:prstGeom>
          <a:noFill/>
          <a:ln cap="flat" cmpd="sng" w="9525">
            <a:solidFill>
              <a:schemeClr val="dk2"/>
            </a:solidFill>
            <a:prstDash val="solid"/>
            <a:round/>
            <a:headEnd len="med" w="med" type="none"/>
            <a:tailEnd len="med" w="med" type="none"/>
          </a:ln>
        </p:spPr>
      </p:cxnSp>
      <p:grpSp>
        <p:nvGrpSpPr>
          <p:cNvPr id="1310" name="Google Shape;1310;p26"/>
          <p:cNvGrpSpPr/>
          <p:nvPr/>
        </p:nvGrpSpPr>
        <p:grpSpPr>
          <a:xfrm>
            <a:off x="7823875" y="202375"/>
            <a:ext cx="581800" cy="582350"/>
            <a:chOff x="8064275" y="887850"/>
            <a:chExt cx="581800" cy="582350"/>
          </a:xfrm>
        </p:grpSpPr>
        <p:sp>
          <p:nvSpPr>
            <p:cNvPr id="1311" name="Google Shape;1311;p2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7" name="Google Shape;1317;p26"/>
          <p:cNvGrpSpPr/>
          <p:nvPr/>
        </p:nvGrpSpPr>
        <p:grpSpPr>
          <a:xfrm flipH="1">
            <a:off x="8698650" y="1117488"/>
            <a:ext cx="292025" cy="292575"/>
            <a:chOff x="7353050" y="316275"/>
            <a:chExt cx="292025" cy="292575"/>
          </a:xfrm>
        </p:grpSpPr>
        <p:sp>
          <p:nvSpPr>
            <p:cNvPr id="1318" name="Google Shape;1318;p2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2" name="Google Shape;1322;p26"/>
          <p:cNvGrpSpPr/>
          <p:nvPr/>
        </p:nvGrpSpPr>
        <p:grpSpPr>
          <a:xfrm>
            <a:off x="8678350" y="1581800"/>
            <a:ext cx="175013" cy="27000"/>
            <a:chOff x="5662375" y="212375"/>
            <a:chExt cx="175013" cy="27000"/>
          </a:xfrm>
        </p:grpSpPr>
        <p:sp>
          <p:nvSpPr>
            <p:cNvPr id="1323" name="Google Shape;1323;p26"/>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6"/>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6"/>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8">
    <p:spTree>
      <p:nvGrpSpPr>
        <p:cNvPr id="1326"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cap="flat" cmpd="sng" w="9525">
            <a:solidFill>
              <a:srgbClr val="1A2E35"/>
            </a:solidFill>
            <a:prstDash val="solid"/>
            <a:round/>
            <a:headEnd len="med" w="med" type="none"/>
            <a:tailEnd len="med" w="med" type="none"/>
          </a:ln>
        </p:spPr>
      </p:cxnSp>
      <p:cxnSp>
        <p:nvCxnSpPr>
          <p:cNvPr id="1328" name="Google Shape;1328;p27"/>
          <p:cNvCxnSpPr/>
          <p:nvPr/>
        </p:nvCxnSpPr>
        <p:spPr>
          <a:xfrm flipH="1" rot="-5400000">
            <a:off x="7181408" y="2082400"/>
            <a:ext cx="1342200" cy="315300"/>
          </a:xfrm>
          <a:prstGeom prst="straightConnector1">
            <a:avLst/>
          </a:prstGeom>
          <a:noFill/>
          <a:ln cap="flat" cmpd="sng" w="9525">
            <a:solidFill>
              <a:srgbClr val="1A2E35"/>
            </a:solidFill>
            <a:prstDash val="solid"/>
            <a:round/>
            <a:headEnd len="med" w="med" type="none"/>
            <a:tailEnd len="med" w="med" type="none"/>
          </a:ln>
        </p:spPr>
      </p:cxnSp>
      <p:cxnSp>
        <p:nvCxnSpPr>
          <p:cNvPr id="1329" name="Google Shape;1329;p27"/>
          <p:cNvCxnSpPr/>
          <p:nvPr/>
        </p:nvCxnSpPr>
        <p:spPr>
          <a:xfrm rot="5400000">
            <a:off x="7232433" y="736375"/>
            <a:ext cx="1332000" cy="392100"/>
          </a:xfrm>
          <a:prstGeom prst="straightConnector1">
            <a:avLst/>
          </a:prstGeom>
          <a:noFill/>
          <a:ln cap="flat" cmpd="sng" w="9525">
            <a:solidFill>
              <a:srgbClr val="1A2E35"/>
            </a:solidFill>
            <a:prstDash val="solid"/>
            <a:round/>
            <a:headEnd len="med" w="med" type="none"/>
            <a:tailEnd len="med" w="med" type="none"/>
          </a:ln>
        </p:spPr>
      </p:cxnSp>
      <p:cxnSp>
        <p:nvCxnSpPr>
          <p:cNvPr id="1330" name="Google Shape;1330;p27"/>
          <p:cNvCxnSpPr/>
          <p:nvPr/>
        </p:nvCxnSpPr>
        <p:spPr>
          <a:xfrm rot="5400000">
            <a:off x="8168433" y="-66600"/>
            <a:ext cx="273900" cy="407100"/>
          </a:xfrm>
          <a:prstGeom prst="straightConnector1">
            <a:avLst/>
          </a:prstGeom>
          <a:noFill/>
          <a:ln cap="flat" cmpd="sng" w="9525">
            <a:solidFill>
              <a:srgbClr val="1A2E35"/>
            </a:solidFill>
            <a:prstDash val="solid"/>
            <a:round/>
            <a:headEnd len="med" w="med" type="none"/>
            <a:tailEnd len="med" w="med" type="none"/>
          </a:ln>
        </p:spPr>
      </p:cxnSp>
      <p:grpSp>
        <p:nvGrpSpPr>
          <p:cNvPr id="1331" name="Google Shape;1331;p27"/>
          <p:cNvGrpSpPr/>
          <p:nvPr/>
        </p:nvGrpSpPr>
        <p:grpSpPr>
          <a:xfrm flipH="1" rot="5400000">
            <a:off x="7407333" y="1284925"/>
            <a:ext cx="581800" cy="582350"/>
            <a:chOff x="8064275" y="887850"/>
            <a:chExt cx="581800" cy="582350"/>
          </a:xfrm>
        </p:grpSpPr>
        <p:sp>
          <p:nvSpPr>
            <p:cNvPr id="1332" name="Google Shape;1332;p2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8" name="Google Shape;1338;p27"/>
          <p:cNvGrpSpPr/>
          <p:nvPr/>
        </p:nvGrpSpPr>
        <p:grpSpPr>
          <a:xfrm flipH="1" rot="5400000">
            <a:off x="7869720" y="2754200"/>
            <a:ext cx="292025" cy="292575"/>
            <a:chOff x="7353050" y="316275"/>
            <a:chExt cx="292025" cy="292575"/>
          </a:xfrm>
        </p:grpSpPr>
        <p:sp>
          <p:nvSpPr>
            <p:cNvPr id="1339" name="Google Shape;1339;p2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3" name="Google Shape;1343;p27"/>
          <p:cNvGrpSpPr/>
          <p:nvPr/>
        </p:nvGrpSpPr>
        <p:grpSpPr>
          <a:xfrm flipH="1" rot="5400000">
            <a:off x="8012458" y="178175"/>
            <a:ext cx="175000" cy="175000"/>
            <a:chOff x="8792300" y="321275"/>
            <a:chExt cx="175000" cy="175000"/>
          </a:xfrm>
        </p:grpSpPr>
        <p:sp>
          <p:nvSpPr>
            <p:cNvPr id="1344" name="Google Shape;1344;p2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5" name="Google Shape;1355;p27"/>
          <p:cNvGrpSpPr/>
          <p:nvPr/>
        </p:nvGrpSpPr>
        <p:grpSpPr>
          <a:xfrm flipH="1" rot="5400000">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59" name="Google Shape;1359;p27"/>
          <p:cNvCxnSpPr/>
          <p:nvPr/>
        </p:nvCxnSpPr>
        <p:spPr>
          <a:xfrm flipH="1" rot="5400000">
            <a:off x="740850" y="2598325"/>
            <a:ext cx="1672500" cy="126000"/>
          </a:xfrm>
          <a:prstGeom prst="straightConnector1">
            <a:avLst/>
          </a:prstGeom>
          <a:noFill/>
          <a:ln cap="flat" cmpd="sng" w="9525">
            <a:solidFill>
              <a:srgbClr val="1A2E35"/>
            </a:solidFill>
            <a:prstDash val="solid"/>
            <a:round/>
            <a:headEnd len="med" w="med" type="none"/>
            <a:tailEnd len="med" w="med" type="none"/>
          </a:ln>
        </p:spPr>
      </p:cxnSp>
      <p:cxnSp>
        <p:nvCxnSpPr>
          <p:cNvPr id="1360" name="Google Shape;1360;p27"/>
          <p:cNvCxnSpPr/>
          <p:nvPr/>
        </p:nvCxnSpPr>
        <p:spPr>
          <a:xfrm rot="-5400000">
            <a:off x="847100" y="3554000"/>
            <a:ext cx="829500" cy="743400"/>
          </a:xfrm>
          <a:prstGeom prst="straightConnector1">
            <a:avLst/>
          </a:prstGeom>
          <a:noFill/>
          <a:ln cap="flat" cmpd="sng" w="9525">
            <a:solidFill>
              <a:srgbClr val="1A2E35"/>
            </a:solidFill>
            <a:prstDash val="solid"/>
            <a:round/>
            <a:headEnd len="med" w="med" type="none"/>
            <a:tailEnd len="med" w="med" type="none"/>
          </a:ln>
        </p:spPr>
      </p:cxnSp>
      <p:cxnSp>
        <p:nvCxnSpPr>
          <p:cNvPr id="1361" name="Google Shape;1361;p27"/>
          <p:cNvCxnSpPr/>
          <p:nvPr/>
        </p:nvCxnSpPr>
        <p:spPr>
          <a:xfrm flipH="1" rot="5400000">
            <a:off x="1105775" y="4151250"/>
            <a:ext cx="796500" cy="1188000"/>
          </a:xfrm>
          <a:prstGeom prst="straightConnector1">
            <a:avLst/>
          </a:prstGeom>
          <a:noFill/>
          <a:ln cap="flat" cmpd="sng" w="9525">
            <a:solidFill>
              <a:srgbClr val="1A2E35"/>
            </a:solidFill>
            <a:prstDash val="solid"/>
            <a:round/>
            <a:headEnd len="med" w="med" type="none"/>
            <a:tailEnd len="med" w="med" type="none"/>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9" name="Google Shape;1379;p27"/>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7"/>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7"/>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7"/>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7"/>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7"/>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9">
    <p:spTree>
      <p:nvGrpSpPr>
        <p:cNvPr id="1397"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cap="flat" cmpd="sng" w="9525">
              <a:solidFill>
                <a:srgbClr val="595959"/>
              </a:solidFill>
              <a:prstDash val="solid"/>
              <a:round/>
              <a:headEnd len="med" w="med" type="none"/>
              <a:tailEnd len="med" w="med" type="none"/>
            </a:ln>
          </p:spPr>
        </p:cxnSp>
        <p:cxnSp>
          <p:nvCxnSpPr>
            <p:cNvPr id="1400" name="Google Shape;1400;p28"/>
            <p:cNvCxnSpPr/>
            <p:nvPr/>
          </p:nvCxnSpPr>
          <p:spPr>
            <a:xfrm>
              <a:off x="8666025" y="-1158"/>
              <a:ext cx="0" cy="1902000"/>
            </a:xfrm>
            <a:prstGeom prst="straightConnector1">
              <a:avLst/>
            </a:prstGeom>
            <a:noFill/>
            <a:ln cap="flat" cmpd="sng" w="9525">
              <a:solidFill>
                <a:srgbClr val="595959"/>
              </a:solidFill>
              <a:prstDash val="solid"/>
              <a:round/>
              <a:headEnd len="med" w="med" type="none"/>
              <a:tailEnd len="med" w="med" type="none"/>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20">
    <p:spTree>
      <p:nvGrpSpPr>
        <p:cNvPr id="1418"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cap="flat" cmpd="sng" w="9525">
              <a:solidFill>
                <a:srgbClr val="595959"/>
              </a:solidFill>
              <a:prstDash val="solid"/>
              <a:round/>
              <a:headEnd len="med" w="med" type="none"/>
              <a:tailEnd len="med" w="med" type="none"/>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38" name="Google Shape;1438;p29"/>
            <p:cNvCxnSpPr/>
            <p:nvPr/>
          </p:nvCxnSpPr>
          <p:spPr>
            <a:xfrm>
              <a:off x="723725" y="613"/>
              <a:ext cx="0" cy="2501400"/>
            </a:xfrm>
            <a:prstGeom prst="straightConnector1">
              <a:avLst/>
            </a:prstGeom>
            <a:noFill/>
            <a:ln cap="flat" cmpd="sng" w="9525">
              <a:solidFill>
                <a:srgbClr val="595959"/>
              </a:solidFill>
              <a:prstDash val="solid"/>
              <a:round/>
              <a:headEnd len="med" w="med" type="none"/>
              <a:tailEnd len="med" w="med" type="none"/>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72" name="Google Shape;1472;p29"/>
            <p:cNvCxnSpPr/>
            <p:nvPr/>
          </p:nvCxnSpPr>
          <p:spPr>
            <a:xfrm>
              <a:off x="8407225" y="0"/>
              <a:ext cx="0" cy="2160900"/>
            </a:xfrm>
            <a:prstGeom prst="straightConnector1">
              <a:avLst/>
            </a:prstGeom>
            <a:noFill/>
            <a:ln cap="flat" cmpd="sng" w="9525">
              <a:solidFill>
                <a:srgbClr val="595959"/>
              </a:solidFill>
              <a:prstDash val="solid"/>
              <a:round/>
              <a:headEnd len="med" w="med" type="none"/>
              <a:tailEnd len="med" w="med" type="none"/>
            </a:ln>
          </p:spPr>
        </p:cxnSp>
        <p:cxnSp>
          <p:nvCxnSpPr>
            <p:cNvPr id="1473" name="Google Shape;1473;p29"/>
            <p:cNvCxnSpPr/>
            <p:nvPr/>
          </p:nvCxnSpPr>
          <p:spPr>
            <a:xfrm>
              <a:off x="718025" y="2985634"/>
              <a:ext cx="0" cy="2160900"/>
            </a:xfrm>
            <a:prstGeom prst="straightConnector1">
              <a:avLst/>
            </a:prstGeom>
            <a:noFill/>
            <a:ln cap="flat" cmpd="sng" w="9525">
              <a:solidFill>
                <a:srgbClr val="595959"/>
              </a:solidFill>
              <a:prstDash val="solid"/>
              <a:round/>
              <a:headEnd len="med" w="med" type="none"/>
              <a:tailEnd len="med" w="med" type="none"/>
            </a:ln>
          </p:spPr>
        </p:cxnSp>
        <p:sp>
          <p:nvSpPr>
            <p:cNvPr id="1474" name="Google Shape;1474;p29"/>
            <p:cNvSpPr/>
            <p:nvPr/>
          </p:nvSpPr>
          <p:spPr>
            <a:xfrm>
              <a:off x="671825" y="4587888"/>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9"/>
            <p:cNvSpPr/>
            <p:nvPr/>
          </p:nvSpPr>
          <p:spPr>
            <a:xfrm>
              <a:off x="671825" y="3940338"/>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9"/>
            <p:cNvSpPr/>
            <p:nvPr/>
          </p:nvSpPr>
          <p:spPr>
            <a:xfrm>
              <a:off x="8361025" y="1453500"/>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9"/>
            <p:cNvSpPr/>
            <p:nvPr/>
          </p:nvSpPr>
          <p:spPr>
            <a:xfrm>
              <a:off x="8361025" y="234875"/>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CUSTOM_21">
    <p:spTree>
      <p:nvGrpSpPr>
        <p:cNvPr id="1478"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1481" name="Google Shape;1481;p30"/>
            <p:cNvCxnSpPr/>
            <p:nvPr/>
          </p:nvCxnSpPr>
          <p:spPr>
            <a:xfrm flipH="1" rot="10800000">
              <a:off x="1562083" y="4492325"/>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1482" name="Google Shape;1482;p30"/>
            <p:cNvCxnSpPr/>
            <p:nvPr/>
          </p:nvCxnSpPr>
          <p:spPr>
            <a:xfrm>
              <a:off x="259558" y="4408000"/>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1483" name="Google Shape;1483;p30"/>
            <p:cNvCxnSpPr/>
            <p:nvPr/>
          </p:nvCxnSpPr>
          <p:spPr>
            <a:xfrm>
              <a:off x="-6867" y="399355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12" name="Google Shape;1512;p30"/>
            <p:cNvCxnSpPr/>
            <p:nvPr/>
          </p:nvCxnSpPr>
          <p:spPr>
            <a:xfrm rot="10800000">
              <a:off x="5995050" y="226600"/>
              <a:ext cx="1504500" cy="224700"/>
            </a:xfrm>
            <a:prstGeom prst="straightConnector1">
              <a:avLst/>
            </a:prstGeom>
            <a:noFill/>
            <a:ln cap="flat" cmpd="sng" w="9525">
              <a:solidFill>
                <a:schemeClr val="dk2"/>
              </a:solidFill>
              <a:prstDash val="solid"/>
              <a:round/>
              <a:headEnd len="med" w="med" type="none"/>
              <a:tailEnd len="med" w="med" type="none"/>
            </a:ln>
          </p:spPr>
        </p:cxnSp>
        <p:cxnSp>
          <p:nvCxnSpPr>
            <p:cNvPr id="1513" name="Google Shape;1513;p30"/>
            <p:cNvCxnSpPr/>
            <p:nvPr/>
          </p:nvCxnSpPr>
          <p:spPr>
            <a:xfrm rot="10800000">
              <a:off x="7512925" y="457850"/>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1514" name="Google Shape;1514;p30"/>
            <p:cNvCxnSpPr/>
            <p:nvPr/>
          </p:nvCxnSpPr>
          <p:spPr>
            <a:xfrm flipH="1">
              <a:off x="8348975" y="-6625"/>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2" name="Google Shape;1532;p30"/>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0"/>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0"/>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0"/>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0"/>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0"/>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22">
    <p:spTree>
      <p:nvGrpSpPr>
        <p:cNvPr id="1546" name="Shape 1546"/>
        <p:cNvGrpSpPr/>
        <p:nvPr/>
      </p:nvGrpSpPr>
      <p:grpSpPr>
        <a:xfrm>
          <a:off x="0" y="0"/>
          <a:ext cx="0" cy="0"/>
          <a:chOff x="0" y="0"/>
          <a:chExt cx="0" cy="0"/>
        </a:xfrm>
      </p:grpSpPr>
      <p:grpSp>
        <p:nvGrpSpPr>
          <p:cNvPr id="1547" name="Google Shape;1547;p31"/>
          <p:cNvGrpSpPr/>
          <p:nvPr/>
        </p:nvGrpSpPr>
        <p:grpSpPr>
          <a:xfrm>
            <a:off x="1349626" y="598417"/>
            <a:ext cx="6453730" cy="3631136"/>
            <a:chOff x="365750" y="1285025"/>
            <a:chExt cx="6934275" cy="3315500"/>
          </a:xfrm>
        </p:grpSpPr>
        <p:sp>
          <p:nvSpPr>
            <p:cNvPr id="1548" name="Google Shape;1548;p31"/>
            <p:cNvSpPr/>
            <p:nvPr/>
          </p:nvSpPr>
          <p:spPr>
            <a:xfrm>
              <a:off x="365750" y="1285025"/>
              <a:ext cx="6934275" cy="3315500"/>
            </a:xfrm>
            <a:custGeom>
              <a:rect b="b" l="l" r="r" t="t"/>
              <a:pathLst>
                <a:path extrusionOk="0" h="132620" w="277371">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1"/>
            <p:cNvSpPr/>
            <p:nvPr/>
          </p:nvSpPr>
          <p:spPr>
            <a:xfrm>
              <a:off x="417100" y="1285575"/>
              <a:ext cx="6842700" cy="3314500"/>
            </a:xfrm>
            <a:custGeom>
              <a:rect b="b" l="l" r="r" t="t"/>
              <a:pathLst>
                <a:path extrusionOk="0" h="132580" w="273708">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0" name="Google Shape;1550;p31"/>
          <p:cNvSpPr txBox="1"/>
          <p:nvPr>
            <p:ph type="title"/>
          </p:nvPr>
        </p:nvSpPr>
        <p:spPr>
          <a:xfrm>
            <a:off x="2624328" y="1018528"/>
            <a:ext cx="3904500" cy="1902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grpSp>
        <p:nvGrpSpPr>
          <p:cNvPr id="1551" name="Google Shape;1551;p31"/>
          <p:cNvGrpSpPr/>
          <p:nvPr/>
        </p:nvGrpSpPr>
        <p:grpSpPr>
          <a:xfrm>
            <a:off x="-6867" y="-6625"/>
            <a:ext cx="9152342" cy="5102050"/>
            <a:chOff x="-6867" y="-6625"/>
            <a:chExt cx="9152342" cy="5102050"/>
          </a:xfrm>
        </p:grpSpPr>
        <p:cxnSp>
          <p:nvCxnSpPr>
            <p:cNvPr id="1552" name="Google Shape;1552;p31"/>
            <p:cNvCxnSpPr/>
            <p:nvPr/>
          </p:nvCxnSpPr>
          <p:spPr>
            <a:xfrm>
              <a:off x="2904283" y="4513075"/>
              <a:ext cx="1133100" cy="306300"/>
            </a:xfrm>
            <a:prstGeom prst="straightConnector1">
              <a:avLst/>
            </a:prstGeom>
            <a:noFill/>
            <a:ln cap="flat" cmpd="sng" w="9525">
              <a:solidFill>
                <a:srgbClr val="595959"/>
              </a:solidFill>
              <a:prstDash val="solid"/>
              <a:round/>
              <a:headEnd len="med" w="med" type="none"/>
              <a:tailEnd len="med" w="med" type="none"/>
            </a:ln>
          </p:spPr>
        </p:cxnSp>
        <p:cxnSp>
          <p:nvCxnSpPr>
            <p:cNvPr id="1553" name="Google Shape;1553;p31"/>
            <p:cNvCxnSpPr/>
            <p:nvPr/>
          </p:nvCxnSpPr>
          <p:spPr>
            <a:xfrm flipH="1" rot="10800000">
              <a:off x="1562083" y="4492325"/>
              <a:ext cx="1342200" cy="315300"/>
            </a:xfrm>
            <a:prstGeom prst="straightConnector1">
              <a:avLst/>
            </a:prstGeom>
            <a:noFill/>
            <a:ln cap="flat" cmpd="sng" w="9525">
              <a:solidFill>
                <a:srgbClr val="595959"/>
              </a:solidFill>
              <a:prstDash val="solid"/>
              <a:round/>
              <a:headEnd len="med" w="med" type="none"/>
              <a:tailEnd len="med" w="med" type="none"/>
            </a:ln>
          </p:spPr>
        </p:cxnSp>
        <p:cxnSp>
          <p:nvCxnSpPr>
            <p:cNvPr id="1554" name="Google Shape;1554;p31"/>
            <p:cNvCxnSpPr/>
            <p:nvPr/>
          </p:nvCxnSpPr>
          <p:spPr>
            <a:xfrm>
              <a:off x="259558" y="4408000"/>
              <a:ext cx="1332000" cy="392100"/>
            </a:xfrm>
            <a:prstGeom prst="straightConnector1">
              <a:avLst/>
            </a:prstGeom>
            <a:noFill/>
            <a:ln cap="flat" cmpd="sng" w="9525">
              <a:solidFill>
                <a:srgbClr val="595959"/>
              </a:solidFill>
              <a:prstDash val="solid"/>
              <a:round/>
              <a:headEnd len="med" w="med" type="none"/>
              <a:tailEnd len="med" w="med" type="none"/>
            </a:ln>
          </p:spPr>
        </p:cxnSp>
        <p:cxnSp>
          <p:nvCxnSpPr>
            <p:cNvPr id="1555" name="Google Shape;1555;p31"/>
            <p:cNvCxnSpPr/>
            <p:nvPr/>
          </p:nvCxnSpPr>
          <p:spPr>
            <a:xfrm>
              <a:off x="-6867" y="3993550"/>
              <a:ext cx="273900" cy="407100"/>
            </a:xfrm>
            <a:prstGeom prst="straightConnector1">
              <a:avLst/>
            </a:prstGeom>
            <a:noFill/>
            <a:ln cap="flat" cmpd="sng" w="9525">
              <a:solidFill>
                <a:srgbClr val="595959"/>
              </a:solidFill>
              <a:prstDash val="solid"/>
              <a:round/>
              <a:headEnd len="med" w="med" type="none"/>
              <a:tailEnd len="med" w="med" type="none"/>
            </a:ln>
          </p:spPr>
        </p:cxnSp>
        <p:grpSp>
          <p:nvGrpSpPr>
            <p:cNvPr id="1556" name="Google Shape;1556;p31"/>
            <p:cNvGrpSpPr/>
            <p:nvPr/>
          </p:nvGrpSpPr>
          <p:grpSpPr>
            <a:xfrm flipH="1">
              <a:off x="1278333" y="4513075"/>
              <a:ext cx="581800" cy="582350"/>
              <a:chOff x="8064275" y="887850"/>
              <a:chExt cx="581800" cy="582350"/>
            </a:xfrm>
          </p:grpSpPr>
          <p:sp>
            <p:nvSpPr>
              <p:cNvPr id="1557" name="Google Shape;1557;p3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3" name="Google Shape;1563;p31"/>
            <p:cNvGrpSpPr/>
            <p:nvPr/>
          </p:nvGrpSpPr>
          <p:grpSpPr>
            <a:xfrm flipH="1">
              <a:off x="2747608" y="4340463"/>
              <a:ext cx="292025" cy="292575"/>
              <a:chOff x="7353050" y="316275"/>
              <a:chExt cx="292025" cy="292575"/>
            </a:xfrm>
          </p:grpSpPr>
          <p:sp>
            <p:nvSpPr>
              <p:cNvPr id="1564" name="Google Shape;1564;p3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8" name="Google Shape;1568;p31"/>
            <p:cNvGrpSpPr/>
            <p:nvPr/>
          </p:nvGrpSpPr>
          <p:grpSpPr>
            <a:xfrm flipH="1">
              <a:off x="171308" y="4315025"/>
              <a:ext cx="175000" cy="175000"/>
              <a:chOff x="8792300" y="321275"/>
              <a:chExt cx="175000" cy="175000"/>
            </a:xfrm>
          </p:grpSpPr>
          <p:sp>
            <p:nvSpPr>
              <p:cNvPr id="1569" name="Google Shape;1569;p3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3" name="Google Shape;1573;p31"/>
            <p:cNvGrpSpPr/>
            <p:nvPr/>
          </p:nvGrpSpPr>
          <p:grpSpPr>
            <a:xfrm>
              <a:off x="3873197" y="4657550"/>
              <a:ext cx="293111" cy="293388"/>
              <a:chOff x="3164039" y="430875"/>
              <a:chExt cx="293111" cy="293388"/>
            </a:xfrm>
          </p:grpSpPr>
          <p:sp>
            <p:nvSpPr>
              <p:cNvPr id="1574" name="Google Shape;1574;p3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0" name="Google Shape;1580;p31"/>
            <p:cNvGrpSpPr/>
            <p:nvPr/>
          </p:nvGrpSpPr>
          <p:grpSpPr>
            <a:xfrm flipH="1">
              <a:off x="242270" y="4142425"/>
              <a:ext cx="175013" cy="27000"/>
              <a:chOff x="5662375" y="212375"/>
              <a:chExt cx="175013" cy="27000"/>
            </a:xfrm>
          </p:grpSpPr>
          <p:sp>
            <p:nvSpPr>
              <p:cNvPr id="1581" name="Google Shape;1581;p3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84" name="Google Shape;1584;p31"/>
            <p:cNvCxnSpPr/>
            <p:nvPr/>
          </p:nvCxnSpPr>
          <p:spPr>
            <a:xfrm rot="10800000">
              <a:off x="5995050" y="226600"/>
              <a:ext cx="1504500" cy="224700"/>
            </a:xfrm>
            <a:prstGeom prst="straightConnector1">
              <a:avLst/>
            </a:prstGeom>
            <a:noFill/>
            <a:ln cap="flat" cmpd="sng" w="9525">
              <a:solidFill>
                <a:srgbClr val="595959"/>
              </a:solidFill>
              <a:prstDash val="solid"/>
              <a:round/>
              <a:headEnd len="med" w="med" type="none"/>
              <a:tailEnd len="med" w="med" type="none"/>
            </a:ln>
          </p:spPr>
        </p:cxnSp>
        <p:cxnSp>
          <p:nvCxnSpPr>
            <p:cNvPr id="1585" name="Google Shape;1585;p31"/>
            <p:cNvCxnSpPr/>
            <p:nvPr/>
          </p:nvCxnSpPr>
          <p:spPr>
            <a:xfrm rot="10800000">
              <a:off x="7512925" y="457850"/>
              <a:ext cx="829500" cy="743400"/>
            </a:xfrm>
            <a:prstGeom prst="straightConnector1">
              <a:avLst/>
            </a:prstGeom>
            <a:noFill/>
            <a:ln cap="flat" cmpd="sng" w="9525">
              <a:solidFill>
                <a:srgbClr val="595959"/>
              </a:solidFill>
              <a:prstDash val="solid"/>
              <a:round/>
              <a:headEnd len="med" w="med" type="none"/>
              <a:tailEnd len="med" w="med" type="none"/>
            </a:ln>
          </p:spPr>
        </p:cxnSp>
        <p:cxnSp>
          <p:nvCxnSpPr>
            <p:cNvPr id="1586" name="Google Shape;1586;p31"/>
            <p:cNvCxnSpPr/>
            <p:nvPr/>
          </p:nvCxnSpPr>
          <p:spPr>
            <a:xfrm flipH="1">
              <a:off x="8348975" y="-6625"/>
              <a:ext cx="796500" cy="1188000"/>
            </a:xfrm>
            <a:prstGeom prst="straightConnector1">
              <a:avLst/>
            </a:prstGeom>
            <a:noFill/>
            <a:ln cap="flat" cmpd="sng" w="9525">
              <a:solidFill>
                <a:srgbClr val="595959"/>
              </a:solidFill>
              <a:prstDash val="solid"/>
              <a:round/>
              <a:headEnd len="med" w="med" type="none"/>
              <a:tailEnd len="med" w="med" type="none"/>
            </a:ln>
          </p:spPr>
        </p:cxnSp>
        <p:grpSp>
          <p:nvGrpSpPr>
            <p:cNvPr id="1587" name="Google Shape;1587;p31"/>
            <p:cNvGrpSpPr/>
            <p:nvPr/>
          </p:nvGrpSpPr>
          <p:grpSpPr>
            <a:xfrm>
              <a:off x="8064275" y="1040250"/>
              <a:ext cx="581800" cy="582350"/>
              <a:chOff x="8064275" y="887850"/>
              <a:chExt cx="581800" cy="582350"/>
            </a:xfrm>
          </p:grpSpPr>
          <p:sp>
            <p:nvSpPr>
              <p:cNvPr id="1588" name="Google Shape;1588;p3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4" name="Google Shape;1594;p31"/>
            <p:cNvGrpSpPr/>
            <p:nvPr/>
          </p:nvGrpSpPr>
          <p:grpSpPr>
            <a:xfrm>
              <a:off x="7353050" y="316275"/>
              <a:ext cx="292025" cy="292575"/>
              <a:chOff x="7353050" y="316275"/>
              <a:chExt cx="292025" cy="292575"/>
            </a:xfrm>
          </p:grpSpPr>
          <p:sp>
            <p:nvSpPr>
              <p:cNvPr id="1595" name="Google Shape;1595;p3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9" name="Google Shape;1599;p31"/>
            <p:cNvGrpSpPr/>
            <p:nvPr/>
          </p:nvGrpSpPr>
          <p:grpSpPr>
            <a:xfrm>
              <a:off x="8792300" y="321275"/>
              <a:ext cx="175000" cy="175000"/>
              <a:chOff x="8792300" y="321275"/>
              <a:chExt cx="175000" cy="175000"/>
            </a:xfrm>
          </p:grpSpPr>
          <p:sp>
            <p:nvSpPr>
              <p:cNvPr id="1600" name="Google Shape;1600;p3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4" name="Google Shape;1604;p31"/>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1"/>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1"/>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1"/>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1"/>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1"/>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0" name="Google Shape;1610;p31"/>
            <p:cNvGrpSpPr/>
            <p:nvPr/>
          </p:nvGrpSpPr>
          <p:grpSpPr>
            <a:xfrm>
              <a:off x="8490050" y="170875"/>
              <a:ext cx="175013" cy="27000"/>
              <a:chOff x="5662375" y="212375"/>
              <a:chExt cx="175013" cy="27000"/>
            </a:xfrm>
          </p:grpSpPr>
          <p:sp>
            <p:nvSpPr>
              <p:cNvPr id="1611" name="Google Shape;1611;p31"/>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1"/>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4" name="Google Shape;1614;p31"/>
            <p:cNvGrpSpPr/>
            <p:nvPr/>
          </p:nvGrpSpPr>
          <p:grpSpPr>
            <a:xfrm>
              <a:off x="8678350" y="1658000"/>
              <a:ext cx="175013" cy="27000"/>
              <a:chOff x="5662375" y="212375"/>
              <a:chExt cx="175013" cy="27000"/>
            </a:xfrm>
          </p:grpSpPr>
          <p:sp>
            <p:nvSpPr>
              <p:cNvPr id="1615" name="Google Shape;1615;p31"/>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1"/>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18" name="Google Shape;1618;p31"/>
          <p:cNvSpPr txBox="1"/>
          <p:nvPr>
            <p:ph idx="1" type="subTitle"/>
          </p:nvPr>
        </p:nvSpPr>
        <p:spPr>
          <a:xfrm>
            <a:off x="3639300" y="2596896"/>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3">
    <p:spTree>
      <p:nvGrpSpPr>
        <p:cNvPr id="1619" name="Shape 1619"/>
        <p:cNvGrpSpPr/>
        <p:nvPr/>
      </p:nvGrpSpPr>
      <p:grpSpPr>
        <a:xfrm>
          <a:off x="0" y="0"/>
          <a:ext cx="0" cy="0"/>
          <a:chOff x="0" y="0"/>
          <a:chExt cx="0" cy="0"/>
        </a:xfrm>
      </p:grpSpPr>
      <p:sp>
        <p:nvSpPr>
          <p:cNvPr id="1620" name="Google Shape;1620;p32"/>
          <p:cNvSpPr txBox="1"/>
          <p:nvPr>
            <p:ph idx="1" type="body"/>
          </p:nvPr>
        </p:nvSpPr>
        <p:spPr>
          <a:xfrm>
            <a:off x="1881350" y="1246850"/>
            <a:ext cx="2133300" cy="3524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indent="-317500" lvl="1" marL="914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indent="-317500" lvl="2" marL="1371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indent="-317500" lvl="3" marL="1828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indent="-317500" lvl="4" marL="22860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indent="-317500" lvl="5" marL="27432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indent="-317500" lvl="6" marL="3200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indent="-317500" lvl="7" marL="3657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indent="-317500" lvl="8" marL="4114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p:txBody>
      </p:sp>
      <p:sp>
        <p:nvSpPr>
          <p:cNvPr id="1621" name="Google Shape;1621;p32"/>
          <p:cNvSpPr txBox="1"/>
          <p:nvPr>
            <p:ph idx="2" type="body"/>
          </p:nvPr>
        </p:nvSpPr>
        <p:spPr>
          <a:xfrm>
            <a:off x="4220325" y="1246850"/>
            <a:ext cx="3099900" cy="3524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indent="-317500" lvl="1" marL="914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indent="-317500" lvl="2" marL="1371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indent="-317500" lvl="3" marL="1828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indent="-317500" lvl="4" marL="22860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indent="-317500" lvl="5" marL="27432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indent="-317500" lvl="6" marL="3200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indent="-317500" lvl="7" marL="3657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indent="-317500" lvl="8" marL="4114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p:txBody>
      </p:sp>
      <p:sp>
        <p:nvSpPr>
          <p:cNvPr id="1622" name="Google Shape;1622;p32"/>
          <p:cNvSpPr txBox="1"/>
          <p:nvPr>
            <p:ph type="title"/>
          </p:nvPr>
        </p:nvSpPr>
        <p:spPr>
          <a:xfrm>
            <a:off x="2532888" y="338328"/>
            <a:ext cx="4087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grpSp>
        <p:nvGrpSpPr>
          <p:cNvPr id="1623" name="Google Shape;1623;p32"/>
          <p:cNvGrpSpPr/>
          <p:nvPr/>
        </p:nvGrpSpPr>
        <p:grpSpPr>
          <a:xfrm>
            <a:off x="432850" y="0"/>
            <a:ext cx="8278300" cy="5165700"/>
            <a:chOff x="432850" y="0"/>
            <a:chExt cx="8278300" cy="5165700"/>
          </a:xfrm>
        </p:grpSpPr>
        <p:cxnSp>
          <p:nvCxnSpPr>
            <p:cNvPr id="1624" name="Google Shape;1624;p32"/>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625" name="Google Shape;1625;p32"/>
            <p:cNvGrpSpPr/>
            <p:nvPr/>
          </p:nvGrpSpPr>
          <p:grpSpPr>
            <a:xfrm>
              <a:off x="8129350" y="4292175"/>
              <a:ext cx="581800" cy="582350"/>
              <a:chOff x="8064275" y="887850"/>
              <a:chExt cx="581800" cy="582350"/>
            </a:xfrm>
          </p:grpSpPr>
          <p:sp>
            <p:nvSpPr>
              <p:cNvPr id="1626" name="Google Shape;1626;p3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2" name="Google Shape;1632;p32"/>
            <p:cNvGrpSpPr/>
            <p:nvPr/>
          </p:nvGrpSpPr>
          <p:grpSpPr>
            <a:xfrm>
              <a:off x="8274238" y="3720600"/>
              <a:ext cx="292025" cy="292575"/>
              <a:chOff x="7353050" y="316275"/>
              <a:chExt cx="292025" cy="292575"/>
            </a:xfrm>
          </p:grpSpPr>
          <p:sp>
            <p:nvSpPr>
              <p:cNvPr id="1633" name="Google Shape;1633;p3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7" name="Google Shape;1637;p32"/>
            <p:cNvGrpSpPr/>
            <p:nvPr/>
          </p:nvGrpSpPr>
          <p:grpSpPr>
            <a:xfrm>
              <a:off x="8332763" y="3212475"/>
              <a:ext cx="175000" cy="175000"/>
              <a:chOff x="8792300" y="321275"/>
              <a:chExt cx="175000" cy="175000"/>
            </a:xfrm>
          </p:grpSpPr>
          <p:sp>
            <p:nvSpPr>
              <p:cNvPr id="1638" name="Google Shape;1638;p3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42" name="Google Shape;1642;p32"/>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643" name="Google Shape;1643;p32"/>
            <p:cNvGrpSpPr/>
            <p:nvPr/>
          </p:nvGrpSpPr>
          <p:grpSpPr>
            <a:xfrm rot="10800000">
              <a:off x="432850" y="291788"/>
              <a:ext cx="581800" cy="582350"/>
              <a:chOff x="8064275" y="887850"/>
              <a:chExt cx="581800" cy="582350"/>
            </a:xfrm>
          </p:grpSpPr>
          <p:sp>
            <p:nvSpPr>
              <p:cNvPr id="1644" name="Google Shape;1644;p3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0" name="Google Shape;1650;p32"/>
            <p:cNvGrpSpPr/>
            <p:nvPr/>
          </p:nvGrpSpPr>
          <p:grpSpPr>
            <a:xfrm rot="10800000">
              <a:off x="577738" y="1153138"/>
              <a:ext cx="292025" cy="292575"/>
              <a:chOff x="7353050" y="316275"/>
              <a:chExt cx="292025" cy="292575"/>
            </a:xfrm>
          </p:grpSpPr>
          <p:sp>
            <p:nvSpPr>
              <p:cNvPr id="1651" name="Google Shape;1651;p3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5" name="Google Shape;1655;p32"/>
            <p:cNvGrpSpPr/>
            <p:nvPr/>
          </p:nvGrpSpPr>
          <p:grpSpPr>
            <a:xfrm rot="10800000">
              <a:off x="636238" y="1778838"/>
              <a:ext cx="175000" cy="175000"/>
              <a:chOff x="8792300" y="321275"/>
              <a:chExt cx="175000" cy="175000"/>
            </a:xfrm>
          </p:grpSpPr>
          <p:sp>
            <p:nvSpPr>
              <p:cNvPr id="1656" name="Google Shape;1656;p3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0" name="Google Shape;1660;p32"/>
            <p:cNvGrpSpPr/>
            <p:nvPr/>
          </p:nvGrpSpPr>
          <p:grpSpPr>
            <a:xfrm>
              <a:off x="432850" y="2003163"/>
              <a:ext cx="175013" cy="27000"/>
              <a:chOff x="5662375" y="212375"/>
              <a:chExt cx="175013" cy="27000"/>
            </a:xfrm>
          </p:grpSpPr>
          <p:sp>
            <p:nvSpPr>
              <p:cNvPr id="1661" name="Google Shape;1661;p3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4" name="Google Shape;1664;p32"/>
            <p:cNvGrpSpPr/>
            <p:nvPr/>
          </p:nvGrpSpPr>
          <p:grpSpPr>
            <a:xfrm>
              <a:off x="788100" y="208488"/>
              <a:ext cx="175013" cy="27000"/>
              <a:chOff x="5662375" y="212375"/>
              <a:chExt cx="175013" cy="27000"/>
            </a:xfrm>
          </p:grpSpPr>
          <p:sp>
            <p:nvSpPr>
              <p:cNvPr id="1665" name="Google Shape;1665;p3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8" name="Google Shape;1668;p32"/>
            <p:cNvGrpSpPr/>
            <p:nvPr/>
          </p:nvGrpSpPr>
          <p:grpSpPr>
            <a:xfrm>
              <a:off x="8129350" y="4988725"/>
              <a:ext cx="175013" cy="27000"/>
              <a:chOff x="5662375" y="212375"/>
              <a:chExt cx="175013" cy="27000"/>
            </a:xfrm>
          </p:grpSpPr>
          <p:sp>
            <p:nvSpPr>
              <p:cNvPr id="1669" name="Google Shape;1669;p3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2" name="Google Shape;1672;p32"/>
            <p:cNvGrpSpPr/>
            <p:nvPr/>
          </p:nvGrpSpPr>
          <p:grpSpPr>
            <a:xfrm>
              <a:off x="8497550" y="3429425"/>
              <a:ext cx="175013" cy="27000"/>
              <a:chOff x="5662375" y="212375"/>
              <a:chExt cx="175013" cy="27000"/>
            </a:xfrm>
          </p:grpSpPr>
          <p:sp>
            <p:nvSpPr>
              <p:cNvPr id="1673" name="Google Shape;1673;p3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76" name="Google Shape;1676;p32"/>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677" name="Google Shape;1677;p32"/>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678" name="Google Shape;1678;p32"/>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2"/>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2"/>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2"/>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cu titlu 1">
  <p:cSld name="TITLE_1">
    <p:spTree>
      <p:nvGrpSpPr>
        <p:cNvPr id="1682" name="Shape 1682"/>
        <p:cNvGrpSpPr/>
        <p:nvPr/>
      </p:nvGrpSpPr>
      <p:grpSpPr>
        <a:xfrm>
          <a:off x="0" y="0"/>
          <a:ext cx="0" cy="0"/>
          <a:chOff x="0" y="0"/>
          <a:chExt cx="0" cy="0"/>
        </a:xfrm>
      </p:grpSpPr>
      <p:sp>
        <p:nvSpPr>
          <p:cNvPr id="1683" name="Google Shape;1683;p33"/>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684" name="Google Shape;1684;p33"/>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685" name="Google Shape;1685;p33"/>
          <p:cNvSpPr txBox="1"/>
          <p:nvPr>
            <p:ph type="ctrTitle"/>
          </p:nvPr>
        </p:nvSpPr>
        <p:spPr>
          <a:xfrm>
            <a:off x="3044700" y="1444255"/>
            <a:ext cx="3054600" cy="15372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1686" name="Google Shape;1686;p33"/>
          <p:cNvSpPr txBox="1"/>
          <p:nvPr>
            <p:ph idx="1" type="subTitle"/>
          </p:nvPr>
        </p:nvSpPr>
        <p:spPr>
          <a:xfrm>
            <a:off x="3044700" y="3116580"/>
            <a:ext cx="3054600" cy="70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687" name="Google Shape;1687;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ro"/>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_1">
  <p:cSld name="TITLE_1_1">
    <p:spTree>
      <p:nvGrpSpPr>
        <p:cNvPr id="1688" name="Shape 1688"/>
        <p:cNvGrpSpPr/>
        <p:nvPr/>
      </p:nvGrpSpPr>
      <p:grpSpPr>
        <a:xfrm>
          <a:off x="0" y="0"/>
          <a:ext cx="0" cy="0"/>
          <a:chOff x="0" y="0"/>
          <a:chExt cx="0" cy="0"/>
        </a:xfrm>
      </p:grpSpPr>
      <p:sp>
        <p:nvSpPr>
          <p:cNvPr id="1689" name="Google Shape;1689;p34"/>
          <p:cNvSpPr txBox="1"/>
          <p:nvPr>
            <p:ph type="ctrTitle"/>
          </p:nvPr>
        </p:nvSpPr>
        <p:spPr>
          <a:xfrm>
            <a:off x="5248656" y="2002536"/>
            <a:ext cx="3264300" cy="1792200"/>
          </a:xfrm>
          <a:prstGeom prst="rect">
            <a:avLst/>
          </a:prstGeom>
        </p:spPr>
        <p:txBody>
          <a:bodyPr anchorCtr="0" anchor="b" bIns="91425" lIns="91425" spcFirstLastPara="1" rIns="91425" wrap="square" tIns="91425">
            <a:noAutofit/>
          </a:bodyPr>
          <a:lstStyle>
            <a:lvl1pPr lvl="0" algn="r">
              <a:spcBef>
                <a:spcPts val="0"/>
              </a:spcBef>
              <a:spcAft>
                <a:spcPts val="0"/>
              </a:spcAft>
              <a:buSzPts val="5200"/>
              <a:buNone/>
              <a:defRPr sz="5200"/>
            </a:lvl1pPr>
            <a:lvl2pPr lvl="1" algn="r">
              <a:spcBef>
                <a:spcPts val="0"/>
              </a:spcBef>
              <a:spcAft>
                <a:spcPts val="0"/>
              </a:spcAft>
              <a:buSzPts val="5200"/>
              <a:buNone/>
              <a:defRPr sz="5200"/>
            </a:lvl2pPr>
            <a:lvl3pPr lvl="2" algn="r">
              <a:spcBef>
                <a:spcPts val="0"/>
              </a:spcBef>
              <a:spcAft>
                <a:spcPts val="0"/>
              </a:spcAft>
              <a:buSzPts val="5200"/>
              <a:buNone/>
              <a:defRPr sz="5200"/>
            </a:lvl3pPr>
            <a:lvl4pPr lvl="3" algn="r">
              <a:spcBef>
                <a:spcPts val="0"/>
              </a:spcBef>
              <a:spcAft>
                <a:spcPts val="0"/>
              </a:spcAft>
              <a:buSzPts val="5200"/>
              <a:buNone/>
              <a:defRPr sz="5200"/>
            </a:lvl4pPr>
            <a:lvl5pPr lvl="4" algn="r">
              <a:spcBef>
                <a:spcPts val="0"/>
              </a:spcBef>
              <a:spcAft>
                <a:spcPts val="0"/>
              </a:spcAft>
              <a:buSzPts val="5200"/>
              <a:buNone/>
              <a:defRPr sz="5200"/>
            </a:lvl5pPr>
            <a:lvl6pPr lvl="5" algn="r">
              <a:spcBef>
                <a:spcPts val="0"/>
              </a:spcBef>
              <a:spcAft>
                <a:spcPts val="0"/>
              </a:spcAft>
              <a:buSzPts val="5200"/>
              <a:buNone/>
              <a:defRPr sz="5200"/>
            </a:lvl6pPr>
            <a:lvl7pPr lvl="6" algn="r">
              <a:spcBef>
                <a:spcPts val="0"/>
              </a:spcBef>
              <a:spcAft>
                <a:spcPts val="0"/>
              </a:spcAft>
              <a:buSzPts val="5200"/>
              <a:buNone/>
              <a:defRPr sz="5200"/>
            </a:lvl7pPr>
            <a:lvl8pPr lvl="7" algn="r">
              <a:spcBef>
                <a:spcPts val="0"/>
              </a:spcBef>
              <a:spcAft>
                <a:spcPts val="0"/>
              </a:spcAft>
              <a:buSzPts val="5200"/>
              <a:buNone/>
              <a:defRPr sz="5200"/>
            </a:lvl8pPr>
            <a:lvl9pPr lvl="8" algn="r">
              <a:spcBef>
                <a:spcPts val="0"/>
              </a:spcBef>
              <a:spcAft>
                <a:spcPts val="0"/>
              </a:spcAft>
              <a:buSzPts val="5200"/>
              <a:buNone/>
              <a:defRPr sz="5200"/>
            </a:lvl9pPr>
          </a:lstStyle>
          <a:p/>
        </p:txBody>
      </p:sp>
      <p:sp>
        <p:nvSpPr>
          <p:cNvPr id="1690" name="Google Shape;1690;p34"/>
          <p:cNvSpPr txBox="1"/>
          <p:nvPr>
            <p:ph idx="1" type="subTitle"/>
          </p:nvPr>
        </p:nvSpPr>
        <p:spPr>
          <a:xfrm>
            <a:off x="5248656" y="3721608"/>
            <a:ext cx="3264300" cy="89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1691" name="Google Shape;1691;p34"/>
          <p:cNvCxnSpPr/>
          <p:nvPr/>
        </p:nvCxnSpPr>
        <p:spPr>
          <a:xfrm flipH="1">
            <a:off x="5827050" y="451300"/>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1692" name="Google Shape;1692;p34"/>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1693" name="Google Shape;1693;p34"/>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1694" name="Google Shape;1694;p34"/>
          <p:cNvGrpSpPr/>
          <p:nvPr/>
        </p:nvGrpSpPr>
        <p:grpSpPr>
          <a:xfrm>
            <a:off x="8064275" y="887850"/>
            <a:ext cx="581800" cy="582350"/>
            <a:chOff x="8064275" y="887850"/>
            <a:chExt cx="581800" cy="582350"/>
          </a:xfrm>
        </p:grpSpPr>
        <p:sp>
          <p:nvSpPr>
            <p:cNvPr id="1695" name="Google Shape;1695;p3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1" name="Google Shape;1701;p34"/>
          <p:cNvGrpSpPr/>
          <p:nvPr/>
        </p:nvGrpSpPr>
        <p:grpSpPr>
          <a:xfrm>
            <a:off x="7353050" y="316275"/>
            <a:ext cx="292025" cy="292575"/>
            <a:chOff x="7353050" y="316275"/>
            <a:chExt cx="292025" cy="292575"/>
          </a:xfrm>
        </p:grpSpPr>
        <p:sp>
          <p:nvSpPr>
            <p:cNvPr id="1702" name="Google Shape;1702;p3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6" name="Google Shape;1706;p34"/>
          <p:cNvSpPr/>
          <p:nvPr/>
        </p:nvSpPr>
        <p:spPr>
          <a:xfrm>
            <a:off x="5690580" y="4258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4"/>
          <p:cNvSpPr/>
          <p:nvPr/>
        </p:nvSpPr>
        <p:spPr>
          <a:xfrm>
            <a:off x="5688325" y="4232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4"/>
          <p:cNvSpPr/>
          <p:nvPr/>
        </p:nvSpPr>
        <p:spPr>
          <a:xfrm>
            <a:off x="5727069" y="4623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4"/>
          <p:cNvSpPr/>
          <p:nvPr/>
        </p:nvSpPr>
        <p:spPr>
          <a:xfrm>
            <a:off x="5724827" y="4597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4"/>
          <p:cNvSpPr/>
          <p:nvPr/>
        </p:nvSpPr>
        <p:spPr>
          <a:xfrm>
            <a:off x="5766657" y="5018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4"/>
          <p:cNvSpPr/>
          <p:nvPr/>
        </p:nvSpPr>
        <p:spPr>
          <a:xfrm>
            <a:off x="5764415" y="4996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2" name="Google Shape;1712;p34"/>
          <p:cNvGrpSpPr/>
          <p:nvPr/>
        </p:nvGrpSpPr>
        <p:grpSpPr>
          <a:xfrm>
            <a:off x="5443350" y="289275"/>
            <a:ext cx="175013" cy="27000"/>
            <a:chOff x="5662375" y="212375"/>
            <a:chExt cx="175013" cy="27000"/>
          </a:xfrm>
        </p:grpSpPr>
        <p:sp>
          <p:nvSpPr>
            <p:cNvPr id="1713" name="Google Shape;1713;p3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6" name="Google Shape;1716;p34"/>
          <p:cNvGrpSpPr/>
          <p:nvPr/>
        </p:nvGrpSpPr>
        <p:grpSpPr>
          <a:xfrm>
            <a:off x="8490050" y="170875"/>
            <a:ext cx="175013" cy="27000"/>
            <a:chOff x="5662375" y="212375"/>
            <a:chExt cx="175013" cy="27000"/>
          </a:xfrm>
        </p:grpSpPr>
        <p:sp>
          <p:nvSpPr>
            <p:cNvPr id="1717" name="Google Shape;1717;p3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0" name="Google Shape;1720;p34"/>
          <p:cNvGrpSpPr/>
          <p:nvPr/>
        </p:nvGrpSpPr>
        <p:grpSpPr>
          <a:xfrm>
            <a:off x="8068750" y="1581800"/>
            <a:ext cx="175013" cy="27000"/>
            <a:chOff x="5662375" y="212375"/>
            <a:chExt cx="175013" cy="27000"/>
          </a:xfrm>
        </p:grpSpPr>
        <p:sp>
          <p:nvSpPr>
            <p:cNvPr id="1721" name="Google Shape;1721;p3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1724" name="Shape 1724"/>
        <p:cNvGrpSpPr/>
        <p:nvPr/>
      </p:nvGrpSpPr>
      <p:grpSpPr>
        <a:xfrm>
          <a:off x="0" y="0"/>
          <a:ext cx="0" cy="0"/>
          <a:chOff x="0" y="0"/>
          <a:chExt cx="0" cy="0"/>
        </a:xfrm>
      </p:grpSpPr>
      <p:grpSp>
        <p:nvGrpSpPr>
          <p:cNvPr id="1725" name="Google Shape;1725;p35"/>
          <p:cNvGrpSpPr/>
          <p:nvPr/>
        </p:nvGrpSpPr>
        <p:grpSpPr>
          <a:xfrm>
            <a:off x="2132649" y="713253"/>
            <a:ext cx="4878702" cy="3717004"/>
            <a:chOff x="399425" y="238125"/>
            <a:chExt cx="6810025" cy="5187000"/>
          </a:xfrm>
        </p:grpSpPr>
        <p:sp>
          <p:nvSpPr>
            <p:cNvPr id="1726" name="Google Shape;1726;p35"/>
            <p:cNvSpPr/>
            <p:nvPr/>
          </p:nvSpPr>
          <p:spPr>
            <a:xfrm>
              <a:off x="399425" y="238325"/>
              <a:ext cx="6810025" cy="5186100"/>
            </a:xfrm>
            <a:custGeom>
              <a:rect b="b" l="l" r="r" t="t"/>
              <a:pathLst>
                <a:path extrusionOk="0" h="207444" w="272401">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5"/>
            <p:cNvSpPr/>
            <p:nvPr/>
          </p:nvSpPr>
          <p:spPr>
            <a:xfrm>
              <a:off x="491875" y="238125"/>
              <a:ext cx="6575225" cy="5187000"/>
            </a:xfrm>
            <a:custGeom>
              <a:rect b="b" l="l" r="r" t="t"/>
              <a:pathLst>
                <a:path extrusionOk="0" h="207480" w="263009">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8" name="Google Shape;1728;p35"/>
          <p:cNvSpPr txBox="1"/>
          <p:nvPr>
            <p:ph type="title"/>
          </p:nvPr>
        </p:nvSpPr>
        <p:spPr>
          <a:xfrm>
            <a:off x="2971800" y="2231136"/>
            <a:ext cx="3200400" cy="80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29" name="Google Shape;1729;p35"/>
          <p:cNvSpPr txBox="1"/>
          <p:nvPr>
            <p:ph hasCustomPrompt="1" idx="2" type="title"/>
          </p:nvPr>
        </p:nvSpPr>
        <p:spPr>
          <a:xfrm>
            <a:off x="2971800" y="1161288"/>
            <a:ext cx="2967600" cy="10698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730" name="Google Shape;1730;p35"/>
          <p:cNvSpPr txBox="1"/>
          <p:nvPr>
            <p:ph idx="1" type="subTitle"/>
          </p:nvPr>
        </p:nvSpPr>
        <p:spPr>
          <a:xfrm>
            <a:off x="2973225" y="2999232"/>
            <a:ext cx="3200400" cy="685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1731" name="Google Shape;1731;p35"/>
          <p:cNvGrpSpPr/>
          <p:nvPr/>
        </p:nvGrpSpPr>
        <p:grpSpPr>
          <a:xfrm>
            <a:off x="432850" y="0"/>
            <a:ext cx="8278300" cy="5165700"/>
            <a:chOff x="432850" y="0"/>
            <a:chExt cx="8278300" cy="5165700"/>
          </a:xfrm>
        </p:grpSpPr>
        <p:cxnSp>
          <p:nvCxnSpPr>
            <p:cNvPr id="1732" name="Google Shape;1732;p35"/>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733" name="Google Shape;1733;p35"/>
            <p:cNvGrpSpPr/>
            <p:nvPr/>
          </p:nvGrpSpPr>
          <p:grpSpPr>
            <a:xfrm>
              <a:off x="8129350" y="4292175"/>
              <a:ext cx="581800" cy="582350"/>
              <a:chOff x="8064275" y="887850"/>
              <a:chExt cx="581800" cy="582350"/>
            </a:xfrm>
          </p:grpSpPr>
          <p:sp>
            <p:nvSpPr>
              <p:cNvPr id="1734" name="Google Shape;1734;p3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0" name="Google Shape;1740;p35"/>
            <p:cNvGrpSpPr/>
            <p:nvPr/>
          </p:nvGrpSpPr>
          <p:grpSpPr>
            <a:xfrm>
              <a:off x="8274238" y="3720600"/>
              <a:ext cx="292025" cy="292575"/>
              <a:chOff x="7353050" y="316275"/>
              <a:chExt cx="292025" cy="292575"/>
            </a:xfrm>
          </p:grpSpPr>
          <p:sp>
            <p:nvSpPr>
              <p:cNvPr id="1741" name="Google Shape;1741;p3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5" name="Google Shape;1745;p35"/>
            <p:cNvGrpSpPr/>
            <p:nvPr/>
          </p:nvGrpSpPr>
          <p:grpSpPr>
            <a:xfrm>
              <a:off x="8332763" y="3212475"/>
              <a:ext cx="175000" cy="175000"/>
              <a:chOff x="8792300" y="321275"/>
              <a:chExt cx="175000" cy="175000"/>
            </a:xfrm>
          </p:grpSpPr>
          <p:sp>
            <p:nvSpPr>
              <p:cNvPr id="1746" name="Google Shape;1746;p3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50" name="Google Shape;1750;p35"/>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751" name="Google Shape;1751;p35"/>
            <p:cNvGrpSpPr/>
            <p:nvPr/>
          </p:nvGrpSpPr>
          <p:grpSpPr>
            <a:xfrm rot="10800000">
              <a:off x="432850" y="291788"/>
              <a:ext cx="581800" cy="582350"/>
              <a:chOff x="8064275" y="887850"/>
              <a:chExt cx="581800" cy="582350"/>
            </a:xfrm>
          </p:grpSpPr>
          <p:sp>
            <p:nvSpPr>
              <p:cNvPr id="1752" name="Google Shape;1752;p3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8" name="Google Shape;1758;p35"/>
            <p:cNvGrpSpPr/>
            <p:nvPr/>
          </p:nvGrpSpPr>
          <p:grpSpPr>
            <a:xfrm rot="10800000">
              <a:off x="577738" y="1153138"/>
              <a:ext cx="292025" cy="292575"/>
              <a:chOff x="7353050" y="316275"/>
              <a:chExt cx="292025" cy="292575"/>
            </a:xfrm>
          </p:grpSpPr>
          <p:sp>
            <p:nvSpPr>
              <p:cNvPr id="1759" name="Google Shape;1759;p3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3" name="Google Shape;1763;p35"/>
            <p:cNvGrpSpPr/>
            <p:nvPr/>
          </p:nvGrpSpPr>
          <p:grpSpPr>
            <a:xfrm rot="10800000">
              <a:off x="636238" y="1778838"/>
              <a:ext cx="175000" cy="175000"/>
              <a:chOff x="8792300" y="321275"/>
              <a:chExt cx="175000" cy="175000"/>
            </a:xfrm>
          </p:grpSpPr>
          <p:sp>
            <p:nvSpPr>
              <p:cNvPr id="1764" name="Google Shape;1764;p3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8" name="Google Shape;1768;p35"/>
            <p:cNvGrpSpPr/>
            <p:nvPr/>
          </p:nvGrpSpPr>
          <p:grpSpPr>
            <a:xfrm>
              <a:off x="432850" y="2003163"/>
              <a:ext cx="175013" cy="27000"/>
              <a:chOff x="5662375" y="212375"/>
              <a:chExt cx="175013" cy="27000"/>
            </a:xfrm>
          </p:grpSpPr>
          <p:sp>
            <p:nvSpPr>
              <p:cNvPr id="1769" name="Google Shape;1769;p3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2" name="Google Shape;1772;p35"/>
            <p:cNvGrpSpPr/>
            <p:nvPr/>
          </p:nvGrpSpPr>
          <p:grpSpPr>
            <a:xfrm>
              <a:off x="788100" y="208488"/>
              <a:ext cx="175013" cy="27000"/>
              <a:chOff x="5662375" y="212375"/>
              <a:chExt cx="175013" cy="27000"/>
            </a:xfrm>
          </p:grpSpPr>
          <p:sp>
            <p:nvSpPr>
              <p:cNvPr id="1773" name="Google Shape;1773;p3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6" name="Google Shape;1776;p35"/>
            <p:cNvGrpSpPr/>
            <p:nvPr/>
          </p:nvGrpSpPr>
          <p:grpSpPr>
            <a:xfrm>
              <a:off x="8129350" y="4988725"/>
              <a:ext cx="175013" cy="27000"/>
              <a:chOff x="5662375" y="212375"/>
              <a:chExt cx="175013" cy="27000"/>
            </a:xfrm>
          </p:grpSpPr>
          <p:sp>
            <p:nvSpPr>
              <p:cNvPr id="1777" name="Google Shape;1777;p3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0" name="Google Shape;1780;p35"/>
            <p:cNvGrpSpPr/>
            <p:nvPr/>
          </p:nvGrpSpPr>
          <p:grpSpPr>
            <a:xfrm>
              <a:off x="8497550" y="3429425"/>
              <a:ext cx="175013" cy="27000"/>
              <a:chOff x="5662375" y="212375"/>
              <a:chExt cx="175013" cy="27000"/>
            </a:xfrm>
          </p:grpSpPr>
          <p:sp>
            <p:nvSpPr>
              <p:cNvPr id="1781" name="Google Shape;1781;p3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84" name="Google Shape;1784;p35"/>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785" name="Google Shape;1785;p35"/>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786" name="Google Shape;1786;p35"/>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5"/>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5"/>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5"/>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1790" name="Shape 1790"/>
        <p:cNvGrpSpPr/>
        <p:nvPr/>
      </p:nvGrpSpPr>
      <p:grpSpPr>
        <a:xfrm>
          <a:off x="0" y="0"/>
          <a:ext cx="0" cy="0"/>
          <a:chOff x="0" y="0"/>
          <a:chExt cx="0" cy="0"/>
        </a:xfrm>
      </p:grpSpPr>
      <p:sp>
        <p:nvSpPr>
          <p:cNvPr id="1791" name="Google Shape;1791;p36"/>
          <p:cNvSpPr txBox="1"/>
          <p:nvPr>
            <p:ph idx="1" type="subTitle"/>
          </p:nvPr>
        </p:nvSpPr>
        <p:spPr>
          <a:xfrm>
            <a:off x="2167128" y="3054096"/>
            <a:ext cx="4809600" cy="11340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grpSp>
        <p:nvGrpSpPr>
          <p:cNvPr id="1792" name="Google Shape;1792;p36"/>
          <p:cNvGrpSpPr/>
          <p:nvPr/>
        </p:nvGrpSpPr>
        <p:grpSpPr>
          <a:xfrm>
            <a:off x="4484494" y="4433000"/>
            <a:ext cx="175013" cy="27000"/>
            <a:chOff x="5662375" y="212375"/>
            <a:chExt cx="175013" cy="27000"/>
          </a:xfrm>
        </p:grpSpPr>
        <p:sp>
          <p:nvSpPr>
            <p:cNvPr id="1793" name="Google Shape;1793;p3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6" name="Google Shape;1796;p36"/>
          <p:cNvSpPr txBox="1"/>
          <p:nvPr>
            <p:ph type="title"/>
          </p:nvPr>
        </p:nvSpPr>
        <p:spPr>
          <a:xfrm>
            <a:off x="2167128" y="2478024"/>
            <a:ext cx="4809600" cy="5760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grpSp>
        <p:nvGrpSpPr>
          <p:cNvPr id="1797" name="Google Shape;1797;p36"/>
          <p:cNvGrpSpPr/>
          <p:nvPr/>
        </p:nvGrpSpPr>
        <p:grpSpPr>
          <a:xfrm>
            <a:off x="432850" y="0"/>
            <a:ext cx="8278300" cy="5165700"/>
            <a:chOff x="432850" y="0"/>
            <a:chExt cx="8278300" cy="5165700"/>
          </a:xfrm>
        </p:grpSpPr>
        <p:cxnSp>
          <p:nvCxnSpPr>
            <p:cNvPr id="1798" name="Google Shape;1798;p36"/>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799" name="Google Shape;1799;p36"/>
            <p:cNvGrpSpPr/>
            <p:nvPr/>
          </p:nvGrpSpPr>
          <p:grpSpPr>
            <a:xfrm>
              <a:off x="8129350" y="4292175"/>
              <a:ext cx="581800" cy="582350"/>
              <a:chOff x="8064275" y="887850"/>
              <a:chExt cx="581800" cy="582350"/>
            </a:xfrm>
          </p:grpSpPr>
          <p:sp>
            <p:nvSpPr>
              <p:cNvPr id="1800" name="Google Shape;1800;p3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6" name="Google Shape;1806;p36"/>
            <p:cNvGrpSpPr/>
            <p:nvPr/>
          </p:nvGrpSpPr>
          <p:grpSpPr>
            <a:xfrm>
              <a:off x="8274238" y="3720600"/>
              <a:ext cx="292025" cy="292575"/>
              <a:chOff x="7353050" y="316275"/>
              <a:chExt cx="292025" cy="292575"/>
            </a:xfrm>
          </p:grpSpPr>
          <p:sp>
            <p:nvSpPr>
              <p:cNvPr id="1807" name="Google Shape;1807;p3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1" name="Google Shape;1811;p36"/>
            <p:cNvGrpSpPr/>
            <p:nvPr/>
          </p:nvGrpSpPr>
          <p:grpSpPr>
            <a:xfrm>
              <a:off x="8332763" y="3212475"/>
              <a:ext cx="175000" cy="175000"/>
              <a:chOff x="8792300" y="321275"/>
              <a:chExt cx="175000" cy="175000"/>
            </a:xfrm>
          </p:grpSpPr>
          <p:sp>
            <p:nvSpPr>
              <p:cNvPr id="1812" name="Google Shape;1812;p3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816" name="Google Shape;1816;p36"/>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817" name="Google Shape;1817;p36"/>
            <p:cNvGrpSpPr/>
            <p:nvPr/>
          </p:nvGrpSpPr>
          <p:grpSpPr>
            <a:xfrm rot="10800000">
              <a:off x="432850" y="291788"/>
              <a:ext cx="581800" cy="582350"/>
              <a:chOff x="8064275" y="887850"/>
              <a:chExt cx="581800" cy="582350"/>
            </a:xfrm>
          </p:grpSpPr>
          <p:sp>
            <p:nvSpPr>
              <p:cNvPr id="1818" name="Google Shape;1818;p3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4" name="Google Shape;1824;p36"/>
            <p:cNvGrpSpPr/>
            <p:nvPr/>
          </p:nvGrpSpPr>
          <p:grpSpPr>
            <a:xfrm rot="10800000">
              <a:off x="577738" y="1153138"/>
              <a:ext cx="292025" cy="292575"/>
              <a:chOff x="7353050" y="316275"/>
              <a:chExt cx="292025" cy="292575"/>
            </a:xfrm>
          </p:grpSpPr>
          <p:sp>
            <p:nvSpPr>
              <p:cNvPr id="1825" name="Google Shape;1825;p3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9" name="Google Shape;1829;p36"/>
            <p:cNvGrpSpPr/>
            <p:nvPr/>
          </p:nvGrpSpPr>
          <p:grpSpPr>
            <a:xfrm rot="10800000">
              <a:off x="636238" y="1778838"/>
              <a:ext cx="175000" cy="175000"/>
              <a:chOff x="8792300" y="321275"/>
              <a:chExt cx="175000" cy="175000"/>
            </a:xfrm>
          </p:grpSpPr>
          <p:sp>
            <p:nvSpPr>
              <p:cNvPr id="1830" name="Google Shape;1830;p3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4" name="Google Shape;1834;p36"/>
            <p:cNvGrpSpPr/>
            <p:nvPr/>
          </p:nvGrpSpPr>
          <p:grpSpPr>
            <a:xfrm>
              <a:off x="432850" y="2003163"/>
              <a:ext cx="175013" cy="27000"/>
              <a:chOff x="5662375" y="212375"/>
              <a:chExt cx="175013" cy="27000"/>
            </a:xfrm>
          </p:grpSpPr>
          <p:sp>
            <p:nvSpPr>
              <p:cNvPr id="1835" name="Google Shape;1835;p3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8" name="Google Shape;1838;p36"/>
            <p:cNvGrpSpPr/>
            <p:nvPr/>
          </p:nvGrpSpPr>
          <p:grpSpPr>
            <a:xfrm>
              <a:off x="788100" y="208488"/>
              <a:ext cx="175013" cy="27000"/>
              <a:chOff x="5662375" y="212375"/>
              <a:chExt cx="175013" cy="27000"/>
            </a:xfrm>
          </p:grpSpPr>
          <p:sp>
            <p:nvSpPr>
              <p:cNvPr id="1839" name="Google Shape;1839;p3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2" name="Google Shape;1842;p36"/>
            <p:cNvGrpSpPr/>
            <p:nvPr/>
          </p:nvGrpSpPr>
          <p:grpSpPr>
            <a:xfrm>
              <a:off x="8129350" y="4988725"/>
              <a:ext cx="175013" cy="27000"/>
              <a:chOff x="5662375" y="212375"/>
              <a:chExt cx="175013" cy="27000"/>
            </a:xfrm>
          </p:grpSpPr>
          <p:sp>
            <p:nvSpPr>
              <p:cNvPr id="1843" name="Google Shape;1843;p3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6" name="Google Shape;1846;p36"/>
            <p:cNvGrpSpPr/>
            <p:nvPr/>
          </p:nvGrpSpPr>
          <p:grpSpPr>
            <a:xfrm>
              <a:off x="8497550" y="3429425"/>
              <a:ext cx="175013" cy="27000"/>
              <a:chOff x="5662375" y="212375"/>
              <a:chExt cx="175013" cy="27000"/>
            </a:xfrm>
          </p:grpSpPr>
          <p:sp>
            <p:nvSpPr>
              <p:cNvPr id="1847" name="Google Shape;1847;p3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850" name="Google Shape;1850;p36"/>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851" name="Google Shape;1851;p36"/>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852" name="Google Shape;1852;p36"/>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6"/>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6"/>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6"/>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p:cSld name="ONE_COLUMN_TEXT_1">
    <p:spTree>
      <p:nvGrpSpPr>
        <p:cNvPr id="1856" name="Shape 1856"/>
        <p:cNvGrpSpPr/>
        <p:nvPr/>
      </p:nvGrpSpPr>
      <p:grpSpPr>
        <a:xfrm>
          <a:off x="0" y="0"/>
          <a:ext cx="0" cy="0"/>
          <a:chOff x="0" y="0"/>
          <a:chExt cx="0" cy="0"/>
        </a:xfrm>
      </p:grpSpPr>
      <p:sp>
        <p:nvSpPr>
          <p:cNvPr id="1857" name="Google Shape;1857;p37"/>
          <p:cNvSpPr txBox="1"/>
          <p:nvPr>
            <p:ph idx="1" type="subTitle"/>
          </p:nvPr>
        </p:nvSpPr>
        <p:spPr>
          <a:xfrm>
            <a:off x="804672" y="1984248"/>
            <a:ext cx="3291900" cy="1371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p:txBody>
      </p:sp>
      <p:sp>
        <p:nvSpPr>
          <p:cNvPr id="1858" name="Google Shape;1858;p37"/>
          <p:cNvSpPr txBox="1"/>
          <p:nvPr>
            <p:ph type="title"/>
          </p:nvPr>
        </p:nvSpPr>
        <p:spPr>
          <a:xfrm>
            <a:off x="804672" y="3319272"/>
            <a:ext cx="3291900" cy="402300"/>
          </a:xfrm>
          <a:prstGeom prst="rect">
            <a:avLst/>
          </a:prstGeom>
        </p:spPr>
        <p:txBody>
          <a:bodyPr anchorCtr="0" anchor="b" bIns="91425" lIns="91425" spcFirstLastPara="1" rIns="91425" wrap="square" tIns="91425">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1859" name="Google Shape;1859;p37"/>
          <p:cNvCxnSpPr/>
          <p:nvPr/>
        </p:nvCxnSpPr>
        <p:spPr>
          <a:xfrm>
            <a:off x="1645925" y="5231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1860" name="Google Shape;1860;p37"/>
          <p:cNvCxnSpPr/>
          <p:nvPr/>
        </p:nvCxnSpPr>
        <p:spPr>
          <a:xfrm flipH="1" rot="10800000">
            <a:off x="803050" y="529675"/>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1861" name="Google Shape;1861;p37"/>
          <p:cNvCxnSpPr/>
          <p:nvPr/>
        </p:nvCxnSpPr>
        <p:spPr>
          <a:xfrm>
            <a:off x="0" y="6520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1862" name="Google Shape;1862;p37"/>
          <p:cNvGrpSpPr/>
          <p:nvPr/>
        </p:nvGrpSpPr>
        <p:grpSpPr>
          <a:xfrm flipH="1">
            <a:off x="499400" y="959675"/>
            <a:ext cx="581800" cy="582350"/>
            <a:chOff x="8064275" y="887850"/>
            <a:chExt cx="581800" cy="582350"/>
          </a:xfrm>
        </p:grpSpPr>
        <p:sp>
          <p:nvSpPr>
            <p:cNvPr id="1863" name="Google Shape;1863;p3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9" name="Google Shape;1869;p37"/>
          <p:cNvGrpSpPr/>
          <p:nvPr/>
        </p:nvGrpSpPr>
        <p:grpSpPr>
          <a:xfrm flipH="1">
            <a:off x="1500400" y="388100"/>
            <a:ext cx="292025" cy="292575"/>
            <a:chOff x="7353050" y="316275"/>
            <a:chExt cx="292025" cy="292575"/>
          </a:xfrm>
        </p:grpSpPr>
        <p:sp>
          <p:nvSpPr>
            <p:cNvPr id="1870" name="Google Shape;1870;p3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4" name="Google Shape;1874;p37"/>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7"/>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7"/>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7"/>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7"/>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7"/>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0" name="Google Shape;1880;p37"/>
          <p:cNvGrpSpPr/>
          <p:nvPr/>
        </p:nvGrpSpPr>
        <p:grpSpPr>
          <a:xfrm flipH="1">
            <a:off x="3527112" y="361100"/>
            <a:ext cx="175013" cy="27000"/>
            <a:chOff x="5662375" y="212375"/>
            <a:chExt cx="175013" cy="27000"/>
          </a:xfrm>
        </p:grpSpPr>
        <p:sp>
          <p:nvSpPr>
            <p:cNvPr id="1881" name="Google Shape;1881;p3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4" name="Google Shape;1884;p37"/>
          <p:cNvGrpSpPr/>
          <p:nvPr/>
        </p:nvGrpSpPr>
        <p:grpSpPr>
          <a:xfrm flipH="1">
            <a:off x="480412" y="242700"/>
            <a:ext cx="175013" cy="27000"/>
            <a:chOff x="5662375" y="212375"/>
            <a:chExt cx="175013" cy="27000"/>
          </a:xfrm>
        </p:grpSpPr>
        <p:sp>
          <p:nvSpPr>
            <p:cNvPr id="1885" name="Google Shape;1885;p3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8" name="Google Shape;1888;p37"/>
          <p:cNvGrpSpPr/>
          <p:nvPr/>
        </p:nvGrpSpPr>
        <p:grpSpPr>
          <a:xfrm flipH="1">
            <a:off x="901712" y="1653625"/>
            <a:ext cx="175013" cy="27000"/>
            <a:chOff x="5662375" y="212375"/>
            <a:chExt cx="175013" cy="27000"/>
          </a:xfrm>
        </p:grpSpPr>
        <p:sp>
          <p:nvSpPr>
            <p:cNvPr id="1889" name="Google Shape;1889;p3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892" name="Google Shape;1892;p37"/>
          <p:cNvCxnSpPr/>
          <p:nvPr/>
        </p:nvCxnSpPr>
        <p:spPr>
          <a:xfrm>
            <a:off x="791400" y="42124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1893" name="Google Shape;1893;p37"/>
          <p:cNvCxnSpPr/>
          <p:nvPr/>
        </p:nvCxnSpPr>
        <p:spPr>
          <a:xfrm flipH="1" rot="10800000">
            <a:off x="0" y="42204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1894" name="Google Shape;1894;p37"/>
          <p:cNvGrpSpPr/>
          <p:nvPr/>
        </p:nvGrpSpPr>
        <p:grpSpPr>
          <a:xfrm rot="10800000">
            <a:off x="499400" y="3940925"/>
            <a:ext cx="581800" cy="582350"/>
            <a:chOff x="8064275" y="887850"/>
            <a:chExt cx="581800" cy="582350"/>
          </a:xfrm>
        </p:grpSpPr>
        <p:sp>
          <p:nvSpPr>
            <p:cNvPr id="1895" name="Google Shape;1895;p3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3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1" name="Google Shape;1901;p37"/>
          <p:cNvGrpSpPr/>
          <p:nvPr/>
        </p:nvGrpSpPr>
        <p:grpSpPr>
          <a:xfrm rot="10800000">
            <a:off x="1819575" y="4586750"/>
            <a:ext cx="292025" cy="292575"/>
            <a:chOff x="7353050" y="316275"/>
            <a:chExt cx="292025" cy="292575"/>
          </a:xfrm>
        </p:grpSpPr>
        <p:sp>
          <p:nvSpPr>
            <p:cNvPr id="1902" name="Google Shape;1902;p3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6" name="Google Shape;1906;p37"/>
          <p:cNvGrpSpPr/>
          <p:nvPr/>
        </p:nvGrpSpPr>
        <p:grpSpPr>
          <a:xfrm rot="10800000">
            <a:off x="212525" y="4645550"/>
            <a:ext cx="175000" cy="175000"/>
            <a:chOff x="8792300" y="321275"/>
            <a:chExt cx="175000" cy="175000"/>
          </a:xfrm>
        </p:grpSpPr>
        <p:sp>
          <p:nvSpPr>
            <p:cNvPr id="1907" name="Google Shape;1907;p3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1" name="Google Shape;1911;p37"/>
          <p:cNvGrpSpPr/>
          <p:nvPr/>
        </p:nvGrpSpPr>
        <p:grpSpPr>
          <a:xfrm rot="10800000">
            <a:off x="480412" y="4852325"/>
            <a:ext cx="175013" cy="27000"/>
            <a:chOff x="5662375" y="212375"/>
            <a:chExt cx="175013" cy="27000"/>
          </a:xfrm>
        </p:grpSpPr>
        <p:sp>
          <p:nvSpPr>
            <p:cNvPr id="1912" name="Google Shape;1912;p3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5" name="Google Shape;1915;p37"/>
          <p:cNvGrpSpPr/>
          <p:nvPr/>
        </p:nvGrpSpPr>
        <p:grpSpPr>
          <a:xfrm rot="10800000">
            <a:off x="1054112" y="3898600"/>
            <a:ext cx="175013" cy="27000"/>
            <a:chOff x="5662375" y="212375"/>
            <a:chExt cx="175013" cy="27000"/>
          </a:xfrm>
        </p:grpSpPr>
        <p:sp>
          <p:nvSpPr>
            <p:cNvPr id="1916" name="Google Shape;1916;p3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3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_1">
  <p:cSld name="BIG_NUMBER_1">
    <p:spTree>
      <p:nvGrpSpPr>
        <p:cNvPr id="1919" name="Shape 1919"/>
        <p:cNvGrpSpPr/>
        <p:nvPr/>
      </p:nvGrpSpPr>
      <p:grpSpPr>
        <a:xfrm>
          <a:off x="0" y="0"/>
          <a:ext cx="0" cy="0"/>
          <a:chOff x="0" y="0"/>
          <a:chExt cx="0" cy="0"/>
        </a:xfrm>
      </p:grpSpPr>
      <p:grpSp>
        <p:nvGrpSpPr>
          <p:cNvPr id="1920" name="Google Shape;1920;p38"/>
          <p:cNvGrpSpPr/>
          <p:nvPr/>
        </p:nvGrpSpPr>
        <p:grpSpPr>
          <a:xfrm rot="10800000">
            <a:off x="1954823" y="1124844"/>
            <a:ext cx="5234354" cy="3069144"/>
            <a:chOff x="1098425" y="237675"/>
            <a:chExt cx="5358675" cy="5174750"/>
          </a:xfrm>
        </p:grpSpPr>
        <p:sp>
          <p:nvSpPr>
            <p:cNvPr id="1921" name="Google Shape;1921;p38"/>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8"/>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8"/>
            <p:cNvSpPr/>
            <p:nvPr/>
          </p:nvSpPr>
          <p:spPr>
            <a:xfrm>
              <a:off x="1119425" y="238125"/>
              <a:ext cx="5331675" cy="5174300"/>
            </a:xfrm>
            <a:custGeom>
              <a:rect b="b" l="l" r="r" t="t"/>
              <a:pathLst>
                <a:path extrusionOk="0" h="206972" w="213267">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4" name="Google Shape;1924;p38"/>
          <p:cNvSpPr txBox="1"/>
          <p:nvPr>
            <p:ph idx="1" type="subTitle"/>
          </p:nvPr>
        </p:nvSpPr>
        <p:spPr>
          <a:xfrm>
            <a:off x="3227832" y="2816352"/>
            <a:ext cx="2679300" cy="658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cxnSp>
        <p:nvCxnSpPr>
          <p:cNvPr id="1925" name="Google Shape;1925;p38"/>
          <p:cNvCxnSpPr/>
          <p:nvPr/>
        </p:nvCxnSpPr>
        <p:spPr>
          <a:xfrm rot="5400000">
            <a:off x="7269708" y="3324550"/>
            <a:ext cx="1133100" cy="306300"/>
          </a:xfrm>
          <a:prstGeom prst="straightConnector1">
            <a:avLst/>
          </a:prstGeom>
          <a:noFill/>
          <a:ln cap="flat" cmpd="sng" w="9525">
            <a:solidFill>
              <a:schemeClr val="dk1"/>
            </a:solidFill>
            <a:prstDash val="solid"/>
            <a:round/>
            <a:headEnd len="med" w="med" type="none"/>
            <a:tailEnd len="med" w="med" type="none"/>
          </a:ln>
        </p:spPr>
      </p:cxnSp>
      <p:cxnSp>
        <p:nvCxnSpPr>
          <p:cNvPr id="1926" name="Google Shape;1926;p38"/>
          <p:cNvCxnSpPr/>
          <p:nvPr/>
        </p:nvCxnSpPr>
        <p:spPr>
          <a:xfrm flipH="1" rot="-5400000">
            <a:off x="7181408" y="2082400"/>
            <a:ext cx="1342200" cy="315300"/>
          </a:xfrm>
          <a:prstGeom prst="straightConnector1">
            <a:avLst/>
          </a:prstGeom>
          <a:noFill/>
          <a:ln cap="flat" cmpd="sng" w="9525">
            <a:solidFill>
              <a:schemeClr val="dk1"/>
            </a:solidFill>
            <a:prstDash val="solid"/>
            <a:round/>
            <a:headEnd len="med" w="med" type="none"/>
            <a:tailEnd len="med" w="med" type="none"/>
          </a:ln>
        </p:spPr>
      </p:cxnSp>
      <p:cxnSp>
        <p:nvCxnSpPr>
          <p:cNvPr id="1927" name="Google Shape;1927;p38"/>
          <p:cNvCxnSpPr/>
          <p:nvPr/>
        </p:nvCxnSpPr>
        <p:spPr>
          <a:xfrm rot="5400000">
            <a:off x="7232433" y="736375"/>
            <a:ext cx="1332000" cy="392100"/>
          </a:xfrm>
          <a:prstGeom prst="straightConnector1">
            <a:avLst/>
          </a:prstGeom>
          <a:noFill/>
          <a:ln cap="flat" cmpd="sng" w="9525">
            <a:solidFill>
              <a:schemeClr val="dk1"/>
            </a:solidFill>
            <a:prstDash val="solid"/>
            <a:round/>
            <a:headEnd len="med" w="med" type="none"/>
            <a:tailEnd len="med" w="med" type="none"/>
          </a:ln>
        </p:spPr>
      </p:cxnSp>
      <p:cxnSp>
        <p:nvCxnSpPr>
          <p:cNvPr id="1928" name="Google Shape;1928;p38"/>
          <p:cNvCxnSpPr/>
          <p:nvPr/>
        </p:nvCxnSpPr>
        <p:spPr>
          <a:xfrm rot="5400000">
            <a:off x="8168433" y="-66600"/>
            <a:ext cx="273900" cy="407100"/>
          </a:xfrm>
          <a:prstGeom prst="straightConnector1">
            <a:avLst/>
          </a:prstGeom>
          <a:noFill/>
          <a:ln cap="flat" cmpd="sng" w="9525">
            <a:solidFill>
              <a:schemeClr val="dk1"/>
            </a:solidFill>
            <a:prstDash val="solid"/>
            <a:round/>
            <a:headEnd len="med" w="med" type="none"/>
            <a:tailEnd len="med" w="med" type="none"/>
          </a:ln>
        </p:spPr>
      </p:cxnSp>
      <p:grpSp>
        <p:nvGrpSpPr>
          <p:cNvPr id="1929" name="Google Shape;1929;p38"/>
          <p:cNvGrpSpPr/>
          <p:nvPr/>
        </p:nvGrpSpPr>
        <p:grpSpPr>
          <a:xfrm flipH="1" rot="5400000">
            <a:off x="7407333" y="1284925"/>
            <a:ext cx="581800" cy="582350"/>
            <a:chOff x="8064275" y="887850"/>
            <a:chExt cx="581800" cy="582350"/>
          </a:xfrm>
        </p:grpSpPr>
        <p:sp>
          <p:nvSpPr>
            <p:cNvPr id="1930" name="Google Shape;1930;p3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6" name="Google Shape;1936;p38"/>
          <p:cNvGrpSpPr/>
          <p:nvPr/>
        </p:nvGrpSpPr>
        <p:grpSpPr>
          <a:xfrm flipH="1" rot="5400000">
            <a:off x="7869720" y="2754200"/>
            <a:ext cx="292025" cy="292575"/>
            <a:chOff x="7353050" y="316275"/>
            <a:chExt cx="292025" cy="292575"/>
          </a:xfrm>
        </p:grpSpPr>
        <p:sp>
          <p:nvSpPr>
            <p:cNvPr id="1937" name="Google Shape;1937;p3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1" name="Google Shape;1941;p38"/>
          <p:cNvGrpSpPr/>
          <p:nvPr/>
        </p:nvGrpSpPr>
        <p:grpSpPr>
          <a:xfrm flipH="1" rot="5400000">
            <a:off x="8012458" y="178175"/>
            <a:ext cx="175000" cy="175000"/>
            <a:chOff x="8792300" y="321275"/>
            <a:chExt cx="175000" cy="175000"/>
          </a:xfrm>
        </p:grpSpPr>
        <p:sp>
          <p:nvSpPr>
            <p:cNvPr id="1942" name="Google Shape;1942;p3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6" name="Google Shape;1946;p38"/>
          <p:cNvGrpSpPr/>
          <p:nvPr/>
        </p:nvGrpSpPr>
        <p:grpSpPr>
          <a:xfrm rot="5400000">
            <a:off x="7551683" y="3879926"/>
            <a:ext cx="293111" cy="293388"/>
            <a:chOff x="3164039" y="430875"/>
            <a:chExt cx="293111" cy="293388"/>
          </a:xfrm>
        </p:grpSpPr>
        <p:sp>
          <p:nvSpPr>
            <p:cNvPr id="1947" name="Google Shape;1947;p38"/>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8"/>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8"/>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8"/>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8"/>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8"/>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3" name="Google Shape;1953;p38"/>
          <p:cNvGrpSpPr/>
          <p:nvPr/>
        </p:nvGrpSpPr>
        <p:grpSpPr>
          <a:xfrm flipH="1" rot="5400000">
            <a:off x="8259052" y="323144"/>
            <a:ext cx="175013" cy="27000"/>
            <a:chOff x="5662375" y="212375"/>
            <a:chExt cx="175013" cy="27000"/>
          </a:xfrm>
        </p:grpSpPr>
        <p:sp>
          <p:nvSpPr>
            <p:cNvPr id="1954" name="Google Shape;1954;p3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957" name="Google Shape;1957;p38"/>
          <p:cNvCxnSpPr/>
          <p:nvPr/>
        </p:nvCxnSpPr>
        <p:spPr>
          <a:xfrm flipH="1" rot="5400000">
            <a:off x="740850" y="25983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1958" name="Google Shape;1958;p38"/>
          <p:cNvCxnSpPr/>
          <p:nvPr/>
        </p:nvCxnSpPr>
        <p:spPr>
          <a:xfrm rot="-5400000">
            <a:off x="847100" y="355400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1959" name="Google Shape;1959;p38"/>
          <p:cNvCxnSpPr/>
          <p:nvPr/>
        </p:nvCxnSpPr>
        <p:spPr>
          <a:xfrm flipH="1" rot="5400000">
            <a:off x="1105775" y="415125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1960" name="Google Shape;1960;p38"/>
          <p:cNvGrpSpPr/>
          <p:nvPr/>
        </p:nvGrpSpPr>
        <p:grpSpPr>
          <a:xfrm rot="5400000">
            <a:off x="621475" y="4062025"/>
            <a:ext cx="581800" cy="582350"/>
            <a:chOff x="8064275" y="887850"/>
            <a:chExt cx="581800" cy="582350"/>
          </a:xfrm>
        </p:grpSpPr>
        <p:sp>
          <p:nvSpPr>
            <p:cNvPr id="1961" name="Google Shape;1961;p3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7" name="Google Shape;1967;p38"/>
          <p:cNvGrpSpPr/>
          <p:nvPr/>
        </p:nvGrpSpPr>
        <p:grpSpPr>
          <a:xfrm rot="5400000">
            <a:off x="1482825" y="3350800"/>
            <a:ext cx="292025" cy="292575"/>
            <a:chOff x="7353050" y="316275"/>
            <a:chExt cx="292025" cy="292575"/>
          </a:xfrm>
        </p:grpSpPr>
        <p:sp>
          <p:nvSpPr>
            <p:cNvPr id="1968" name="Google Shape;1968;p3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2" name="Google Shape;1972;p38"/>
          <p:cNvGrpSpPr/>
          <p:nvPr/>
        </p:nvGrpSpPr>
        <p:grpSpPr>
          <a:xfrm rot="5400000">
            <a:off x="1595125" y="4790325"/>
            <a:ext cx="175000" cy="175000"/>
            <a:chOff x="8792300" y="321275"/>
            <a:chExt cx="175000" cy="175000"/>
          </a:xfrm>
        </p:grpSpPr>
        <p:sp>
          <p:nvSpPr>
            <p:cNvPr id="1973" name="Google Shape;1973;p3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7" name="Google Shape;1977;p38"/>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8"/>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38"/>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8"/>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8"/>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8"/>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3" name="Google Shape;1983;p38"/>
          <p:cNvGrpSpPr/>
          <p:nvPr/>
        </p:nvGrpSpPr>
        <p:grpSpPr>
          <a:xfrm rot="5400000">
            <a:off x="1701119" y="1515381"/>
            <a:ext cx="175013" cy="27000"/>
            <a:chOff x="5662375" y="212375"/>
            <a:chExt cx="175013" cy="27000"/>
          </a:xfrm>
        </p:grpSpPr>
        <p:sp>
          <p:nvSpPr>
            <p:cNvPr id="1984" name="Google Shape;1984;p3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3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7" name="Google Shape;1987;p38"/>
          <p:cNvGrpSpPr/>
          <p:nvPr/>
        </p:nvGrpSpPr>
        <p:grpSpPr>
          <a:xfrm rot="5400000">
            <a:off x="1819519" y="4562081"/>
            <a:ext cx="175013" cy="27000"/>
            <a:chOff x="5662375" y="212375"/>
            <a:chExt cx="175013" cy="27000"/>
          </a:xfrm>
        </p:grpSpPr>
        <p:sp>
          <p:nvSpPr>
            <p:cNvPr id="1988" name="Google Shape;1988;p3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1" name="Google Shape;1991;p38"/>
          <p:cNvGrpSpPr/>
          <p:nvPr/>
        </p:nvGrpSpPr>
        <p:grpSpPr>
          <a:xfrm rot="5400000">
            <a:off x="408594" y="4140781"/>
            <a:ext cx="175013" cy="27000"/>
            <a:chOff x="5662375" y="212375"/>
            <a:chExt cx="175013" cy="27000"/>
          </a:xfrm>
        </p:grpSpPr>
        <p:sp>
          <p:nvSpPr>
            <p:cNvPr id="1992" name="Google Shape;1992;p3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3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5" name="Google Shape;1995;p38"/>
          <p:cNvSpPr txBox="1"/>
          <p:nvPr>
            <p:ph hasCustomPrompt="1" type="title"/>
          </p:nvPr>
        </p:nvSpPr>
        <p:spPr>
          <a:xfrm>
            <a:off x="2624328" y="2057400"/>
            <a:ext cx="3904500" cy="786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1">
  <p:cSld name="TITLE_AND_TWO_COLUMNS_1">
    <p:spTree>
      <p:nvGrpSpPr>
        <p:cNvPr id="1996" name="Shape 1996"/>
        <p:cNvGrpSpPr/>
        <p:nvPr/>
      </p:nvGrpSpPr>
      <p:grpSpPr>
        <a:xfrm>
          <a:off x="0" y="0"/>
          <a:ext cx="0" cy="0"/>
          <a:chOff x="0" y="0"/>
          <a:chExt cx="0" cy="0"/>
        </a:xfrm>
      </p:grpSpPr>
      <p:sp>
        <p:nvSpPr>
          <p:cNvPr id="1997" name="Google Shape;1997;p39"/>
          <p:cNvSpPr txBox="1"/>
          <p:nvPr>
            <p:ph type="title"/>
          </p:nvPr>
        </p:nvSpPr>
        <p:spPr>
          <a:xfrm>
            <a:off x="1807671" y="338325"/>
            <a:ext cx="5528700" cy="612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1998" name="Google Shape;1998;p39"/>
          <p:cNvSpPr txBox="1"/>
          <p:nvPr>
            <p:ph idx="1" type="subTitle"/>
          </p:nvPr>
        </p:nvSpPr>
        <p:spPr>
          <a:xfrm>
            <a:off x="4956048" y="2532888"/>
            <a:ext cx="2084700" cy="136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999" name="Google Shape;1999;p39"/>
          <p:cNvSpPr txBox="1"/>
          <p:nvPr>
            <p:ph idx="2" type="subTitle"/>
          </p:nvPr>
        </p:nvSpPr>
        <p:spPr>
          <a:xfrm>
            <a:off x="2093976" y="2532888"/>
            <a:ext cx="2084700" cy="136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2000" name="Google Shape;2000;p39"/>
          <p:cNvSpPr txBox="1"/>
          <p:nvPr>
            <p:ph idx="3" type="subTitle"/>
          </p:nvPr>
        </p:nvSpPr>
        <p:spPr>
          <a:xfrm>
            <a:off x="4956048" y="2221992"/>
            <a:ext cx="2084700" cy="2835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a:spcBef>
                <a:spcPts val="0"/>
              </a:spcBef>
              <a:spcAft>
                <a:spcPts val="0"/>
              </a:spcAft>
              <a:buNone/>
              <a:defRPr sz="1600">
                <a:solidFill>
                  <a:schemeClr val="accent1"/>
                </a:solidFill>
              </a:defRPr>
            </a:lvl2pPr>
            <a:lvl3pPr lvl="2" algn="ctr">
              <a:spcBef>
                <a:spcPts val="0"/>
              </a:spcBef>
              <a:spcAft>
                <a:spcPts val="0"/>
              </a:spcAft>
              <a:buNone/>
              <a:defRPr sz="1600">
                <a:solidFill>
                  <a:schemeClr val="accent1"/>
                </a:solidFill>
              </a:defRPr>
            </a:lvl3pPr>
            <a:lvl4pPr lvl="3" algn="ctr">
              <a:spcBef>
                <a:spcPts val="0"/>
              </a:spcBef>
              <a:spcAft>
                <a:spcPts val="0"/>
              </a:spcAft>
              <a:buNone/>
              <a:defRPr sz="1600">
                <a:solidFill>
                  <a:schemeClr val="accent1"/>
                </a:solidFill>
              </a:defRPr>
            </a:lvl4pPr>
            <a:lvl5pPr lvl="4" algn="ctr">
              <a:spcBef>
                <a:spcPts val="0"/>
              </a:spcBef>
              <a:spcAft>
                <a:spcPts val="0"/>
              </a:spcAft>
              <a:buNone/>
              <a:defRPr sz="1600">
                <a:solidFill>
                  <a:schemeClr val="accent1"/>
                </a:solidFill>
              </a:defRPr>
            </a:lvl5pPr>
            <a:lvl6pPr lvl="5" algn="ctr">
              <a:spcBef>
                <a:spcPts val="0"/>
              </a:spcBef>
              <a:spcAft>
                <a:spcPts val="0"/>
              </a:spcAft>
              <a:buNone/>
              <a:defRPr sz="1600">
                <a:solidFill>
                  <a:schemeClr val="accent1"/>
                </a:solidFill>
              </a:defRPr>
            </a:lvl6pPr>
            <a:lvl7pPr lvl="6" algn="ctr">
              <a:spcBef>
                <a:spcPts val="0"/>
              </a:spcBef>
              <a:spcAft>
                <a:spcPts val="0"/>
              </a:spcAft>
              <a:buNone/>
              <a:defRPr sz="1600">
                <a:solidFill>
                  <a:schemeClr val="accent1"/>
                </a:solidFill>
              </a:defRPr>
            </a:lvl7pPr>
            <a:lvl8pPr lvl="7" algn="ctr">
              <a:spcBef>
                <a:spcPts val="0"/>
              </a:spcBef>
              <a:spcAft>
                <a:spcPts val="0"/>
              </a:spcAft>
              <a:buNone/>
              <a:defRPr sz="1600">
                <a:solidFill>
                  <a:schemeClr val="accent1"/>
                </a:solidFill>
              </a:defRPr>
            </a:lvl8pPr>
            <a:lvl9pPr lvl="8" algn="ctr">
              <a:spcBef>
                <a:spcPts val="0"/>
              </a:spcBef>
              <a:spcAft>
                <a:spcPts val="0"/>
              </a:spcAft>
              <a:buNone/>
              <a:defRPr sz="1600">
                <a:solidFill>
                  <a:schemeClr val="accent1"/>
                </a:solidFill>
              </a:defRPr>
            </a:lvl9pPr>
          </a:lstStyle>
          <a:p/>
        </p:txBody>
      </p:sp>
      <p:sp>
        <p:nvSpPr>
          <p:cNvPr id="2001" name="Google Shape;2001;p39"/>
          <p:cNvSpPr txBox="1"/>
          <p:nvPr>
            <p:ph idx="4" type="subTitle"/>
          </p:nvPr>
        </p:nvSpPr>
        <p:spPr>
          <a:xfrm>
            <a:off x="2093976" y="2203704"/>
            <a:ext cx="2084700" cy="310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a:spcBef>
                <a:spcPts val="0"/>
              </a:spcBef>
              <a:spcAft>
                <a:spcPts val="0"/>
              </a:spcAft>
              <a:buNone/>
              <a:defRPr sz="1600">
                <a:solidFill>
                  <a:schemeClr val="accent1"/>
                </a:solidFill>
              </a:defRPr>
            </a:lvl2pPr>
            <a:lvl3pPr lvl="2" algn="ctr">
              <a:spcBef>
                <a:spcPts val="0"/>
              </a:spcBef>
              <a:spcAft>
                <a:spcPts val="0"/>
              </a:spcAft>
              <a:buNone/>
              <a:defRPr sz="1600">
                <a:solidFill>
                  <a:schemeClr val="accent1"/>
                </a:solidFill>
              </a:defRPr>
            </a:lvl3pPr>
            <a:lvl4pPr lvl="3" algn="ctr">
              <a:spcBef>
                <a:spcPts val="0"/>
              </a:spcBef>
              <a:spcAft>
                <a:spcPts val="0"/>
              </a:spcAft>
              <a:buNone/>
              <a:defRPr sz="1600">
                <a:solidFill>
                  <a:schemeClr val="accent1"/>
                </a:solidFill>
              </a:defRPr>
            </a:lvl4pPr>
            <a:lvl5pPr lvl="4" algn="ctr">
              <a:spcBef>
                <a:spcPts val="0"/>
              </a:spcBef>
              <a:spcAft>
                <a:spcPts val="0"/>
              </a:spcAft>
              <a:buNone/>
              <a:defRPr sz="1600">
                <a:solidFill>
                  <a:schemeClr val="accent1"/>
                </a:solidFill>
              </a:defRPr>
            </a:lvl5pPr>
            <a:lvl6pPr lvl="5" algn="ctr">
              <a:spcBef>
                <a:spcPts val="0"/>
              </a:spcBef>
              <a:spcAft>
                <a:spcPts val="0"/>
              </a:spcAft>
              <a:buNone/>
              <a:defRPr sz="1600">
                <a:solidFill>
                  <a:schemeClr val="accent1"/>
                </a:solidFill>
              </a:defRPr>
            </a:lvl6pPr>
            <a:lvl7pPr lvl="6" algn="ctr">
              <a:spcBef>
                <a:spcPts val="0"/>
              </a:spcBef>
              <a:spcAft>
                <a:spcPts val="0"/>
              </a:spcAft>
              <a:buNone/>
              <a:defRPr sz="1600">
                <a:solidFill>
                  <a:schemeClr val="accent1"/>
                </a:solidFill>
              </a:defRPr>
            </a:lvl7pPr>
            <a:lvl8pPr lvl="7" algn="ctr">
              <a:spcBef>
                <a:spcPts val="0"/>
              </a:spcBef>
              <a:spcAft>
                <a:spcPts val="0"/>
              </a:spcAft>
              <a:buNone/>
              <a:defRPr sz="1600">
                <a:solidFill>
                  <a:schemeClr val="accent1"/>
                </a:solidFill>
              </a:defRPr>
            </a:lvl8pPr>
            <a:lvl9pPr lvl="8" algn="ctr">
              <a:spcBef>
                <a:spcPts val="0"/>
              </a:spcBef>
              <a:spcAft>
                <a:spcPts val="0"/>
              </a:spcAft>
              <a:buNone/>
              <a:defRPr sz="1600">
                <a:solidFill>
                  <a:schemeClr val="accent1"/>
                </a:solidFill>
              </a:defRPr>
            </a:lvl9pPr>
          </a:lstStyle>
          <a:p/>
        </p:txBody>
      </p:sp>
      <p:sp>
        <p:nvSpPr>
          <p:cNvPr id="2002" name="Google Shape;2002;p39"/>
          <p:cNvSpPr txBox="1"/>
          <p:nvPr>
            <p:ph hasCustomPrompt="1" idx="5" type="title"/>
          </p:nvPr>
        </p:nvSpPr>
        <p:spPr>
          <a:xfrm>
            <a:off x="2779776" y="1627632"/>
            <a:ext cx="722400" cy="4572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003" name="Google Shape;2003;p39"/>
          <p:cNvSpPr txBox="1"/>
          <p:nvPr>
            <p:ph hasCustomPrompt="1" idx="6" type="title"/>
          </p:nvPr>
        </p:nvSpPr>
        <p:spPr>
          <a:xfrm>
            <a:off x="5641848" y="1627632"/>
            <a:ext cx="722400" cy="4572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2004" name="Google Shape;2004;p39"/>
          <p:cNvGrpSpPr/>
          <p:nvPr/>
        </p:nvGrpSpPr>
        <p:grpSpPr>
          <a:xfrm>
            <a:off x="432850" y="0"/>
            <a:ext cx="8278300" cy="5165700"/>
            <a:chOff x="432850" y="0"/>
            <a:chExt cx="8278300" cy="5165700"/>
          </a:xfrm>
        </p:grpSpPr>
        <p:cxnSp>
          <p:nvCxnSpPr>
            <p:cNvPr id="2005" name="Google Shape;2005;p39"/>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006" name="Google Shape;2006;p39"/>
            <p:cNvGrpSpPr/>
            <p:nvPr/>
          </p:nvGrpSpPr>
          <p:grpSpPr>
            <a:xfrm>
              <a:off x="8129350" y="4292175"/>
              <a:ext cx="581800" cy="582350"/>
              <a:chOff x="8064275" y="887850"/>
              <a:chExt cx="581800" cy="582350"/>
            </a:xfrm>
          </p:grpSpPr>
          <p:sp>
            <p:nvSpPr>
              <p:cNvPr id="2007" name="Google Shape;2007;p3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3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3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3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3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3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3" name="Google Shape;2013;p39"/>
            <p:cNvGrpSpPr/>
            <p:nvPr/>
          </p:nvGrpSpPr>
          <p:grpSpPr>
            <a:xfrm>
              <a:off x="8274238" y="3720600"/>
              <a:ext cx="292025" cy="292575"/>
              <a:chOff x="7353050" y="316275"/>
              <a:chExt cx="292025" cy="292575"/>
            </a:xfrm>
          </p:grpSpPr>
          <p:sp>
            <p:nvSpPr>
              <p:cNvPr id="2014" name="Google Shape;2014;p3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3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3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3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8" name="Google Shape;2018;p39"/>
            <p:cNvGrpSpPr/>
            <p:nvPr/>
          </p:nvGrpSpPr>
          <p:grpSpPr>
            <a:xfrm>
              <a:off x="8332763" y="3212475"/>
              <a:ext cx="175000" cy="175000"/>
              <a:chOff x="8792300" y="321275"/>
              <a:chExt cx="175000" cy="175000"/>
            </a:xfrm>
          </p:grpSpPr>
          <p:sp>
            <p:nvSpPr>
              <p:cNvPr id="2019" name="Google Shape;2019;p3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3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3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3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23" name="Google Shape;2023;p39"/>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024" name="Google Shape;2024;p39"/>
            <p:cNvGrpSpPr/>
            <p:nvPr/>
          </p:nvGrpSpPr>
          <p:grpSpPr>
            <a:xfrm rot="10800000">
              <a:off x="432850" y="291788"/>
              <a:ext cx="581800" cy="582350"/>
              <a:chOff x="8064275" y="887850"/>
              <a:chExt cx="581800" cy="582350"/>
            </a:xfrm>
          </p:grpSpPr>
          <p:sp>
            <p:nvSpPr>
              <p:cNvPr id="2025" name="Google Shape;2025;p3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3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3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3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3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3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1" name="Google Shape;2031;p39"/>
            <p:cNvGrpSpPr/>
            <p:nvPr/>
          </p:nvGrpSpPr>
          <p:grpSpPr>
            <a:xfrm rot="10800000">
              <a:off x="577738" y="1153138"/>
              <a:ext cx="292025" cy="292575"/>
              <a:chOff x="7353050" y="316275"/>
              <a:chExt cx="292025" cy="292575"/>
            </a:xfrm>
          </p:grpSpPr>
          <p:sp>
            <p:nvSpPr>
              <p:cNvPr id="2032" name="Google Shape;2032;p3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3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3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3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6" name="Google Shape;2036;p39"/>
            <p:cNvGrpSpPr/>
            <p:nvPr/>
          </p:nvGrpSpPr>
          <p:grpSpPr>
            <a:xfrm rot="10800000">
              <a:off x="636238" y="1778838"/>
              <a:ext cx="175000" cy="175000"/>
              <a:chOff x="8792300" y="321275"/>
              <a:chExt cx="175000" cy="175000"/>
            </a:xfrm>
          </p:grpSpPr>
          <p:sp>
            <p:nvSpPr>
              <p:cNvPr id="2037" name="Google Shape;2037;p3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3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3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3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1" name="Google Shape;2041;p39"/>
            <p:cNvGrpSpPr/>
            <p:nvPr/>
          </p:nvGrpSpPr>
          <p:grpSpPr>
            <a:xfrm>
              <a:off x="432850" y="2003163"/>
              <a:ext cx="175013" cy="27000"/>
              <a:chOff x="5662375" y="212375"/>
              <a:chExt cx="175013" cy="27000"/>
            </a:xfrm>
          </p:grpSpPr>
          <p:sp>
            <p:nvSpPr>
              <p:cNvPr id="2042" name="Google Shape;2042;p3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3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3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5" name="Google Shape;2045;p39"/>
            <p:cNvGrpSpPr/>
            <p:nvPr/>
          </p:nvGrpSpPr>
          <p:grpSpPr>
            <a:xfrm>
              <a:off x="788100" y="208488"/>
              <a:ext cx="175013" cy="27000"/>
              <a:chOff x="5662375" y="212375"/>
              <a:chExt cx="175013" cy="27000"/>
            </a:xfrm>
          </p:grpSpPr>
          <p:sp>
            <p:nvSpPr>
              <p:cNvPr id="2046" name="Google Shape;2046;p3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3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3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9" name="Google Shape;2049;p39"/>
            <p:cNvGrpSpPr/>
            <p:nvPr/>
          </p:nvGrpSpPr>
          <p:grpSpPr>
            <a:xfrm>
              <a:off x="8129350" y="4988725"/>
              <a:ext cx="175013" cy="27000"/>
              <a:chOff x="5662375" y="212375"/>
              <a:chExt cx="175013" cy="27000"/>
            </a:xfrm>
          </p:grpSpPr>
          <p:sp>
            <p:nvSpPr>
              <p:cNvPr id="2050" name="Google Shape;2050;p3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3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3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3" name="Google Shape;2053;p39"/>
            <p:cNvGrpSpPr/>
            <p:nvPr/>
          </p:nvGrpSpPr>
          <p:grpSpPr>
            <a:xfrm>
              <a:off x="8497550" y="3429425"/>
              <a:ext cx="175013" cy="27000"/>
              <a:chOff x="5662375" y="212375"/>
              <a:chExt cx="175013" cy="27000"/>
            </a:xfrm>
          </p:grpSpPr>
          <p:sp>
            <p:nvSpPr>
              <p:cNvPr id="2054" name="Google Shape;2054;p3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3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3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57" name="Google Shape;2057;p39"/>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2058" name="Google Shape;2058;p39"/>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2059" name="Google Shape;2059;p39"/>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39"/>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39"/>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39"/>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_1">
  <p:cSld name="CAPTION_ONLY_1">
    <p:spTree>
      <p:nvGrpSpPr>
        <p:cNvPr id="2063" name="Shape 2063"/>
        <p:cNvGrpSpPr/>
        <p:nvPr/>
      </p:nvGrpSpPr>
      <p:grpSpPr>
        <a:xfrm>
          <a:off x="0" y="0"/>
          <a:ext cx="0" cy="0"/>
          <a:chOff x="0" y="0"/>
          <a:chExt cx="0" cy="0"/>
        </a:xfrm>
      </p:grpSpPr>
      <p:sp>
        <p:nvSpPr>
          <p:cNvPr id="2064" name="Google Shape;2064;p40"/>
          <p:cNvSpPr txBox="1"/>
          <p:nvPr>
            <p:ph idx="1" type="body"/>
          </p:nvPr>
        </p:nvSpPr>
        <p:spPr>
          <a:xfrm>
            <a:off x="1122050" y="1947672"/>
            <a:ext cx="2788800" cy="13626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p:txBody>
      </p:sp>
      <p:sp>
        <p:nvSpPr>
          <p:cNvPr id="2065" name="Google Shape;2065;p40"/>
          <p:cNvSpPr txBox="1"/>
          <p:nvPr>
            <p:ph type="title"/>
          </p:nvPr>
        </p:nvSpPr>
        <p:spPr>
          <a:xfrm>
            <a:off x="2100600" y="347472"/>
            <a:ext cx="4947000" cy="585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cxnSp>
        <p:nvCxnSpPr>
          <p:cNvPr id="2066" name="Google Shape;2066;p40"/>
          <p:cNvCxnSpPr/>
          <p:nvPr/>
        </p:nvCxnSpPr>
        <p:spPr>
          <a:xfrm>
            <a:off x="590450" y="4340600"/>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2067" name="Google Shape;2067;p40"/>
          <p:cNvCxnSpPr/>
          <p:nvPr/>
        </p:nvCxnSpPr>
        <p:spPr>
          <a:xfrm flipH="1" rot="10800000">
            <a:off x="7975" y="4332600"/>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2068" name="Google Shape;2068;p40"/>
          <p:cNvGrpSpPr/>
          <p:nvPr/>
        </p:nvGrpSpPr>
        <p:grpSpPr>
          <a:xfrm flipH="1">
            <a:off x="431725" y="4183775"/>
            <a:ext cx="292025" cy="292575"/>
            <a:chOff x="7353050" y="316275"/>
            <a:chExt cx="292025" cy="292575"/>
          </a:xfrm>
        </p:grpSpPr>
        <p:sp>
          <p:nvSpPr>
            <p:cNvPr id="2069" name="Google Shape;2069;p4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4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4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3" name="Google Shape;2073;p40"/>
          <p:cNvGrpSpPr/>
          <p:nvPr/>
        </p:nvGrpSpPr>
        <p:grpSpPr>
          <a:xfrm>
            <a:off x="1646714" y="4616575"/>
            <a:ext cx="293111" cy="293388"/>
            <a:chOff x="3164039" y="430875"/>
            <a:chExt cx="293111" cy="293388"/>
          </a:xfrm>
        </p:grpSpPr>
        <p:sp>
          <p:nvSpPr>
            <p:cNvPr id="2074" name="Google Shape;2074;p4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4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80" name="Google Shape;2080;p40"/>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2081" name="Google Shape;2081;p40"/>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2082" name="Google Shape;2082;p40"/>
          <p:cNvGrpSpPr/>
          <p:nvPr/>
        </p:nvGrpSpPr>
        <p:grpSpPr>
          <a:xfrm>
            <a:off x="8064275" y="526925"/>
            <a:ext cx="581800" cy="582350"/>
            <a:chOff x="8064275" y="887850"/>
            <a:chExt cx="581800" cy="582350"/>
          </a:xfrm>
        </p:grpSpPr>
        <p:sp>
          <p:nvSpPr>
            <p:cNvPr id="2083" name="Google Shape;2083;p4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4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4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4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4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4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9" name="Google Shape;2089;p40"/>
          <p:cNvGrpSpPr/>
          <p:nvPr/>
        </p:nvGrpSpPr>
        <p:grpSpPr>
          <a:xfrm>
            <a:off x="7033875" y="170875"/>
            <a:ext cx="292025" cy="292575"/>
            <a:chOff x="7353050" y="316275"/>
            <a:chExt cx="292025" cy="292575"/>
          </a:xfrm>
        </p:grpSpPr>
        <p:sp>
          <p:nvSpPr>
            <p:cNvPr id="2090" name="Google Shape;2090;p4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4" name="Google Shape;2094;p40"/>
          <p:cNvGrpSpPr/>
          <p:nvPr/>
        </p:nvGrpSpPr>
        <p:grpSpPr>
          <a:xfrm>
            <a:off x="8757950" y="229650"/>
            <a:ext cx="175000" cy="175000"/>
            <a:chOff x="8792300" y="321275"/>
            <a:chExt cx="175000" cy="175000"/>
          </a:xfrm>
        </p:grpSpPr>
        <p:sp>
          <p:nvSpPr>
            <p:cNvPr id="2095" name="Google Shape;2095;p4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9" name="Google Shape;2099;p40"/>
          <p:cNvGrpSpPr/>
          <p:nvPr/>
        </p:nvGrpSpPr>
        <p:grpSpPr>
          <a:xfrm>
            <a:off x="8490050" y="170875"/>
            <a:ext cx="175013" cy="27000"/>
            <a:chOff x="5662375" y="212375"/>
            <a:chExt cx="175013" cy="27000"/>
          </a:xfrm>
        </p:grpSpPr>
        <p:sp>
          <p:nvSpPr>
            <p:cNvPr id="2100" name="Google Shape;2100;p4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3" name="Google Shape;2103;p40"/>
          <p:cNvGrpSpPr/>
          <p:nvPr/>
        </p:nvGrpSpPr>
        <p:grpSpPr>
          <a:xfrm>
            <a:off x="7916350" y="1124600"/>
            <a:ext cx="175013" cy="27000"/>
            <a:chOff x="5662375" y="212375"/>
            <a:chExt cx="175013" cy="27000"/>
          </a:xfrm>
        </p:grpSpPr>
        <p:sp>
          <p:nvSpPr>
            <p:cNvPr id="2104" name="Google Shape;2104;p4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3750" y="526925"/>
            <a:ext cx="7696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 Id="rId3" Type="http://schemas.openxmlformats.org/officeDocument/2006/relationships/comments" Target="../comments/commen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 Id="rId3" Type="http://schemas.openxmlformats.org/officeDocument/2006/relationships/comments" Target="../comments/commen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hyperlink" Target="https://github.com/spring-projects/spring-framework/blob/main/spring-web/src/main/java/org/springframework/web/client/RestOperations.java" TargetMode="External"/><Relationship Id="rId4" Type="http://schemas.openxmlformats.org/officeDocument/2006/relationships/hyperlink" Target="https://github.com/spring-projects/spring-framework/blob/main/spring-web/src/main/java/org/springframework/web/client/RestOperations.java" TargetMode="External"/><Relationship Id="rId5" Type="http://schemas.openxmlformats.org/officeDocument/2006/relationships/hyperlink" Target="https://github.com/spring-projects/spring-framework/blob/main/spring-web/src/main/java/org/springframework/web/client/RestTemplate.java" TargetMode="External"/><Relationship Id="rId6" Type="http://schemas.openxmlformats.org/officeDocument/2006/relationships/hyperlink" Target="https://github.com/spring-projects/spring-framework/blob/main/spring-web/src/main/java/org/springframework/web/client/RestTemplate.java"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 Id="rId3" Type="http://schemas.openxmlformats.org/officeDocument/2006/relationships/hyperlink" Target="https://www.geeksforgeeks.org/structural-design-patterns/" TargetMode="External"/><Relationship Id="rId4" Type="http://schemas.openxmlformats.org/officeDocument/2006/relationships/hyperlink" Target="https://www.geeksforgeeks.org/the-story-of-netflix-and-microservices/" TargetMode="External"/><Relationship Id="rId9" Type="http://schemas.openxmlformats.org/officeDocument/2006/relationships/hyperlink" Target="https://docs.spring.io/spring-framework/docs/current/javadoc-api/org/springframework/web/client/RestTemplate.html" TargetMode="External"/><Relationship Id="rId5" Type="http://schemas.openxmlformats.org/officeDocument/2006/relationships/hyperlink" Target="https://github.com/Netflix/eureka/blob/015400c60d3dc730c3fc4871e9b586d3805cce0d/eureka-client/src/main/java/com/netflix/discovery/DiscoveryClient.java" TargetMode="External"/><Relationship Id="rId6" Type="http://schemas.openxmlformats.org/officeDocument/2006/relationships/hyperlink" Target="https://netflix.github.io/" TargetMode="External"/><Relationship Id="rId7" Type="http://schemas.openxmlformats.org/officeDocument/2006/relationships/hyperlink" Target="https://github.com/spring-projects/spring-framework/blob/main/spring-web/src/main/java/org/springframework/web/client/RestOperations.java" TargetMode="External"/><Relationship Id="rId8" Type="http://schemas.openxmlformats.org/officeDocument/2006/relationships/hyperlink" Target="https://github.com/spring-projects/spring-framework/blob/main/spring-web/src/main/java/org/springframework/web/client/RestTemplate.java"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0" name="Shape 2110"/>
        <p:cNvGrpSpPr/>
        <p:nvPr/>
      </p:nvGrpSpPr>
      <p:grpSpPr>
        <a:xfrm>
          <a:off x="0" y="0"/>
          <a:ext cx="0" cy="0"/>
          <a:chOff x="0" y="0"/>
          <a:chExt cx="0" cy="0"/>
        </a:xfrm>
      </p:grpSpPr>
      <p:grpSp>
        <p:nvGrpSpPr>
          <p:cNvPr id="2111" name="Google Shape;2111;p41"/>
          <p:cNvGrpSpPr/>
          <p:nvPr/>
        </p:nvGrpSpPr>
        <p:grpSpPr>
          <a:xfrm>
            <a:off x="303210" y="959719"/>
            <a:ext cx="5343540" cy="4183680"/>
            <a:chOff x="469775" y="238125"/>
            <a:chExt cx="6679425" cy="5229600"/>
          </a:xfrm>
        </p:grpSpPr>
        <p:sp>
          <p:nvSpPr>
            <p:cNvPr id="2112" name="Google Shape;2112;p41"/>
            <p:cNvSpPr/>
            <p:nvPr/>
          </p:nvSpPr>
          <p:spPr>
            <a:xfrm>
              <a:off x="830950" y="238200"/>
              <a:ext cx="6001825" cy="5109175"/>
            </a:xfrm>
            <a:custGeom>
              <a:rect b="b" l="l" r="r" t="t"/>
              <a:pathLst>
                <a:path extrusionOk="0" h="204367" w="240073">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1"/>
            <p:cNvSpPr/>
            <p:nvPr/>
          </p:nvSpPr>
          <p:spPr>
            <a:xfrm>
              <a:off x="1009000" y="238125"/>
              <a:ext cx="5764775" cy="5102425"/>
            </a:xfrm>
            <a:custGeom>
              <a:rect b="b" l="l" r="r" t="t"/>
              <a:pathLst>
                <a:path extrusionOk="0" h="204097" w="230591">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1"/>
            <p:cNvSpPr/>
            <p:nvPr/>
          </p:nvSpPr>
          <p:spPr>
            <a:xfrm>
              <a:off x="6155150" y="3211050"/>
              <a:ext cx="888225" cy="2247525"/>
            </a:xfrm>
            <a:custGeom>
              <a:rect b="b" l="l" r="r" t="t"/>
              <a:pathLst>
                <a:path extrusionOk="0" h="89901" w="35529">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1"/>
            <p:cNvSpPr/>
            <p:nvPr/>
          </p:nvSpPr>
          <p:spPr>
            <a:xfrm>
              <a:off x="2992975" y="2455100"/>
              <a:ext cx="2658575" cy="3012625"/>
            </a:xfrm>
            <a:custGeom>
              <a:rect b="b" l="l" r="r" t="t"/>
              <a:pathLst>
                <a:path extrusionOk="0" h="120505" w="106343">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1"/>
            <p:cNvSpPr/>
            <p:nvPr/>
          </p:nvSpPr>
          <p:spPr>
            <a:xfrm>
              <a:off x="2992975" y="2709450"/>
              <a:ext cx="2434725" cy="2758275"/>
            </a:xfrm>
            <a:custGeom>
              <a:rect b="b" l="l" r="r" t="t"/>
              <a:pathLst>
                <a:path extrusionOk="0" h="110331" w="97389">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1"/>
            <p:cNvSpPr/>
            <p:nvPr/>
          </p:nvSpPr>
          <p:spPr>
            <a:xfrm>
              <a:off x="5418525" y="2464250"/>
              <a:ext cx="224875" cy="2994325"/>
            </a:xfrm>
            <a:custGeom>
              <a:rect b="b" l="l" r="r" t="t"/>
              <a:pathLst>
                <a:path extrusionOk="0" h="119773" w="8995">
                  <a:moveTo>
                    <a:pt x="8995" y="1"/>
                  </a:moveTo>
                  <a:lnTo>
                    <a:pt x="1" y="10134"/>
                  </a:lnTo>
                  <a:lnTo>
                    <a:pt x="1" y="119772"/>
                  </a:lnTo>
                  <a:lnTo>
                    <a:pt x="8995" y="119772"/>
                  </a:lnTo>
                  <a:lnTo>
                    <a:pt x="899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1"/>
            <p:cNvSpPr/>
            <p:nvPr/>
          </p:nvSpPr>
          <p:spPr>
            <a:xfrm>
              <a:off x="5533500" y="4907100"/>
              <a:ext cx="109900" cy="551475"/>
            </a:xfrm>
            <a:custGeom>
              <a:rect b="b" l="l" r="r" t="t"/>
              <a:pathLst>
                <a:path extrusionOk="0" h="22059" w="4396">
                  <a:moveTo>
                    <a:pt x="0" y="1"/>
                  </a:moveTo>
                  <a:lnTo>
                    <a:pt x="0" y="22058"/>
                  </a:lnTo>
                  <a:lnTo>
                    <a:pt x="4396" y="22058"/>
                  </a:lnTo>
                  <a:lnTo>
                    <a:pt x="439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1"/>
            <p:cNvSpPr/>
            <p:nvPr/>
          </p:nvSpPr>
          <p:spPr>
            <a:xfrm>
              <a:off x="5525350" y="4898950"/>
              <a:ext cx="126200" cy="568775"/>
            </a:xfrm>
            <a:custGeom>
              <a:rect b="b" l="l" r="r" t="t"/>
              <a:pathLst>
                <a:path extrusionOk="0" h="22751" w="5048">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1"/>
            <p:cNvSpPr/>
            <p:nvPr/>
          </p:nvSpPr>
          <p:spPr>
            <a:xfrm>
              <a:off x="5643375" y="4524550"/>
              <a:ext cx="474150" cy="934025"/>
            </a:xfrm>
            <a:custGeom>
              <a:rect b="b" l="l" r="r" t="t"/>
              <a:pathLst>
                <a:path extrusionOk="0" h="37361" w="18966">
                  <a:moveTo>
                    <a:pt x="18965" y="0"/>
                  </a:moveTo>
                  <a:lnTo>
                    <a:pt x="1" y="15303"/>
                  </a:lnTo>
                  <a:lnTo>
                    <a:pt x="1" y="37360"/>
                  </a:lnTo>
                  <a:lnTo>
                    <a:pt x="18965" y="37360"/>
                  </a:lnTo>
                  <a:lnTo>
                    <a:pt x="189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1"/>
            <p:cNvSpPr/>
            <p:nvPr/>
          </p:nvSpPr>
          <p:spPr>
            <a:xfrm>
              <a:off x="5634225" y="4516325"/>
              <a:ext cx="491450" cy="951400"/>
            </a:xfrm>
            <a:custGeom>
              <a:rect b="b" l="l" r="r" t="t"/>
              <a:pathLst>
                <a:path extrusionOk="0" h="38056" w="19658">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1"/>
            <p:cNvSpPr/>
            <p:nvPr/>
          </p:nvSpPr>
          <p:spPr>
            <a:xfrm>
              <a:off x="1820900" y="4907100"/>
              <a:ext cx="109900" cy="551475"/>
            </a:xfrm>
            <a:custGeom>
              <a:rect b="b" l="l" r="r" t="t"/>
              <a:pathLst>
                <a:path extrusionOk="0" h="22059" w="4396">
                  <a:moveTo>
                    <a:pt x="1" y="1"/>
                  </a:moveTo>
                  <a:lnTo>
                    <a:pt x="1" y="22058"/>
                  </a:lnTo>
                  <a:lnTo>
                    <a:pt x="4396" y="22058"/>
                  </a:lnTo>
                  <a:lnTo>
                    <a:pt x="439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1"/>
            <p:cNvSpPr/>
            <p:nvPr/>
          </p:nvSpPr>
          <p:spPr>
            <a:xfrm>
              <a:off x="1812775" y="4898950"/>
              <a:ext cx="126175" cy="568775"/>
            </a:xfrm>
            <a:custGeom>
              <a:rect b="b" l="l" r="r" t="t"/>
              <a:pathLst>
                <a:path extrusionOk="0" h="22751" w="5047">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1"/>
            <p:cNvSpPr/>
            <p:nvPr/>
          </p:nvSpPr>
          <p:spPr>
            <a:xfrm>
              <a:off x="1930800" y="4524550"/>
              <a:ext cx="474125" cy="934025"/>
            </a:xfrm>
            <a:custGeom>
              <a:rect b="b" l="l" r="r" t="t"/>
              <a:pathLst>
                <a:path extrusionOk="0" h="37361" w="18965">
                  <a:moveTo>
                    <a:pt x="18965" y="0"/>
                  </a:moveTo>
                  <a:lnTo>
                    <a:pt x="0" y="15303"/>
                  </a:lnTo>
                  <a:lnTo>
                    <a:pt x="0" y="37360"/>
                  </a:lnTo>
                  <a:lnTo>
                    <a:pt x="18965" y="37360"/>
                  </a:lnTo>
                  <a:lnTo>
                    <a:pt x="189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1"/>
            <p:cNvSpPr/>
            <p:nvPr/>
          </p:nvSpPr>
          <p:spPr>
            <a:xfrm>
              <a:off x="1921625" y="4516325"/>
              <a:ext cx="491450" cy="951400"/>
            </a:xfrm>
            <a:custGeom>
              <a:rect b="b" l="l" r="r" t="t"/>
              <a:pathLst>
                <a:path extrusionOk="0" h="38056" w="19658">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1"/>
            <p:cNvSpPr/>
            <p:nvPr/>
          </p:nvSpPr>
          <p:spPr>
            <a:xfrm>
              <a:off x="1398675" y="4437050"/>
              <a:ext cx="5067825" cy="567750"/>
            </a:xfrm>
            <a:custGeom>
              <a:rect b="b" l="l" r="r" t="t"/>
              <a:pathLst>
                <a:path extrusionOk="0" h="22710" w="202713">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1"/>
            <p:cNvSpPr/>
            <p:nvPr/>
          </p:nvSpPr>
          <p:spPr>
            <a:xfrm>
              <a:off x="1390525" y="4428500"/>
              <a:ext cx="5084125" cy="584450"/>
            </a:xfrm>
            <a:custGeom>
              <a:rect b="b" l="l" r="r" t="t"/>
              <a:pathLst>
                <a:path extrusionOk="0" h="23378" w="203365">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1"/>
            <p:cNvSpPr/>
            <p:nvPr/>
          </p:nvSpPr>
          <p:spPr>
            <a:xfrm>
              <a:off x="1400700" y="4437050"/>
              <a:ext cx="5065800" cy="531125"/>
            </a:xfrm>
            <a:custGeom>
              <a:rect b="b" l="l" r="r" t="t"/>
              <a:pathLst>
                <a:path extrusionOk="0" h="21245" w="202632">
                  <a:moveTo>
                    <a:pt x="44157" y="0"/>
                  </a:moveTo>
                  <a:lnTo>
                    <a:pt x="1" y="21244"/>
                  </a:lnTo>
                  <a:lnTo>
                    <a:pt x="174958" y="21244"/>
                  </a:lnTo>
                  <a:lnTo>
                    <a:pt x="2026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1"/>
            <p:cNvSpPr/>
            <p:nvPr/>
          </p:nvSpPr>
          <p:spPr>
            <a:xfrm>
              <a:off x="1391550" y="4427900"/>
              <a:ext cx="5084100" cy="549425"/>
            </a:xfrm>
            <a:custGeom>
              <a:rect b="b" l="l" r="r" t="t"/>
              <a:pathLst>
                <a:path extrusionOk="0" h="21977" w="203364">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1"/>
            <p:cNvSpPr/>
            <p:nvPr/>
          </p:nvSpPr>
          <p:spPr>
            <a:xfrm>
              <a:off x="5056325" y="4664950"/>
              <a:ext cx="755975" cy="213700"/>
            </a:xfrm>
            <a:custGeom>
              <a:rect b="b" l="l" r="r" t="t"/>
              <a:pathLst>
                <a:path extrusionOk="0" h="8548" w="30239">
                  <a:moveTo>
                    <a:pt x="10704" y="1"/>
                  </a:moveTo>
                  <a:lnTo>
                    <a:pt x="0" y="8547"/>
                  </a:lnTo>
                  <a:lnTo>
                    <a:pt x="18558" y="8547"/>
                  </a:lnTo>
                  <a:lnTo>
                    <a:pt x="3023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1"/>
            <p:cNvSpPr/>
            <p:nvPr/>
          </p:nvSpPr>
          <p:spPr>
            <a:xfrm>
              <a:off x="5047175" y="4656825"/>
              <a:ext cx="774275" cy="230975"/>
            </a:xfrm>
            <a:custGeom>
              <a:rect b="b" l="l" r="r" t="t"/>
              <a:pathLst>
                <a:path extrusionOk="0" h="9239" w="30971">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1"/>
            <p:cNvSpPr/>
            <p:nvPr/>
          </p:nvSpPr>
          <p:spPr>
            <a:xfrm>
              <a:off x="5774625" y="4437050"/>
              <a:ext cx="691875" cy="567750"/>
            </a:xfrm>
            <a:custGeom>
              <a:rect b="b" l="l" r="r" t="t"/>
              <a:pathLst>
                <a:path extrusionOk="0" h="22710" w="27675">
                  <a:moveTo>
                    <a:pt x="27675" y="0"/>
                  </a:moveTo>
                  <a:lnTo>
                    <a:pt x="1" y="21244"/>
                  </a:lnTo>
                  <a:lnTo>
                    <a:pt x="1" y="22709"/>
                  </a:lnTo>
                  <a:lnTo>
                    <a:pt x="27675" y="1425"/>
                  </a:lnTo>
                  <a:lnTo>
                    <a:pt x="2767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1"/>
            <p:cNvSpPr/>
            <p:nvPr/>
          </p:nvSpPr>
          <p:spPr>
            <a:xfrm>
              <a:off x="5766475" y="4428250"/>
              <a:ext cx="708175" cy="584775"/>
            </a:xfrm>
            <a:custGeom>
              <a:rect b="b" l="l" r="r" t="t"/>
              <a:pathLst>
                <a:path extrusionOk="0" h="23391" w="28327">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1"/>
            <p:cNvSpPr/>
            <p:nvPr/>
          </p:nvSpPr>
          <p:spPr>
            <a:xfrm>
              <a:off x="5189600" y="4452300"/>
              <a:ext cx="914700" cy="283675"/>
            </a:xfrm>
            <a:custGeom>
              <a:rect b="b" l="l" r="r" t="t"/>
              <a:pathLst>
                <a:path extrusionOk="0" h="11347" w="36588">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1"/>
            <p:cNvSpPr/>
            <p:nvPr/>
          </p:nvSpPr>
          <p:spPr>
            <a:xfrm>
              <a:off x="5292375" y="4676900"/>
              <a:ext cx="262500" cy="176300"/>
            </a:xfrm>
            <a:custGeom>
              <a:rect b="b" l="l" r="r" t="t"/>
              <a:pathLst>
                <a:path extrusionOk="0" h="7052" w="1050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1"/>
            <p:cNvSpPr/>
            <p:nvPr/>
          </p:nvSpPr>
          <p:spPr>
            <a:xfrm>
              <a:off x="5442950" y="4707275"/>
              <a:ext cx="72250" cy="119475"/>
            </a:xfrm>
            <a:custGeom>
              <a:rect b="b" l="l" r="r" t="t"/>
              <a:pathLst>
                <a:path extrusionOk="0" h="4779" w="289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1"/>
            <p:cNvSpPr/>
            <p:nvPr/>
          </p:nvSpPr>
          <p:spPr>
            <a:xfrm>
              <a:off x="3283975" y="4592725"/>
              <a:ext cx="2022650" cy="316425"/>
            </a:xfrm>
            <a:custGeom>
              <a:rect b="b" l="l" r="r" t="t"/>
              <a:pathLst>
                <a:path extrusionOk="0" h="12657" w="80906">
                  <a:moveTo>
                    <a:pt x="15831" y="0"/>
                  </a:moveTo>
                  <a:lnTo>
                    <a:pt x="0" y="12657"/>
                  </a:lnTo>
                  <a:lnTo>
                    <a:pt x="65075" y="12657"/>
                  </a:lnTo>
                  <a:lnTo>
                    <a:pt x="809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1"/>
            <p:cNvSpPr/>
            <p:nvPr/>
          </p:nvSpPr>
          <p:spPr>
            <a:xfrm>
              <a:off x="3274800" y="4584575"/>
              <a:ext cx="2041000" cy="332725"/>
            </a:xfrm>
            <a:custGeom>
              <a:rect b="b" l="l" r="r" t="t"/>
              <a:pathLst>
                <a:path extrusionOk="0" h="13309" w="8164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1"/>
            <p:cNvSpPr/>
            <p:nvPr/>
          </p:nvSpPr>
          <p:spPr>
            <a:xfrm>
              <a:off x="4902700" y="4584475"/>
              <a:ext cx="413100" cy="352825"/>
            </a:xfrm>
            <a:custGeom>
              <a:rect b="b" l="l" r="r" t="t"/>
              <a:pathLst>
                <a:path extrusionOk="0" h="14113" w="16524">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1"/>
            <p:cNvSpPr/>
            <p:nvPr/>
          </p:nvSpPr>
          <p:spPr>
            <a:xfrm>
              <a:off x="3283975" y="4909125"/>
              <a:ext cx="1626875" cy="19375"/>
            </a:xfrm>
            <a:custGeom>
              <a:rect b="b" l="l" r="r" t="t"/>
              <a:pathLst>
                <a:path extrusionOk="0" h="775" w="65075">
                  <a:moveTo>
                    <a:pt x="0" y="1"/>
                  </a:moveTo>
                  <a:lnTo>
                    <a:pt x="0" y="774"/>
                  </a:lnTo>
                  <a:lnTo>
                    <a:pt x="65075" y="774"/>
                  </a:lnTo>
                  <a:lnTo>
                    <a:pt x="6507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1"/>
            <p:cNvSpPr/>
            <p:nvPr/>
          </p:nvSpPr>
          <p:spPr>
            <a:xfrm>
              <a:off x="3274800" y="4899975"/>
              <a:ext cx="1645225" cy="37675"/>
            </a:xfrm>
            <a:custGeom>
              <a:rect b="b" l="l" r="r" t="t"/>
              <a:pathLst>
                <a:path extrusionOk="0" h="1507" w="65809">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1"/>
            <p:cNvSpPr/>
            <p:nvPr/>
          </p:nvSpPr>
          <p:spPr>
            <a:xfrm>
              <a:off x="3753000" y="4763650"/>
              <a:ext cx="178075" cy="60050"/>
            </a:xfrm>
            <a:custGeom>
              <a:rect b="b" l="l" r="r" t="t"/>
              <a:pathLst>
                <a:path extrusionOk="0" h="2402" w="7123">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1"/>
            <p:cNvSpPr/>
            <p:nvPr/>
          </p:nvSpPr>
          <p:spPr>
            <a:xfrm>
              <a:off x="3860850"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1"/>
            <p:cNvSpPr/>
            <p:nvPr/>
          </p:nvSpPr>
          <p:spPr>
            <a:xfrm>
              <a:off x="3645150"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1"/>
            <p:cNvSpPr/>
            <p:nvPr/>
          </p:nvSpPr>
          <p:spPr>
            <a:xfrm>
              <a:off x="3698050" y="4721925"/>
              <a:ext cx="178075" cy="59050"/>
            </a:xfrm>
            <a:custGeom>
              <a:rect b="b" l="l" r="r" t="t"/>
              <a:pathLst>
                <a:path extrusionOk="0" h="2362" w="7123">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1"/>
            <p:cNvSpPr/>
            <p:nvPr/>
          </p:nvSpPr>
          <p:spPr>
            <a:xfrm>
              <a:off x="3857800"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1"/>
            <p:cNvSpPr/>
            <p:nvPr/>
          </p:nvSpPr>
          <p:spPr>
            <a:xfrm>
              <a:off x="3749950" y="4679200"/>
              <a:ext cx="178075" cy="60050"/>
            </a:xfrm>
            <a:custGeom>
              <a:rect b="b" l="l" r="r" t="t"/>
              <a:pathLst>
                <a:path extrusionOk="0" h="2402" w="7123">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1"/>
            <p:cNvSpPr/>
            <p:nvPr/>
          </p:nvSpPr>
          <p:spPr>
            <a:xfrm>
              <a:off x="3967675"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1"/>
            <p:cNvSpPr/>
            <p:nvPr/>
          </p:nvSpPr>
          <p:spPr>
            <a:xfrm>
              <a:off x="4504875"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1"/>
            <p:cNvSpPr/>
            <p:nvPr/>
          </p:nvSpPr>
          <p:spPr>
            <a:xfrm>
              <a:off x="3964625" y="4679200"/>
              <a:ext cx="178075" cy="60050"/>
            </a:xfrm>
            <a:custGeom>
              <a:rect b="b" l="l" r="r" t="t"/>
              <a:pathLst>
                <a:path extrusionOk="0" h="2402" w="7123">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1"/>
            <p:cNvSpPr/>
            <p:nvPr/>
          </p:nvSpPr>
          <p:spPr>
            <a:xfrm>
              <a:off x="4075525"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1"/>
            <p:cNvSpPr/>
            <p:nvPr/>
          </p:nvSpPr>
          <p:spPr>
            <a:xfrm>
              <a:off x="4719550" y="4763650"/>
              <a:ext cx="178075" cy="60050"/>
            </a:xfrm>
            <a:custGeom>
              <a:rect b="b" l="l" r="r" t="t"/>
              <a:pathLst>
                <a:path extrusionOk="0" h="2402" w="7123">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1"/>
            <p:cNvSpPr/>
            <p:nvPr/>
          </p:nvSpPr>
          <p:spPr>
            <a:xfrm>
              <a:off x="4772450" y="4721925"/>
              <a:ext cx="178075" cy="59050"/>
            </a:xfrm>
            <a:custGeom>
              <a:rect b="b" l="l" r="r" t="t"/>
              <a:pathLst>
                <a:path extrusionOk="0" h="2362" w="7123">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1"/>
            <p:cNvSpPr/>
            <p:nvPr/>
          </p:nvSpPr>
          <p:spPr>
            <a:xfrm>
              <a:off x="4612725" y="4763650"/>
              <a:ext cx="178075" cy="60050"/>
            </a:xfrm>
            <a:custGeom>
              <a:rect b="b" l="l" r="r" t="t"/>
              <a:pathLst>
                <a:path extrusionOk="0" h="2402" w="7123">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1"/>
            <p:cNvSpPr/>
            <p:nvPr/>
          </p:nvSpPr>
          <p:spPr>
            <a:xfrm>
              <a:off x="4398050"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1"/>
            <p:cNvSpPr/>
            <p:nvPr/>
          </p:nvSpPr>
          <p:spPr>
            <a:xfrm>
              <a:off x="4182350"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1"/>
            <p:cNvSpPr/>
            <p:nvPr/>
          </p:nvSpPr>
          <p:spPr>
            <a:xfrm>
              <a:off x="4290200" y="4763650"/>
              <a:ext cx="178075" cy="60050"/>
            </a:xfrm>
            <a:custGeom>
              <a:rect b="b" l="l" r="r" t="t"/>
              <a:pathLst>
                <a:path extrusionOk="0" h="2402" w="7123">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1"/>
            <p:cNvSpPr/>
            <p:nvPr/>
          </p:nvSpPr>
          <p:spPr>
            <a:xfrm>
              <a:off x="4395000"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1"/>
            <p:cNvSpPr/>
            <p:nvPr/>
          </p:nvSpPr>
          <p:spPr>
            <a:xfrm>
              <a:off x="4557775"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1"/>
            <p:cNvSpPr/>
            <p:nvPr/>
          </p:nvSpPr>
          <p:spPr>
            <a:xfrm>
              <a:off x="4342100" y="4721925"/>
              <a:ext cx="178075" cy="59050"/>
            </a:xfrm>
            <a:custGeom>
              <a:rect b="b" l="l" r="r" t="t"/>
              <a:pathLst>
                <a:path extrusionOk="0" h="2362" w="7123">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1"/>
            <p:cNvSpPr/>
            <p:nvPr/>
          </p:nvSpPr>
          <p:spPr>
            <a:xfrm>
              <a:off x="4127400" y="4721925"/>
              <a:ext cx="178075" cy="59050"/>
            </a:xfrm>
            <a:custGeom>
              <a:rect b="b" l="l" r="r" t="t"/>
              <a:pathLst>
                <a:path extrusionOk="0" h="2362" w="7123">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1"/>
            <p:cNvSpPr/>
            <p:nvPr/>
          </p:nvSpPr>
          <p:spPr>
            <a:xfrm>
              <a:off x="4449925" y="4721925"/>
              <a:ext cx="178075" cy="59050"/>
            </a:xfrm>
            <a:custGeom>
              <a:rect b="b" l="l" r="r" t="t"/>
              <a:pathLst>
                <a:path extrusionOk="0" h="2362" w="7123">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1"/>
            <p:cNvSpPr/>
            <p:nvPr/>
          </p:nvSpPr>
          <p:spPr>
            <a:xfrm>
              <a:off x="4072475" y="4679200"/>
              <a:ext cx="178075" cy="60050"/>
            </a:xfrm>
            <a:custGeom>
              <a:rect b="b" l="l" r="r" t="t"/>
              <a:pathLst>
                <a:path extrusionOk="0" h="2402" w="7123">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1"/>
            <p:cNvSpPr/>
            <p:nvPr/>
          </p:nvSpPr>
          <p:spPr>
            <a:xfrm>
              <a:off x="3804900" y="4721925"/>
              <a:ext cx="178050" cy="59050"/>
            </a:xfrm>
            <a:custGeom>
              <a:rect b="b" l="l" r="r" t="t"/>
              <a:pathLst>
                <a:path extrusionOk="0" h="2362" w="712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1"/>
            <p:cNvSpPr/>
            <p:nvPr/>
          </p:nvSpPr>
          <p:spPr>
            <a:xfrm>
              <a:off x="4020575"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1"/>
            <p:cNvSpPr/>
            <p:nvPr/>
          </p:nvSpPr>
          <p:spPr>
            <a:xfrm>
              <a:off x="3912725" y="4721925"/>
              <a:ext cx="178075" cy="59050"/>
            </a:xfrm>
            <a:custGeom>
              <a:rect b="b" l="l" r="r" t="t"/>
              <a:pathLst>
                <a:path extrusionOk="0" h="2362" w="7123">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1"/>
            <p:cNvSpPr/>
            <p:nvPr/>
          </p:nvSpPr>
          <p:spPr>
            <a:xfrm>
              <a:off x="4235250"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1"/>
            <p:cNvSpPr/>
            <p:nvPr/>
          </p:nvSpPr>
          <p:spPr>
            <a:xfrm>
              <a:off x="4287150" y="4679200"/>
              <a:ext cx="178075" cy="60050"/>
            </a:xfrm>
            <a:custGeom>
              <a:rect b="b" l="l" r="r" t="t"/>
              <a:pathLst>
                <a:path extrusionOk="0" h="2402" w="7123">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1"/>
            <p:cNvSpPr/>
            <p:nvPr/>
          </p:nvSpPr>
          <p:spPr>
            <a:xfrm>
              <a:off x="4824350" y="4679200"/>
              <a:ext cx="178075" cy="60050"/>
            </a:xfrm>
            <a:custGeom>
              <a:rect b="b" l="l" r="r" t="t"/>
              <a:pathLst>
                <a:path extrusionOk="0" h="2402" w="7123">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1"/>
            <p:cNvSpPr/>
            <p:nvPr/>
          </p:nvSpPr>
          <p:spPr>
            <a:xfrm>
              <a:off x="4180325"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1"/>
            <p:cNvSpPr/>
            <p:nvPr/>
          </p:nvSpPr>
          <p:spPr>
            <a:xfrm>
              <a:off x="4609675" y="4679200"/>
              <a:ext cx="178075" cy="60050"/>
            </a:xfrm>
            <a:custGeom>
              <a:rect b="b" l="l" r="r" t="t"/>
              <a:pathLst>
                <a:path extrusionOk="0" h="2402" w="7123">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1"/>
            <p:cNvSpPr/>
            <p:nvPr/>
          </p:nvSpPr>
          <p:spPr>
            <a:xfrm>
              <a:off x="4717525"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1"/>
            <p:cNvSpPr/>
            <p:nvPr/>
          </p:nvSpPr>
          <p:spPr>
            <a:xfrm>
              <a:off x="4664625" y="4721925"/>
              <a:ext cx="178075" cy="59050"/>
            </a:xfrm>
            <a:custGeom>
              <a:rect b="b" l="l" r="r" t="t"/>
              <a:pathLst>
                <a:path extrusionOk="0" h="2362" w="7123">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1"/>
            <p:cNvSpPr/>
            <p:nvPr/>
          </p:nvSpPr>
          <p:spPr>
            <a:xfrm>
              <a:off x="4501825" y="4679200"/>
              <a:ext cx="178075" cy="60050"/>
            </a:xfrm>
            <a:custGeom>
              <a:rect b="b" l="l" r="r" t="t"/>
              <a:pathLst>
                <a:path extrusionOk="0" h="2402" w="7123">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1"/>
            <p:cNvSpPr/>
            <p:nvPr/>
          </p:nvSpPr>
          <p:spPr>
            <a:xfrm>
              <a:off x="4238300" y="4806375"/>
              <a:ext cx="178075" cy="59025"/>
            </a:xfrm>
            <a:custGeom>
              <a:rect b="b" l="l" r="r" t="t"/>
              <a:pathLst>
                <a:path extrusionOk="0" h="2361" w="7123">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1"/>
            <p:cNvSpPr/>
            <p:nvPr/>
          </p:nvSpPr>
          <p:spPr>
            <a:xfrm>
              <a:off x="4345150"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1"/>
            <p:cNvSpPr/>
            <p:nvPr/>
          </p:nvSpPr>
          <p:spPr>
            <a:xfrm>
              <a:off x="4130475" y="4806375"/>
              <a:ext cx="178075" cy="59025"/>
            </a:xfrm>
            <a:custGeom>
              <a:rect b="b" l="l" r="r" t="t"/>
              <a:pathLst>
                <a:path extrusionOk="0" h="2361" w="7123">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1"/>
            <p:cNvSpPr/>
            <p:nvPr/>
          </p:nvSpPr>
          <p:spPr>
            <a:xfrm>
              <a:off x="4453000" y="4806375"/>
              <a:ext cx="178075" cy="59025"/>
            </a:xfrm>
            <a:custGeom>
              <a:rect b="b" l="l" r="r" t="t"/>
              <a:pathLst>
                <a:path extrusionOk="0" h="2361" w="7123">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1"/>
            <p:cNvSpPr/>
            <p:nvPr/>
          </p:nvSpPr>
          <p:spPr>
            <a:xfrm>
              <a:off x="40226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1"/>
            <p:cNvSpPr/>
            <p:nvPr/>
          </p:nvSpPr>
          <p:spPr>
            <a:xfrm>
              <a:off x="3915800" y="4806375"/>
              <a:ext cx="178050" cy="59025"/>
            </a:xfrm>
            <a:custGeom>
              <a:rect b="b" l="l" r="r" t="t"/>
              <a:pathLst>
                <a:path extrusionOk="0" h="2361" w="7122">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1"/>
            <p:cNvSpPr/>
            <p:nvPr/>
          </p:nvSpPr>
          <p:spPr>
            <a:xfrm>
              <a:off x="45598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1"/>
            <p:cNvSpPr/>
            <p:nvPr/>
          </p:nvSpPr>
          <p:spPr>
            <a:xfrm>
              <a:off x="3700100" y="4806375"/>
              <a:ext cx="179075" cy="59025"/>
            </a:xfrm>
            <a:custGeom>
              <a:rect b="b" l="l" r="r" t="t"/>
              <a:pathLst>
                <a:path extrusionOk="0" h="2361" w="7163">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1"/>
            <p:cNvSpPr/>
            <p:nvPr/>
          </p:nvSpPr>
          <p:spPr>
            <a:xfrm>
              <a:off x="3807950"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1"/>
            <p:cNvSpPr/>
            <p:nvPr/>
          </p:nvSpPr>
          <p:spPr>
            <a:xfrm>
              <a:off x="4879300" y="4721925"/>
              <a:ext cx="179075" cy="59050"/>
            </a:xfrm>
            <a:custGeom>
              <a:rect b="b" l="l" r="r" t="t"/>
              <a:pathLst>
                <a:path extrusionOk="0" h="2362" w="7163">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1"/>
            <p:cNvSpPr/>
            <p:nvPr/>
          </p:nvSpPr>
          <p:spPr>
            <a:xfrm>
              <a:off x="4984075" y="4637475"/>
              <a:ext cx="178075" cy="59050"/>
            </a:xfrm>
            <a:custGeom>
              <a:rect b="b" l="l" r="r" t="t"/>
              <a:pathLst>
                <a:path extrusionOk="0" h="2362" w="7123">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1"/>
            <p:cNvSpPr/>
            <p:nvPr/>
          </p:nvSpPr>
          <p:spPr>
            <a:xfrm>
              <a:off x="4932200" y="4679200"/>
              <a:ext cx="178075" cy="60050"/>
            </a:xfrm>
            <a:custGeom>
              <a:rect b="b" l="l" r="r" t="t"/>
              <a:pathLst>
                <a:path extrusionOk="0" h="2402" w="7123">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1"/>
            <p:cNvSpPr/>
            <p:nvPr/>
          </p:nvSpPr>
          <p:spPr>
            <a:xfrm>
              <a:off x="3593275" y="4806375"/>
              <a:ext cx="178075" cy="59025"/>
            </a:xfrm>
            <a:custGeom>
              <a:rect b="b" l="l" r="r" t="t"/>
              <a:pathLst>
                <a:path extrusionOk="0" h="2361" w="7123">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1"/>
            <p:cNvSpPr/>
            <p:nvPr/>
          </p:nvSpPr>
          <p:spPr>
            <a:xfrm>
              <a:off x="4667675" y="4806375"/>
              <a:ext cx="178075" cy="59025"/>
            </a:xfrm>
            <a:custGeom>
              <a:rect b="b" l="l" r="r" t="t"/>
              <a:pathLst>
                <a:path extrusionOk="0" h="2361" w="7123">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1"/>
            <p:cNvSpPr/>
            <p:nvPr/>
          </p:nvSpPr>
          <p:spPr>
            <a:xfrm>
              <a:off x="4775525" y="4806375"/>
              <a:ext cx="178075" cy="59025"/>
            </a:xfrm>
            <a:custGeom>
              <a:rect b="b" l="l" r="r" t="t"/>
              <a:pathLst>
                <a:path extrusionOk="0" h="2361" w="7123">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1"/>
            <p:cNvSpPr/>
            <p:nvPr/>
          </p:nvSpPr>
          <p:spPr>
            <a:xfrm>
              <a:off x="4827400" y="4763650"/>
              <a:ext cx="178075" cy="60050"/>
            </a:xfrm>
            <a:custGeom>
              <a:rect b="b" l="l" r="r" t="t"/>
              <a:pathLst>
                <a:path extrusionOk="0" h="2402" w="7123">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1"/>
            <p:cNvSpPr/>
            <p:nvPr/>
          </p:nvSpPr>
          <p:spPr>
            <a:xfrm>
              <a:off x="3590200" y="4721925"/>
              <a:ext cx="178075" cy="59050"/>
            </a:xfrm>
            <a:custGeom>
              <a:rect b="b" l="l" r="r" t="t"/>
              <a:pathLst>
                <a:path extrusionOk="0" h="2362" w="7123">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1"/>
            <p:cNvSpPr/>
            <p:nvPr/>
          </p:nvSpPr>
          <p:spPr>
            <a:xfrm>
              <a:off x="4340050"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1"/>
            <p:cNvSpPr/>
            <p:nvPr/>
          </p:nvSpPr>
          <p:spPr>
            <a:xfrm>
              <a:off x="4446875" y="4637475"/>
              <a:ext cx="178075" cy="59050"/>
            </a:xfrm>
            <a:custGeom>
              <a:rect b="b" l="l" r="r" t="t"/>
              <a:pathLst>
                <a:path extrusionOk="0" h="2362" w="7123">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1"/>
            <p:cNvSpPr/>
            <p:nvPr/>
          </p:nvSpPr>
          <p:spPr>
            <a:xfrm>
              <a:off x="4232200" y="4637475"/>
              <a:ext cx="178075" cy="59050"/>
            </a:xfrm>
            <a:custGeom>
              <a:rect b="b" l="l" r="r" t="t"/>
              <a:pathLst>
                <a:path extrusionOk="0" h="2362" w="7123">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1"/>
            <p:cNvSpPr/>
            <p:nvPr/>
          </p:nvSpPr>
          <p:spPr>
            <a:xfrm>
              <a:off x="4554725"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1"/>
            <p:cNvSpPr/>
            <p:nvPr/>
          </p:nvSpPr>
          <p:spPr>
            <a:xfrm>
              <a:off x="4769400" y="4637475"/>
              <a:ext cx="178075" cy="59050"/>
            </a:xfrm>
            <a:custGeom>
              <a:rect b="b" l="l" r="r" t="t"/>
              <a:pathLst>
                <a:path extrusionOk="0" h="2362" w="7123">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1"/>
            <p:cNvSpPr/>
            <p:nvPr/>
          </p:nvSpPr>
          <p:spPr>
            <a:xfrm>
              <a:off x="4661550" y="4637475"/>
              <a:ext cx="178075" cy="59050"/>
            </a:xfrm>
            <a:custGeom>
              <a:rect b="b" l="l" r="r" t="t"/>
              <a:pathLst>
                <a:path extrusionOk="0" h="2362" w="7123">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1"/>
            <p:cNvSpPr/>
            <p:nvPr/>
          </p:nvSpPr>
          <p:spPr>
            <a:xfrm>
              <a:off x="4124350" y="4637475"/>
              <a:ext cx="178075" cy="59050"/>
            </a:xfrm>
            <a:custGeom>
              <a:rect b="b" l="l" r="r" t="t"/>
              <a:pathLst>
                <a:path extrusionOk="0" h="2362" w="7123">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1"/>
            <p:cNvSpPr/>
            <p:nvPr/>
          </p:nvSpPr>
          <p:spPr>
            <a:xfrm>
              <a:off x="3538325" y="4763650"/>
              <a:ext cx="178075" cy="60050"/>
            </a:xfrm>
            <a:custGeom>
              <a:rect b="b" l="l" r="r" t="t"/>
              <a:pathLst>
                <a:path extrusionOk="0" h="2402" w="7123">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1"/>
            <p:cNvSpPr/>
            <p:nvPr/>
          </p:nvSpPr>
          <p:spPr>
            <a:xfrm>
              <a:off x="3642100" y="4679200"/>
              <a:ext cx="179100" cy="60050"/>
            </a:xfrm>
            <a:custGeom>
              <a:rect b="b" l="l" r="r" t="t"/>
              <a:pathLst>
                <a:path extrusionOk="0" h="2402" w="7164">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1"/>
            <p:cNvSpPr/>
            <p:nvPr/>
          </p:nvSpPr>
          <p:spPr>
            <a:xfrm>
              <a:off x="4877250"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1"/>
            <p:cNvSpPr/>
            <p:nvPr/>
          </p:nvSpPr>
          <p:spPr>
            <a:xfrm>
              <a:off x="34854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1"/>
            <p:cNvSpPr/>
            <p:nvPr/>
          </p:nvSpPr>
          <p:spPr>
            <a:xfrm>
              <a:off x="3695000" y="4637475"/>
              <a:ext cx="178075" cy="59050"/>
            </a:xfrm>
            <a:custGeom>
              <a:rect b="b" l="l" r="r" t="t"/>
              <a:pathLst>
                <a:path extrusionOk="0" h="2362" w="7123">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1"/>
            <p:cNvSpPr/>
            <p:nvPr/>
          </p:nvSpPr>
          <p:spPr>
            <a:xfrm>
              <a:off x="3909675" y="4637475"/>
              <a:ext cx="178075" cy="59050"/>
            </a:xfrm>
            <a:custGeom>
              <a:rect b="b" l="l" r="r" t="t"/>
              <a:pathLst>
                <a:path extrusionOk="0" h="2362" w="7123">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1"/>
            <p:cNvSpPr/>
            <p:nvPr/>
          </p:nvSpPr>
          <p:spPr>
            <a:xfrm>
              <a:off x="3801825" y="4637475"/>
              <a:ext cx="179100" cy="59050"/>
            </a:xfrm>
            <a:custGeom>
              <a:rect b="b" l="l" r="r" t="t"/>
              <a:pathLst>
                <a:path extrusionOk="0" h="2362" w="7164">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1"/>
            <p:cNvSpPr/>
            <p:nvPr/>
          </p:nvSpPr>
          <p:spPr>
            <a:xfrm>
              <a:off x="4017525"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1"/>
            <p:cNvSpPr/>
            <p:nvPr/>
          </p:nvSpPr>
          <p:spPr>
            <a:xfrm>
              <a:off x="4791800" y="4478775"/>
              <a:ext cx="657275" cy="73275"/>
            </a:xfrm>
            <a:custGeom>
              <a:rect b="b" l="l" r="r" t="t"/>
              <a:pathLst>
                <a:path extrusionOk="0" h="2931" w="2629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1"/>
            <p:cNvSpPr/>
            <p:nvPr/>
          </p:nvSpPr>
          <p:spPr>
            <a:xfrm>
              <a:off x="4786700" y="4470625"/>
              <a:ext cx="667450" cy="89550"/>
            </a:xfrm>
            <a:custGeom>
              <a:rect b="b" l="l" r="r" t="t"/>
              <a:pathLst>
                <a:path extrusionOk="0" h="3582" w="26698">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1"/>
            <p:cNvSpPr/>
            <p:nvPr/>
          </p:nvSpPr>
          <p:spPr>
            <a:xfrm>
              <a:off x="5097025" y="4128775"/>
              <a:ext cx="102775" cy="392750"/>
            </a:xfrm>
            <a:custGeom>
              <a:rect b="b" l="l" r="r" t="t"/>
              <a:pathLst>
                <a:path extrusionOk="0" h="15710" w="4111">
                  <a:moveTo>
                    <a:pt x="0" y="0"/>
                  </a:moveTo>
                  <a:lnTo>
                    <a:pt x="0" y="15709"/>
                  </a:lnTo>
                  <a:lnTo>
                    <a:pt x="4111" y="15709"/>
                  </a:lnTo>
                  <a:lnTo>
                    <a:pt x="41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1"/>
            <p:cNvSpPr/>
            <p:nvPr/>
          </p:nvSpPr>
          <p:spPr>
            <a:xfrm>
              <a:off x="5088875" y="4119600"/>
              <a:ext cx="120075" cy="410050"/>
            </a:xfrm>
            <a:custGeom>
              <a:rect b="b" l="l" r="r" t="t"/>
              <a:pathLst>
                <a:path extrusionOk="0" h="16402" w="4803">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1"/>
            <p:cNvSpPr/>
            <p:nvPr/>
          </p:nvSpPr>
          <p:spPr>
            <a:xfrm>
              <a:off x="5080750" y="4128775"/>
              <a:ext cx="135325" cy="284900"/>
            </a:xfrm>
            <a:custGeom>
              <a:rect b="b" l="l" r="r" t="t"/>
              <a:pathLst>
                <a:path extrusionOk="0" h="11396" w="5413">
                  <a:moveTo>
                    <a:pt x="0" y="0"/>
                  </a:moveTo>
                  <a:lnTo>
                    <a:pt x="0" y="11395"/>
                  </a:lnTo>
                  <a:lnTo>
                    <a:pt x="5413" y="11395"/>
                  </a:lnTo>
                  <a:lnTo>
                    <a:pt x="54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1"/>
            <p:cNvSpPr/>
            <p:nvPr/>
          </p:nvSpPr>
          <p:spPr>
            <a:xfrm>
              <a:off x="5072600" y="4119600"/>
              <a:ext cx="152650" cy="302200"/>
            </a:xfrm>
            <a:custGeom>
              <a:rect b="b" l="l" r="r" t="t"/>
              <a:pathLst>
                <a:path extrusionOk="0" h="12088" w="6106">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1"/>
            <p:cNvSpPr/>
            <p:nvPr/>
          </p:nvSpPr>
          <p:spPr>
            <a:xfrm>
              <a:off x="4319700" y="2821375"/>
              <a:ext cx="1707275" cy="1335900"/>
            </a:xfrm>
            <a:custGeom>
              <a:rect b="b" l="l" r="r" t="t"/>
              <a:pathLst>
                <a:path extrusionOk="0" h="53436" w="68291">
                  <a:moveTo>
                    <a:pt x="1" y="0"/>
                  </a:moveTo>
                  <a:lnTo>
                    <a:pt x="1" y="53436"/>
                  </a:lnTo>
                  <a:lnTo>
                    <a:pt x="68290" y="53436"/>
                  </a:lnTo>
                  <a:lnTo>
                    <a:pt x="6829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1"/>
            <p:cNvSpPr/>
            <p:nvPr/>
          </p:nvSpPr>
          <p:spPr>
            <a:xfrm>
              <a:off x="4310550" y="2813225"/>
              <a:ext cx="1724550" cy="1352200"/>
            </a:xfrm>
            <a:custGeom>
              <a:rect b="b" l="l" r="r" t="t"/>
              <a:pathLst>
                <a:path extrusionOk="0" h="54088" w="68982">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1"/>
            <p:cNvSpPr/>
            <p:nvPr/>
          </p:nvSpPr>
          <p:spPr>
            <a:xfrm>
              <a:off x="4410250" y="2892600"/>
              <a:ext cx="1525150" cy="1193450"/>
            </a:xfrm>
            <a:custGeom>
              <a:rect b="b" l="l" r="r" t="t"/>
              <a:pathLst>
                <a:path extrusionOk="0" h="47738" w="61006">
                  <a:moveTo>
                    <a:pt x="1" y="0"/>
                  </a:moveTo>
                  <a:lnTo>
                    <a:pt x="1" y="47738"/>
                  </a:lnTo>
                  <a:lnTo>
                    <a:pt x="61006" y="47738"/>
                  </a:lnTo>
                  <a:lnTo>
                    <a:pt x="610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1"/>
            <p:cNvSpPr/>
            <p:nvPr/>
          </p:nvSpPr>
          <p:spPr>
            <a:xfrm>
              <a:off x="4402125" y="2884450"/>
              <a:ext cx="1541425" cy="1209750"/>
            </a:xfrm>
            <a:custGeom>
              <a:rect b="b" l="l" r="r" t="t"/>
              <a:pathLst>
                <a:path extrusionOk="0" h="48390" w="61657">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1"/>
            <p:cNvSpPr/>
            <p:nvPr/>
          </p:nvSpPr>
          <p:spPr>
            <a:xfrm>
              <a:off x="4506925" y="2953625"/>
              <a:ext cx="534150" cy="335775"/>
            </a:xfrm>
            <a:custGeom>
              <a:rect b="b" l="l" r="r" t="t"/>
              <a:pathLst>
                <a:path extrusionOk="0" h="13431" w="21366">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1"/>
            <p:cNvSpPr/>
            <p:nvPr/>
          </p:nvSpPr>
          <p:spPr>
            <a:xfrm>
              <a:off x="4506925" y="3313800"/>
              <a:ext cx="534150" cy="334775"/>
            </a:xfrm>
            <a:custGeom>
              <a:rect b="b" l="l" r="r" t="t"/>
              <a:pathLst>
                <a:path extrusionOk="0" h="13391" w="21366">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1"/>
            <p:cNvSpPr/>
            <p:nvPr/>
          </p:nvSpPr>
          <p:spPr>
            <a:xfrm>
              <a:off x="4506925" y="3681100"/>
              <a:ext cx="534150" cy="335775"/>
            </a:xfrm>
            <a:custGeom>
              <a:rect b="b" l="l" r="r" t="t"/>
              <a:pathLst>
                <a:path extrusionOk="0" h="13431" w="21366">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1"/>
            <p:cNvSpPr/>
            <p:nvPr/>
          </p:nvSpPr>
          <p:spPr>
            <a:xfrm>
              <a:off x="5110250" y="2953625"/>
              <a:ext cx="534175" cy="335775"/>
            </a:xfrm>
            <a:custGeom>
              <a:rect b="b" l="l" r="r" t="t"/>
              <a:pathLst>
                <a:path extrusionOk="0" h="13431" w="21367">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1"/>
            <p:cNvSpPr/>
            <p:nvPr/>
          </p:nvSpPr>
          <p:spPr>
            <a:xfrm>
              <a:off x="5110250" y="3321950"/>
              <a:ext cx="534175" cy="335775"/>
            </a:xfrm>
            <a:custGeom>
              <a:rect b="b" l="l" r="r" t="t"/>
              <a:pathLst>
                <a:path extrusionOk="0" h="13431" w="21367">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1"/>
            <p:cNvSpPr/>
            <p:nvPr/>
          </p:nvSpPr>
          <p:spPr>
            <a:xfrm>
              <a:off x="3941225" y="2531400"/>
              <a:ext cx="657275" cy="73275"/>
            </a:xfrm>
            <a:custGeom>
              <a:rect b="b" l="l" r="r" t="t"/>
              <a:pathLst>
                <a:path extrusionOk="0" h="2931" w="2629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1"/>
            <p:cNvSpPr/>
            <p:nvPr/>
          </p:nvSpPr>
          <p:spPr>
            <a:xfrm>
              <a:off x="3936125" y="2523250"/>
              <a:ext cx="668475" cy="89575"/>
            </a:xfrm>
            <a:custGeom>
              <a:rect b="b" l="l" r="r" t="t"/>
              <a:pathLst>
                <a:path extrusionOk="0" h="3583" w="26739">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1"/>
            <p:cNvSpPr/>
            <p:nvPr/>
          </p:nvSpPr>
          <p:spPr>
            <a:xfrm>
              <a:off x="4246450" y="2181400"/>
              <a:ext cx="103800" cy="392750"/>
            </a:xfrm>
            <a:custGeom>
              <a:rect b="b" l="l" r="r" t="t"/>
              <a:pathLst>
                <a:path extrusionOk="0" h="15710" w="4152">
                  <a:moveTo>
                    <a:pt x="1" y="1"/>
                  </a:moveTo>
                  <a:lnTo>
                    <a:pt x="1" y="15710"/>
                  </a:lnTo>
                  <a:lnTo>
                    <a:pt x="4152" y="15710"/>
                  </a:lnTo>
                  <a:lnTo>
                    <a:pt x="4152" y="1"/>
                  </a:lnTo>
                  <a:close/>
                </a:path>
              </a:pathLst>
            </a:cu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1"/>
            <p:cNvSpPr/>
            <p:nvPr/>
          </p:nvSpPr>
          <p:spPr>
            <a:xfrm>
              <a:off x="4238300" y="2172250"/>
              <a:ext cx="120100" cy="410050"/>
            </a:xfrm>
            <a:custGeom>
              <a:rect b="b" l="l" r="r" t="t"/>
              <a:pathLst>
                <a:path extrusionOk="0" h="16402" w="4804">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1"/>
            <p:cNvSpPr/>
            <p:nvPr/>
          </p:nvSpPr>
          <p:spPr>
            <a:xfrm>
              <a:off x="4230175" y="2181400"/>
              <a:ext cx="136350" cy="284900"/>
            </a:xfrm>
            <a:custGeom>
              <a:rect b="b" l="l" r="r" t="t"/>
              <a:pathLst>
                <a:path extrusionOk="0" h="11396" w="5454">
                  <a:moveTo>
                    <a:pt x="0" y="1"/>
                  </a:moveTo>
                  <a:lnTo>
                    <a:pt x="0" y="11396"/>
                  </a:lnTo>
                  <a:lnTo>
                    <a:pt x="5454" y="11396"/>
                  </a:lnTo>
                  <a:lnTo>
                    <a:pt x="54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1"/>
            <p:cNvSpPr/>
            <p:nvPr/>
          </p:nvSpPr>
          <p:spPr>
            <a:xfrm>
              <a:off x="4222025" y="2172250"/>
              <a:ext cx="152650" cy="303225"/>
            </a:xfrm>
            <a:custGeom>
              <a:rect b="b" l="l" r="r" t="t"/>
              <a:pathLst>
                <a:path extrusionOk="0" h="12129" w="6106">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1"/>
            <p:cNvSpPr/>
            <p:nvPr/>
          </p:nvSpPr>
          <p:spPr>
            <a:xfrm>
              <a:off x="3469125" y="874000"/>
              <a:ext cx="1707275" cy="1335925"/>
            </a:xfrm>
            <a:custGeom>
              <a:rect b="b" l="l" r="r" t="t"/>
              <a:pathLst>
                <a:path extrusionOk="0" h="53437" w="68291">
                  <a:moveTo>
                    <a:pt x="1" y="1"/>
                  </a:moveTo>
                  <a:lnTo>
                    <a:pt x="1" y="53436"/>
                  </a:lnTo>
                  <a:lnTo>
                    <a:pt x="68291" y="53436"/>
                  </a:lnTo>
                  <a:lnTo>
                    <a:pt x="6829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1"/>
            <p:cNvSpPr/>
            <p:nvPr/>
          </p:nvSpPr>
          <p:spPr>
            <a:xfrm>
              <a:off x="3461000" y="865875"/>
              <a:ext cx="1723550" cy="1352175"/>
            </a:xfrm>
            <a:custGeom>
              <a:rect b="b" l="l" r="r" t="t"/>
              <a:pathLst>
                <a:path extrusionOk="0" h="54087" w="68942">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1"/>
            <p:cNvSpPr/>
            <p:nvPr/>
          </p:nvSpPr>
          <p:spPr>
            <a:xfrm>
              <a:off x="3560700" y="945225"/>
              <a:ext cx="1524125" cy="1193475"/>
            </a:xfrm>
            <a:custGeom>
              <a:rect b="b" l="l" r="r" t="t"/>
              <a:pathLst>
                <a:path extrusionOk="0" h="47739" w="60965">
                  <a:moveTo>
                    <a:pt x="1" y="1"/>
                  </a:moveTo>
                  <a:lnTo>
                    <a:pt x="1" y="47738"/>
                  </a:lnTo>
                  <a:lnTo>
                    <a:pt x="60965" y="47738"/>
                  </a:lnTo>
                  <a:lnTo>
                    <a:pt x="6096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1"/>
            <p:cNvSpPr/>
            <p:nvPr/>
          </p:nvSpPr>
          <p:spPr>
            <a:xfrm>
              <a:off x="3551550" y="937075"/>
              <a:ext cx="1542450" cy="1209750"/>
            </a:xfrm>
            <a:custGeom>
              <a:rect b="b" l="l" r="r" t="t"/>
              <a:pathLst>
                <a:path extrusionOk="0" h="48390" w="61698">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1"/>
            <p:cNvSpPr/>
            <p:nvPr/>
          </p:nvSpPr>
          <p:spPr>
            <a:xfrm>
              <a:off x="3671600" y="1070375"/>
              <a:ext cx="637950" cy="293050"/>
            </a:xfrm>
            <a:custGeom>
              <a:rect b="b" l="l" r="r" t="t"/>
              <a:pathLst>
                <a:path extrusionOk="0" h="11722" w="25518">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1"/>
            <p:cNvSpPr/>
            <p:nvPr/>
          </p:nvSpPr>
          <p:spPr>
            <a:xfrm>
              <a:off x="3760125" y="1538400"/>
              <a:ext cx="1047975" cy="116000"/>
            </a:xfrm>
            <a:custGeom>
              <a:rect b="b" l="l" r="r" t="t"/>
              <a:pathLst>
                <a:path extrusionOk="0" h="4640" w="41919">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1"/>
            <p:cNvSpPr/>
            <p:nvPr/>
          </p:nvSpPr>
          <p:spPr>
            <a:xfrm>
              <a:off x="3760125" y="1639125"/>
              <a:ext cx="1047975" cy="116000"/>
            </a:xfrm>
            <a:custGeom>
              <a:rect b="b" l="l" r="r" t="t"/>
              <a:pathLst>
                <a:path extrusionOk="0" h="4640" w="41919">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1"/>
            <p:cNvSpPr/>
            <p:nvPr/>
          </p:nvSpPr>
          <p:spPr>
            <a:xfrm>
              <a:off x="3760125" y="1866000"/>
              <a:ext cx="1047975" cy="115000"/>
            </a:xfrm>
            <a:custGeom>
              <a:rect b="b" l="l" r="r" t="t"/>
              <a:pathLst>
                <a:path extrusionOk="0" h="4600" w="41919">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1"/>
            <p:cNvSpPr/>
            <p:nvPr/>
          </p:nvSpPr>
          <p:spPr>
            <a:xfrm>
              <a:off x="3760125" y="1764250"/>
              <a:ext cx="1047975" cy="116025"/>
            </a:xfrm>
            <a:custGeom>
              <a:rect b="b" l="l" r="r" t="t"/>
              <a:pathLst>
                <a:path extrusionOk="0" h="4641" w="41919">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1"/>
            <p:cNvSpPr/>
            <p:nvPr/>
          </p:nvSpPr>
          <p:spPr>
            <a:xfrm>
              <a:off x="4825375" y="1479375"/>
              <a:ext cx="96675" cy="97700"/>
            </a:xfrm>
            <a:custGeom>
              <a:rect b="b" l="l" r="r" t="t"/>
              <a:pathLst>
                <a:path extrusionOk="0" h="3908" w="3867">
                  <a:moveTo>
                    <a:pt x="0" y="1"/>
                  </a:moveTo>
                  <a:lnTo>
                    <a:pt x="0" y="3908"/>
                  </a:lnTo>
                  <a:lnTo>
                    <a:pt x="3866" y="3908"/>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1"/>
            <p:cNvSpPr/>
            <p:nvPr/>
          </p:nvSpPr>
          <p:spPr>
            <a:xfrm>
              <a:off x="4825375" y="1599425"/>
              <a:ext cx="96675" cy="96700"/>
            </a:xfrm>
            <a:custGeom>
              <a:rect b="b" l="l" r="r" t="t"/>
              <a:pathLst>
                <a:path extrusionOk="0" h="3868" w="3867">
                  <a:moveTo>
                    <a:pt x="0" y="1"/>
                  </a:moveTo>
                  <a:lnTo>
                    <a:pt x="0" y="3867"/>
                  </a:lnTo>
                  <a:lnTo>
                    <a:pt x="3866" y="3867"/>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1"/>
            <p:cNvSpPr/>
            <p:nvPr/>
          </p:nvSpPr>
          <p:spPr>
            <a:xfrm>
              <a:off x="4825375" y="1804950"/>
              <a:ext cx="96675" cy="96675"/>
            </a:xfrm>
            <a:custGeom>
              <a:rect b="b" l="l" r="r" t="t"/>
              <a:pathLst>
                <a:path extrusionOk="0" h="3867" w="3867">
                  <a:moveTo>
                    <a:pt x="0" y="1"/>
                  </a:moveTo>
                  <a:lnTo>
                    <a:pt x="0" y="3867"/>
                  </a:lnTo>
                  <a:lnTo>
                    <a:pt x="3866" y="3867"/>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1"/>
            <p:cNvSpPr/>
            <p:nvPr/>
          </p:nvSpPr>
          <p:spPr>
            <a:xfrm>
              <a:off x="4825375" y="1924000"/>
              <a:ext cx="96675" cy="97700"/>
            </a:xfrm>
            <a:custGeom>
              <a:rect b="b" l="l" r="r" t="t"/>
              <a:pathLst>
                <a:path extrusionOk="0" h="3908" w="3867">
                  <a:moveTo>
                    <a:pt x="0" y="0"/>
                  </a:moveTo>
                  <a:lnTo>
                    <a:pt x="0" y="3907"/>
                  </a:lnTo>
                  <a:lnTo>
                    <a:pt x="3866" y="3907"/>
                  </a:lnTo>
                  <a:lnTo>
                    <a:pt x="386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1"/>
            <p:cNvSpPr/>
            <p:nvPr/>
          </p:nvSpPr>
          <p:spPr>
            <a:xfrm>
              <a:off x="3644125" y="1479375"/>
              <a:ext cx="96700" cy="97700"/>
            </a:xfrm>
            <a:custGeom>
              <a:rect b="b" l="l" r="r" t="t"/>
              <a:pathLst>
                <a:path extrusionOk="0" h="3908" w="3868">
                  <a:moveTo>
                    <a:pt x="1" y="1"/>
                  </a:moveTo>
                  <a:lnTo>
                    <a:pt x="1" y="3908"/>
                  </a:lnTo>
                  <a:lnTo>
                    <a:pt x="3867" y="3908"/>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1"/>
            <p:cNvSpPr/>
            <p:nvPr/>
          </p:nvSpPr>
          <p:spPr>
            <a:xfrm>
              <a:off x="3644125" y="1599425"/>
              <a:ext cx="96700" cy="96700"/>
            </a:xfrm>
            <a:custGeom>
              <a:rect b="b" l="l" r="r" t="t"/>
              <a:pathLst>
                <a:path extrusionOk="0" h="3868" w="3868">
                  <a:moveTo>
                    <a:pt x="1" y="1"/>
                  </a:moveTo>
                  <a:lnTo>
                    <a:pt x="1" y="3867"/>
                  </a:lnTo>
                  <a:lnTo>
                    <a:pt x="3867" y="3867"/>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1"/>
            <p:cNvSpPr/>
            <p:nvPr/>
          </p:nvSpPr>
          <p:spPr>
            <a:xfrm>
              <a:off x="3644125" y="1804950"/>
              <a:ext cx="96700" cy="96675"/>
            </a:xfrm>
            <a:custGeom>
              <a:rect b="b" l="l" r="r" t="t"/>
              <a:pathLst>
                <a:path extrusionOk="0" h="3867" w="3868">
                  <a:moveTo>
                    <a:pt x="1" y="1"/>
                  </a:moveTo>
                  <a:lnTo>
                    <a:pt x="1" y="3867"/>
                  </a:lnTo>
                  <a:lnTo>
                    <a:pt x="3867" y="3867"/>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1"/>
            <p:cNvSpPr/>
            <p:nvPr/>
          </p:nvSpPr>
          <p:spPr>
            <a:xfrm>
              <a:off x="3644125" y="1924000"/>
              <a:ext cx="96700" cy="97700"/>
            </a:xfrm>
            <a:custGeom>
              <a:rect b="b" l="l" r="r" t="t"/>
              <a:pathLst>
                <a:path extrusionOk="0" h="3908" w="3868">
                  <a:moveTo>
                    <a:pt x="1" y="0"/>
                  </a:moveTo>
                  <a:lnTo>
                    <a:pt x="1" y="3907"/>
                  </a:lnTo>
                  <a:lnTo>
                    <a:pt x="3867" y="3907"/>
                  </a:lnTo>
                  <a:lnTo>
                    <a:pt x="38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1"/>
            <p:cNvSpPr/>
            <p:nvPr/>
          </p:nvSpPr>
          <p:spPr>
            <a:xfrm>
              <a:off x="4389900" y="1053075"/>
              <a:ext cx="534175" cy="335775"/>
            </a:xfrm>
            <a:custGeom>
              <a:rect b="b" l="l" r="r" t="t"/>
              <a:pathLst>
                <a:path extrusionOk="0" h="13431" w="21367">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1"/>
            <p:cNvSpPr/>
            <p:nvPr/>
          </p:nvSpPr>
          <p:spPr>
            <a:xfrm>
              <a:off x="2792550" y="4478775"/>
              <a:ext cx="657275" cy="73275"/>
            </a:xfrm>
            <a:custGeom>
              <a:rect b="b" l="l" r="r" t="t"/>
              <a:pathLst>
                <a:path extrusionOk="0" h="2931" w="2629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41"/>
            <p:cNvSpPr/>
            <p:nvPr/>
          </p:nvSpPr>
          <p:spPr>
            <a:xfrm>
              <a:off x="2787450" y="4470625"/>
              <a:ext cx="667475" cy="89550"/>
            </a:xfrm>
            <a:custGeom>
              <a:rect b="b" l="l" r="r" t="t"/>
              <a:pathLst>
                <a:path extrusionOk="0" h="3582" w="26699">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1"/>
            <p:cNvSpPr/>
            <p:nvPr/>
          </p:nvSpPr>
          <p:spPr>
            <a:xfrm>
              <a:off x="3097775" y="4128775"/>
              <a:ext cx="102775" cy="392750"/>
            </a:xfrm>
            <a:custGeom>
              <a:rect b="b" l="l" r="r" t="t"/>
              <a:pathLst>
                <a:path extrusionOk="0" h="15710" w="4111">
                  <a:moveTo>
                    <a:pt x="1" y="0"/>
                  </a:moveTo>
                  <a:lnTo>
                    <a:pt x="1" y="15709"/>
                  </a:lnTo>
                  <a:lnTo>
                    <a:pt x="4111" y="15709"/>
                  </a:lnTo>
                  <a:lnTo>
                    <a:pt x="41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1"/>
            <p:cNvSpPr/>
            <p:nvPr/>
          </p:nvSpPr>
          <p:spPr>
            <a:xfrm>
              <a:off x="3089625" y="4119600"/>
              <a:ext cx="120100" cy="410050"/>
            </a:xfrm>
            <a:custGeom>
              <a:rect b="b" l="l" r="r" t="t"/>
              <a:pathLst>
                <a:path extrusionOk="0" h="16402" w="4804">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1"/>
            <p:cNvSpPr/>
            <p:nvPr/>
          </p:nvSpPr>
          <p:spPr>
            <a:xfrm>
              <a:off x="3081500" y="4128775"/>
              <a:ext cx="135350" cy="284900"/>
            </a:xfrm>
            <a:custGeom>
              <a:rect b="b" l="l" r="r" t="t"/>
              <a:pathLst>
                <a:path extrusionOk="0" h="11396" w="5414">
                  <a:moveTo>
                    <a:pt x="0" y="0"/>
                  </a:moveTo>
                  <a:lnTo>
                    <a:pt x="0" y="11395"/>
                  </a:lnTo>
                  <a:lnTo>
                    <a:pt x="5413" y="11395"/>
                  </a:lnTo>
                  <a:lnTo>
                    <a:pt x="54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1"/>
            <p:cNvSpPr/>
            <p:nvPr/>
          </p:nvSpPr>
          <p:spPr>
            <a:xfrm>
              <a:off x="3073350" y="4119600"/>
              <a:ext cx="152650" cy="302200"/>
            </a:xfrm>
            <a:custGeom>
              <a:rect b="b" l="l" r="r" t="t"/>
              <a:pathLst>
                <a:path extrusionOk="0" h="12088" w="6106">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1"/>
            <p:cNvSpPr/>
            <p:nvPr/>
          </p:nvSpPr>
          <p:spPr>
            <a:xfrm>
              <a:off x="2320450" y="2821375"/>
              <a:ext cx="1707275" cy="1335900"/>
            </a:xfrm>
            <a:custGeom>
              <a:rect b="b" l="l" r="r" t="t"/>
              <a:pathLst>
                <a:path extrusionOk="0" h="53436" w="68291">
                  <a:moveTo>
                    <a:pt x="1" y="0"/>
                  </a:moveTo>
                  <a:lnTo>
                    <a:pt x="1" y="53436"/>
                  </a:lnTo>
                  <a:lnTo>
                    <a:pt x="68291" y="53436"/>
                  </a:lnTo>
                  <a:lnTo>
                    <a:pt x="6829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1"/>
            <p:cNvSpPr/>
            <p:nvPr/>
          </p:nvSpPr>
          <p:spPr>
            <a:xfrm>
              <a:off x="2311300" y="2813225"/>
              <a:ext cx="1724575" cy="1352200"/>
            </a:xfrm>
            <a:custGeom>
              <a:rect b="b" l="l" r="r" t="t"/>
              <a:pathLst>
                <a:path extrusionOk="0" h="54088" w="68983">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1"/>
            <p:cNvSpPr/>
            <p:nvPr/>
          </p:nvSpPr>
          <p:spPr>
            <a:xfrm>
              <a:off x="2411025" y="2892600"/>
              <a:ext cx="1525125" cy="1193450"/>
            </a:xfrm>
            <a:custGeom>
              <a:rect b="b" l="l" r="r" t="t"/>
              <a:pathLst>
                <a:path extrusionOk="0" h="47738" w="61005">
                  <a:moveTo>
                    <a:pt x="0" y="0"/>
                  </a:moveTo>
                  <a:lnTo>
                    <a:pt x="0" y="47738"/>
                  </a:lnTo>
                  <a:lnTo>
                    <a:pt x="61005" y="47738"/>
                  </a:lnTo>
                  <a:lnTo>
                    <a:pt x="610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1"/>
            <p:cNvSpPr/>
            <p:nvPr/>
          </p:nvSpPr>
          <p:spPr>
            <a:xfrm>
              <a:off x="2402875" y="2884450"/>
              <a:ext cx="1541425" cy="1209750"/>
            </a:xfrm>
            <a:custGeom>
              <a:rect b="b" l="l" r="r" t="t"/>
              <a:pathLst>
                <a:path extrusionOk="0" h="48390" w="61657">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41"/>
            <p:cNvSpPr/>
            <p:nvPr/>
          </p:nvSpPr>
          <p:spPr>
            <a:xfrm>
              <a:off x="2700975" y="2953625"/>
              <a:ext cx="534175" cy="335775"/>
            </a:xfrm>
            <a:custGeom>
              <a:rect b="b" l="l" r="r" t="t"/>
              <a:pathLst>
                <a:path extrusionOk="0" h="13431" w="21367">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1"/>
            <p:cNvSpPr/>
            <p:nvPr/>
          </p:nvSpPr>
          <p:spPr>
            <a:xfrm>
              <a:off x="2700975" y="3313800"/>
              <a:ext cx="534175" cy="334775"/>
            </a:xfrm>
            <a:custGeom>
              <a:rect b="b" l="l" r="r" t="t"/>
              <a:pathLst>
                <a:path extrusionOk="0" h="13391" w="21367">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1"/>
            <p:cNvSpPr/>
            <p:nvPr/>
          </p:nvSpPr>
          <p:spPr>
            <a:xfrm>
              <a:off x="2700975" y="3681100"/>
              <a:ext cx="534175" cy="335775"/>
            </a:xfrm>
            <a:custGeom>
              <a:rect b="b" l="l" r="r" t="t"/>
              <a:pathLst>
                <a:path extrusionOk="0" h="13431" w="21367">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1"/>
            <p:cNvSpPr/>
            <p:nvPr/>
          </p:nvSpPr>
          <p:spPr>
            <a:xfrm>
              <a:off x="2692850" y="3672950"/>
              <a:ext cx="551450" cy="352075"/>
            </a:xfrm>
            <a:custGeom>
              <a:rect b="b" l="l" r="r" t="t"/>
              <a:pathLst>
                <a:path extrusionOk="0" h="14083" w="22058">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1"/>
            <p:cNvSpPr/>
            <p:nvPr/>
          </p:nvSpPr>
          <p:spPr>
            <a:xfrm>
              <a:off x="3304325" y="2953625"/>
              <a:ext cx="534175" cy="335775"/>
            </a:xfrm>
            <a:custGeom>
              <a:rect b="b" l="l" r="r" t="t"/>
              <a:pathLst>
                <a:path extrusionOk="0" h="13431" w="21367">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1"/>
            <p:cNvSpPr/>
            <p:nvPr/>
          </p:nvSpPr>
          <p:spPr>
            <a:xfrm>
              <a:off x="3304325" y="3321950"/>
              <a:ext cx="534175" cy="335775"/>
            </a:xfrm>
            <a:custGeom>
              <a:rect b="b" l="l" r="r" t="t"/>
              <a:pathLst>
                <a:path extrusionOk="0" h="13431" w="21367">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41"/>
            <p:cNvSpPr/>
            <p:nvPr/>
          </p:nvSpPr>
          <p:spPr>
            <a:xfrm>
              <a:off x="3173075" y="2324875"/>
              <a:ext cx="135325" cy="249275"/>
            </a:xfrm>
            <a:custGeom>
              <a:rect b="b" l="l" r="r" t="t"/>
              <a:pathLst>
                <a:path extrusionOk="0" h="9971" w="5413">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1"/>
            <p:cNvSpPr/>
            <p:nvPr/>
          </p:nvSpPr>
          <p:spPr>
            <a:xfrm>
              <a:off x="2390675" y="1910275"/>
              <a:ext cx="866850" cy="1118675"/>
            </a:xfrm>
            <a:custGeom>
              <a:rect b="b" l="l" r="r" t="t"/>
              <a:pathLst>
                <a:path extrusionOk="0" h="44747" w="34674">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1"/>
            <p:cNvSpPr/>
            <p:nvPr/>
          </p:nvSpPr>
          <p:spPr>
            <a:xfrm>
              <a:off x="2431350" y="1943325"/>
              <a:ext cx="633900" cy="998125"/>
            </a:xfrm>
            <a:custGeom>
              <a:rect b="b" l="l" r="r" t="t"/>
              <a:pathLst>
                <a:path extrusionOk="0" h="39925" w="25356">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1"/>
            <p:cNvSpPr/>
            <p:nvPr/>
          </p:nvSpPr>
          <p:spPr>
            <a:xfrm>
              <a:off x="2939050" y="2055250"/>
              <a:ext cx="304250" cy="177050"/>
            </a:xfrm>
            <a:custGeom>
              <a:rect b="b" l="l" r="r" t="t"/>
              <a:pathLst>
                <a:path extrusionOk="0" h="7082" w="1217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1"/>
            <p:cNvSpPr/>
            <p:nvPr/>
          </p:nvSpPr>
          <p:spPr>
            <a:xfrm>
              <a:off x="2382525" y="1901600"/>
              <a:ext cx="878075" cy="1136150"/>
            </a:xfrm>
            <a:custGeom>
              <a:rect b="b" l="l" r="r" t="t"/>
              <a:pathLst>
                <a:path extrusionOk="0" h="45446" w="35123">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1"/>
            <p:cNvSpPr/>
            <p:nvPr/>
          </p:nvSpPr>
          <p:spPr>
            <a:xfrm>
              <a:off x="2417125" y="1742250"/>
              <a:ext cx="1039825" cy="903125"/>
            </a:xfrm>
            <a:custGeom>
              <a:rect b="b" l="l" r="r" t="t"/>
              <a:pathLst>
                <a:path extrusionOk="0" h="36125" w="41593">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41"/>
            <p:cNvSpPr/>
            <p:nvPr/>
          </p:nvSpPr>
          <p:spPr>
            <a:xfrm>
              <a:off x="2435425" y="1733725"/>
              <a:ext cx="997100" cy="919800"/>
            </a:xfrm>
            <a:custGeom>
              <a:rect b="b" l="l" r="r" t="t"/>
              <a:pathLst>
                <a:path extrusionOk="0" h="36792" w="39884">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41"/>
            <p:cNvSpPr/>
            <p:nvPr/>
          </p:nvSpPr>
          <p:spPr>
            <a:xfrm>
              <a:off x="2586000" y="2406000"/>
              <a:ext cx="59050" cy="52500"/>
            </a:xfrm>
            <a:custGeom>
              <a:rect b="b" l="l" r="r" t="t"/>
              <a:pathLst>
                <a:path extrusionOk="0" h="2100" w="2362">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1"/>
            <p:cNvSpPr/>
            <p:nvPr/>
          </p:nvSpPr>
          <p:spPr>
            <a:xfrm>
              <a:off x="2671475" y="1981950"/>
              <a:ext cx="727475" cy="348225"/>
            </a:xfrm>
            <a:custGeom>
              <a:rect b="b" l="l" r="r" t="t"/>
              <a:pathLst>
                <a:path extrusionOk="0" h="13929" w="2909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1"/>
            <p:cNvSpPr/>
            <p:nvPr/>
          </p:nvSpPr>
          <p:spPr>
            <a:xfrm>
              <a:off x="2657225" y="2145625"/>
              <a:ext cx="358175" cy="400300"/>
            </a:xfrm>
            <a:custGeom>
              <a:rect b="b" l="l" r="r" t="t"/>
              <a:pathLst>
                <a:path extrusionOk="0" h="16012" w="14327">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1"/>
            <p:cNvSpPr/>
            <p:nvPr/>
          </p:nvSpPr>
          <p:spPr>
            <a:xfrm>
              <a:off x="2814925" y="2364375"/>
              <a:ext cx="487375" cy="66325"/>
            </a:xfrm>
            <a:custGeom>
              <a:rect b="b" l="l" r="r" t="t"/>
              <a:pathLst>
                <a:path extrusionOk="0" h="2653" w="19495">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41"/>
            <p:cNvSpPr/>
            <p:nvPr/>
          </p:nvSpPr>
          <p:spPr>
            <a:xfrm>
              <a:off x="2735575" y="2281825"/>
              <a:ext cx="160775" cy="314125"/>
            </a:xfrm>
            <a:custGeom>
              <a:rect b="b" l="l" r="r" t="t"/>
              <a:pathLst>
                <a:path extrusionOk="0" h="12565" w="6431">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41"/>
            <p:cNvSpPr/>
            <p:nvPr/>
          </p:nvSpPr>
          <p:spPr>
            <a:xfrm>
              <a:off x="2734550" y="2272975"/>
              <a:ext cx="163825" cy="331700"/>
            </a:xfrm>
            <a:custGeom>
              <a:rect b="b" l="l" r="r" t="t"/>
              <a:pathLst>
                <a:path extrusionOk="0" h="13268" w="6553">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41"/>
            <p:cNvSpPr/>
            <p:nvPr/>
          </p:nvSpPr>
          <p:spPr>
            <a:xfrm>
              <a:off x="1585875" y="4992575"/>
              <a:ext cx="2500875" cy="466000"/>
            </a:xfrm>
            <a:custGeom>
              <a:rect b="b" l="l" r="r" t="t"/>
              <a:pathLst>
                <a:path extrusionOk="0" h="18640" w="100035">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1"/>
            <p:cNvSpPr/>
            <p:nvPr/>
          </p:nvSpPr>
          <p:spPr>
            <a:xfrm>
              <a:off x="1577750" y="4984425"/>
              <a:ext cx="2518150" cy="483300"/>
            </a:xfrm>
            <a:custGeom>
              <a:rect b="b" l="l" r="r" t="t"/>
              <a:pathLst>
                <a:path extrusionOk="0" h="19332" w="100726">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1"/>
            <p:cNvSpPr/>
            <p:nvPr/>
          </p:nvSpPr>
          <p:spPr>
            <a:xfrm>
              <a:off x="1598100" y="2881400"/>
              <a:ext cx="1406100" cy="2341600"/>
            </a:xfrm>
            <a:custGeom>
              <a:rect b="b" l="l" r="r" t="t"/>
              <a:pathLst>
                <a:path extrusionOk="0" h="93664" w="5624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1"/>
            <p:cNvSpPr/>
            <p:nvPr/>
          </p:nvSpPr>
          <p:spPr>
            <a:xfrm>
              <a:off x="1631675" y="2921075"/>
              <a:ext cx="1264675" cy="2293325"/>
            </a:xfrm>
            <a:custGeom>
              <a:rect b="b" l="l" r="r" t="t"/>
              <a:pathLst>
                <a:path extrusionOk="0" h="91733" w="50587">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1"/>
            <p:cNvSpPr/>
            <p:nvPr/>
          </p:nvSpPr>
          <p:spPr>
            <a:xfrm>
              <a:off x="2061025" y="3553925"/>
              <a:ext cx="189250" cy="494225"/>
            </a:xfrm>
            <a:custGeom>
              <a:rect b="b" l="l" r="r" t="t"/>
              <a:pathLst>
                <a:path extrusionOk="0" h="19769" w="757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1"/>
            <p:cNvSpPr/>
            <p:nvPr/>
          </p:nvSpPr>
          <p:spPr>
            <a:xfrm>
              <a:off x="2482225" y="4041475"/>
              <a:ext cx="199450" cy="202600"/>
            </a:xfrm>
            <a:custGeom>
              <a:rect b="b" l="l" r="r" t="t"/>
              <a:pathLst>
                <a:path extrusionOk="0" h="8104" w="7978">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1"/>
            <p:cNvSpPr/>
            <p:nvPr/>
          </p:nvSpPr>
          <p:spPr>
            <a:xfrm>
              <a:off x="2361150" y="4252250"/>
              <a:ext cx="335775" cy="50525"/>
            </a:xfrm>
            <a:custGeom>
              <a:rect b="b" l="l" r="r" t="t"/>
              <a:pathLst>
                <a:path extrusionOk="0" h="2021" w="1343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1"/>
            <p:cNvSpPr/>
            <p:nvPr/>
          </p:nvSpPr>
          <p:spPr>
            <a:xfrm>
              <a:off x="2311300" y="4874800"/>
              <a:ext cx="481275" cy="353625"/>
            </a:xfrm>
            <a:custGeom>
              <a:rect b="b" l="l" r="r" t="t"/>
              <a:pathLst>
                <a:path extrusionOk="0" h="14145" w="19251">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1"/>
            <p:cNvSpPr/>
            <p:nvPr/>
          </p:nvSpPr>
          <p:spPr>
            <a:xfrm>
              <a:off x="1614375" y="2872825"/>
              <a:ext cx="1385750" cy="2358850"/>
            </a:xfrm>
            <a:custGeom>
              <a:rect b="b" l="l" r="r" t="t"/>
              <a:pathLst>
                <a:path extrusionOk="0" h="94354" w="5543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1"/>
            <p:cNvSpPr/>
            <p:nvPr/>
          </p:nvSpPr>
          <p:spPr>
            <a:xfrm>
              <a:off x="2237025" y="2767550"/>
              <a:ext cx="724450" cy="471000"/>
            </a:xfrm>
            <a:custGeom>
              <a:rect b="b" l="l" r="r" t="t"/>
              <a:pathLst>
                <a:path extrusionOk="0" h="18840" w="28978">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1"/>
            <p:cNvSpPr/>
            <p:nvPr/>
          </p:nvSpPr>
          <p:spPr>
            <a:xfrm>
              <a:off x="2237025" y="2767450"/>
              <a:ext cx="532150" cy="315425"/>
            </a:xfrm>
            <a:custGeom>
              <a:rect b="b" l="l" r="r" t="t"/>
              <a:pathLst>
                <a:path extrusionOk="0" h="12617" w="21286">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1"/>
            <p:cNvSpPr/>
            <p:nvPr/>
          </p:nvSpPr>
          <p:spPr>
            <a:xfrm>
              <a:off x="2227875" y="2759300"/>
              <a:ext cx="742750" cy="488050"/>
            </a:xfrm>
            <a:custGeom>
              <a:rect b="b" l="l" r="r" t="t"/>
              <a:pathLst>
                <a:path extrusionOk="0" h="19522" w="2971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1"/>
            <p:cNvSpPr/>
            <p:nvPr/>
          </p:nvSpPr>
          <p:spPr>
            <a:xfrm>
              <a:off x="3860850" y="4333950"/>
              <a:ext cx="672550" cy="470425"/>
            </a:xfrm>
            <a:custGeom>
              <a:rect b="b" l="l" r="r" t="t"/>
              <a:pathLst>
                <a:path extrusionOk="0" h="18817" w="26902">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1"/>
            <p:cNvSpPr/>
            <p:nvPr/>
          </p:nvSpPr>
          <p:spPr>
            <a:xfrm>
              <a:off x="3852700" y="4326150"/>
              <a:ext cx="674575" cy="486350"/>
            </a:xfrm>
            <a:custGeom>
              <a:rect b="b" l="l" r="r" t="t"/>
              <a:pathLst>
                <a:path extrusionOk="0" h="19454" w="26983">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1"/>
            <p:cNvSpPr/>
            <p:nvPr/>
          </p:nvSpPr>
          <p:spPr>
            <a:xfrm>
              <a:off x="4208800" y="4389225"/>
              <a:ext cx="212675" cy="101775"/>
            </a:xfrm>
            <a:custGeom>
              <a:rect b="b" l="l" r="r" t="t"/>
              <a:pathLst>
                <a:path extrusionOk="0" h="4071" w="8507">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1"/>
            <p:cNvSpPr/>
            <p:nvPr/>
          </p:nvSpPr>
          <p:spPr>
            <a:xfrm>
              <a:off x="4107075" y="4395325"/>
              <a:ext cx="78350" cy="56000"/>
            </a:xfrm>
            <a:custGeom>
              <a:rect b="b" l="l" r="r" t="t"/>
              <a:pathLst>
                <a:path extrusionOk="0" h="2240" w="3134">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1"/>
            <p:cNvSpPr/>
            <p:nvPr/>
          </p:nvSpPr>
          <p:spPr>
            <a:xfrm>
              <a:off x="3132375" y="4321475"/>
              <a:ext cx="590625" cy="357750"/>
            </a:xfrm>
            <a:custGeom>
              <a:rect b="b" l="l" r="r" t="t"/>
              <a:pathLst>
                <a:path extrusionOk="0" h="14310" w="23625">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1"/>
            <p:cNvSpPr/>
            <p:nvPr/>
          </p:nvSpPr>
          <p:spPr>
            <a:xfrm>
              <a:off x="3136450" y="4312925"/>
              <a:ext cx="579950" cy="374425"/>
            </a:xfrm>
            <a:custGeom>
              <a:rect b="b" l="l" r="r" t="t"/>
              <a:pathLst>
                <a:path extrusionOk="0" h="14977" w="23198">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41"/>
            <p:cNvSpPr/>
            <p:nvPr/>
          </p:nvSpPr>
          <p:spPr>
            <a:xfrm>
              <a:off x="3444725" y="4365825"/>
              <a:ext cx="110925" cy="69225"/>
            </a:xfrm>
            <a:custGeom>
              <a:rect b="b" l="l" r="r" t="t"/>
              <a:pathLst>
                <a:path extrusionOk="0" h="2769" w="4437">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41"/>
            <p:cNvSpPr/>
            <p:nvPr/>
          </p:nvSpPr>
          <p:spPr>
            <a:xfrm>
              <a:off x="3362300" y="4339625"/>
              <a:ext cx="85500" cy="62600"/>
            </a:xfrm>
            <a:custGeom>
              <a:rect b="b" l="l" r="r" t="t"/>
              <a:pathLst>
                <a:path extrusionOk="0" h="2504" w="342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1"/>
            <p:cNvSpPr/>
            <p:nvPr/>
          </p:nvSpPr>
          <p:spPr>
            <a:xfrm>
              <a:off x="2535150" y="3264975"/>
              <a:ext cx="1519025" cy="2054400"/>
            </a:xfrm>
            <a:custGeom>
              <a:rect b="b" l="l" r="r" t="t"/>
              <a:pathLst>
                <a:path extrusionOk="0" h="82176" w="60761">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41"/>
            <p:cNvSpPr/>
            <p:nvPr/>
          </p:nvSpPr>
          <p:spPr>
            <a:xfrm>
              <a:off x="2553450" y="3316850"/>
              <a:ext cx="1490550" cy="2002325"/>
            </a:xfrm>
            <a:custGeom>
              <a:rect b="b" l="l" r="r" t="t"/>
              <a:pathLst>
                <a:path extrusionOk="0" h="80093" w="59622">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41"/>
            <p:cNvSpPr/>
            <p:nvPr/>
          </p:nvSpPr>
          <p:spPr>
            <a:xfrm>
              <a:off x="2545325" y="3256325"/>
              <a:ext cx="1502750" cy="2072025"/>
            </a:xfrm>
            <a:custGeom>
              <a:rect b="b" l="l" r="r" t="t"/>
              <a:pathLst>
                <a:path extrusionOk="0" h="82881" w="6011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41"/>
            <p:cNvSpPr/>
            <p:nvPr/>
          </p:nvSpPr>
          <p:spPr>
            <a:xfrm>
              <a:off x="3802850" y="4638300"/>
              <a:ext cx="175025" cy="233225"/>
            </a:xfrm>
            <a:custGeom>
              <a:rect b="b" l="l" r="r" t="t"/>
              <a:pathLst>
                <a:path extrusionOk="0" h="9329" w="7001">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41"/>
            <p:cNvSpPr/>
            <p:nvPr/>
          </p:nvSpPr>
          <p:spPr>
            <a:xfrm>
              <a:off x="975425" y="2808800"/>
              <a:ext cx="1312500" cy="2649775"/>
            </a:xfrm>
            <a:custGeom>
              <a:rect b="b" l="l" r="r" t="t"/>
              <a:pathLst>
                <a:path extrusionOk="0" h="105991" w="5250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41"/>
            <p:cNvSpPr/>
            <p:nvPr/>
          </p:nvSpPr>
          <p:spPr>
            <a:xfrm>
              <a:off x="966275" y="2801025"/>
              <a:ext cx="1330800" cy="2666700"/>
            </a:xfrm>
            <a:custGeom>
              <a:rect b="b" l="l" r="r" t="t"/>
              <a:pathLst>
                <a:path extrusionOk="0" h="106668" w="53232">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41"/>
            <p:cNvSpPr/>
            <p:nvPr/>
          </p:nvSpPr>
          <p:spPr>
            <a:xfrm>
              <a:off x="474850" y="2774800"/>
              <a:ext cx="1737800" cy="2683775"/>
            </a:xfrm>
            <a:custGeom>
              <a:rect b="b" l="l" r="r" t="t"/>
              <a:pathLst>
                <a:path extrusionOk="0" h="107351" w="69512">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41"/>
            <p:cNvSpPr/>
            <p:nvPr/>
          </p:nvSpPr>
          <p:spPr>
            <a:xfrm>
              <a:off x="469775" y="2766425"/>
              <a:ext cx="1751000" cy="2701300"/>
            </a:xfrm>
            <a:custGeom>
              <a:rect b="b" l="l" r="r" t="t"/>
              <a:pathLst>
                <a:path extrusionOk="0" h="108052" w="7004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41"/>
            <p:cNvSpPr/>
            <p:nvPr/>
          </p:nvSpPr>
          <p:spPr>
            <a:xfrm>
              <a:off x="1026300" y="5458550"/>
              <a:ext cx="6114750" cy="25"/>
            </a:xfrm>
            <a:custGeom>
              <a:rect b="b" l="l" r="r" t="t"/>
              <a:pathLst>
                <a:path extrusionOk="0" h="1" w="244590">
                  <a:moveTo>
                    <a:pt x="0" y="0"/>
                  </a:moveTo>
                  <a:lnTo>
                    <a:pt x="244590"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41"/>
            <p:cNvSpPr/>
            <p:nvPr/>
          </p:nvSpPr>
          <p:spPr>
            <a:xfrm>
              <a:off x="1017150" y="5450400"/>
              <a:ext cx="6132050" cy="17325"/>
            </a:xfrm>
            <a:custGeom>
              <a:rect b="b" l="l" r="r" t="t"/>
              <a:pathLst>
                <a:path extrusionOk="0" h="693" w="245282">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5" name="Google Shape;2305;p41"/>
          <p:cNvSpPr txBox="1"/>
          <p:nvPr>
            <p:ph type="ctrTitle"/>
          </p:nvPr>
        </p:nvSpPr>
        <p:spPr>
          <a:xfrm>
            <a:off x="5248650" y="1374425"/>
            <a:ext cx="3895200" cy="1792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ro" sz="5000"/>
              <a:t>FACADE </a:t>
            </a:r>
            <a:endParaRPr sz="5000"/>
          </a:p>
          <a:p>
            <a:pPr indent="0" lvl="0" marL="0" rtl="0" algn="l">
              <a:spcBef>
                <a:spcPts val="0"/>
              </a:spcBef>
              <a:spcAft>
                <a:spcPts val="0"/>
              </a:spcAft>
              <a:buNone/>
            </a:pPr>
            <a:r>
              <a:rPr lang="ro" sz="5000"/>
              <a:t>Design Pattern</a:t>
            </a:r>
            <a:endParaRPr sz="5000">
              <a:solidFill>
                <a:schemeClr val="dk2"/>
              </a:solidFill>
            </a:endParaRPr>
          </a:p>
        </p:txBody>
      </p:sp>
      <p:sp>
        <p:nvSpPr>
          <p:cNvPr id="2306" name="Google Shape;2306;p41"/>
          <p:cNvSpPr txBox="1"/>
          <p:nvPr>
            <p:ph idx="1" type="subTitle"/>
          </p:nvPr>
        </p:nvSpPr>
        <p:spPr>
          <a:xfrm>
            <a:off x="5324849" y="3721600"/>
            <a:ext cx="3720000" cy="896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ro" sz="2300"/>
              <a:t>Gherasim Delia-Catalina 933</a:t>
            </a:r>
            <a:endParaRPr sz="2300"/>
          </a:p>
          <a:p>
            <a:pPr indent="0" lvl="0" marL="0" rtl="0" algn="r">
              <a:spcBef>
                <a:spcPts val="0"/>
              </a:spcBef>
              <a:spcAft>
                <a:spcPts val="0"/>
              </a:spcAft>
              <a:buClr>
                <a:schemeClr val="dk1"/>
              </a:buClr>
              <a:buSzPts val="1100"/>
              <a:buFont typeface="Arial"/>
              <a:buNone/>
            </a:pPr>
            <a:r>
              <a:rPr lang="ro" sz="2300"/>
              <a:t>Felecan Maria-Iulia 933</a:t>
            </a:r>
            <a:endParaRPr sz="2300"/>
          </a:p>
          <a:p>
            <a:pPr indent="0" lvl="0" marL="0" rtl="0" algn="r">
              <a:spcBef>
                <a:spcPts val="0"/>
              </a:spcBef>
              <a:spcAft>
                <a:spcPts val="0"/>
              </a:spcAft>
              <a:buClr>
                <a:schemeClr val="dk1"/>
              </a:buClr>
              <a:buSzPts val="1100"/>
              <a:buFont typeface="Arial"/>
              <a:buNone/>
            </a:pPr>
            <a:r>
              <a:rPr lang="ro" sz="2300"/>
              <a:t>Bobes Bianca 931 </a:t>
            </a:r>
            <a:endParaRPr sz="2300"/>
          </a:p>
          <a:p>
            <a:pPr indent="0" lvl="0" marL="0" rtl="0" algn="r">
              <a:spcBef>
                <a:spcPts val="0"/>
              </a:spcBef>
              <a:spcAft>
                <a:spcPts val="0"/>
              </a:spcAft>
              <a:buClr>
                <a:schemeClr val="dk1"/>
              </a:buClr>
              <a:buSzPts val="1100"/>
              <a:buFont typeface="Arial"/>
              <a:buNone/>
            </a:pPr>
            <a:r>
              <a:t/>
            </a:r>
            <a:endParaRPr sz="2300"/>
          </a:p>
          <a:p>
            <a:pPr indent="0" lvl="0" marL="0" rtl="0" algn="r">
              <a:spcBef>
                <a:spcPts val="0"/>
              </a:spcBef>
              <a:spcAft>
                <a:spcPts val="0"/>
              </a:spcAft>
              <a:buNone/>
            </a:pPr>
            <a:r>
              <a:t/>
            </a:r>
            <a:endParaRPr sz="230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0" name="Shape 2310"/>
        <p:cNvGrpSpPr/>
        <p:nvPr/>
      </p:nvGrpSpPr>
      <p:grpSpPr>
        <a:xfrm>
          <a:off x="0" y="0"/>
          <a:ext cx="0" cy="0"/>
          <a:chOff x="0" y="0"/>
          <a:chExt cx="0" cy="0"/>
        </a:xfrm>
      </p:grpSpPr>
      <p:grpSp>
        <p:nvGrpSpPr>
          <p:cNvPr id="2311" name="Google Shape;2311;p42"/>
          <p:cNvGrpSpPr/>
          <p:nvPr/>
        </p:nvGrpSpPr>
        <p:grpSpPr>
          <a:xfrm>
            <a:off x="731647" y="573573"/>
            <a:ext cx="635100" cy="734640"/>
            <a:chOff x="731647" y="573573"/>
            <a:chExt cx="635100" cy="734640"/>
          </a:xfrm>
        </p:grpSpPr>
        <p:grpSp>
          <p:nvGrpSpPr>
            <p:cNvPr id="2312" name="Google Shape;2312;p42"/>
            <p:cNvGrpSpPr/>
            <p:nvPr/>
          </p:nvGrpSpPr>
          <p:grpSpPr>
            <a:xfrm>
              <a:off x="731647" y="573573"/>
              <a:ext cx="635100" cy="635100"/>
              <a:chOff x="917231" y="750460"/>
              <a:chExt cx="635100" cy="635100"/>
            </a:xfrm>
          </p:grpSpPr>
          <p:sp>
            <p:nvSpPr>
              <p:cNvPr id="2313" name="Google Shape;2313;p42"/>
              <p:cNvSpPr/>
              <p:nvPr/>
            </p:nvSpPr>
            <p:spPr>
              <a:xfrm>
                <a:off x="917231" y="750460"/>
                <a:ext cx="635100" cy="635100"/>
              </a:xfrm>
              <a:prstGeom prst="ellipse">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42"/>
              <p:cNvSpPr/>
              <p:nvPr/>
            </p:nvSpPr>
            <p:spPr>
              <a:xfrm>
                <a:off x="1001943" y="835185"/>
                <a:ext cx="465600" cy="4656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5" name="Google Shape;2315;p42"/>
            <p:cNvGrpSpPr/>
            <p:nvPr/>
          </p:nvGrpSpPr>
          <p:grpSpPr>
            <a:xfrm>
              <a:off x="961679" y="1281213"/>
              <a:ext cx="175013" cy="27000"/>
              <a:chOff x="5662375" y="212375"/>
              <a:chExt cx="175013" cy="27000"/>
            </a:xfrm>
          </p:grpSpPr>
          <p:sp>
            <p:nvSpPr>
              <p:cNvPr id="2316" name="Google Shape;2316;p4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17" name="Google Shape;2317;p4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18" name="Google Shape;2318;p4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grpSp>
        <p:nvGrpSpPr>
          <p:cNvPr id="2319" name="Google Shape;2319;p42"/>
          <p:cNvGrpSpPr/>
          <p:nvPr/>
        </p:nvGrpSpPr>
        <p:grpSpPr>
          <a:xfrm>
            <a:off x="731647" y="1650460"/>
            <a:ext cx="635100" cy="733490"/>
            <a:chOff x="731647" y="1650460"/>
            <a:chExt cx="635100" cy="733490"/>
          </a:xfrm>
        </p:grpSpPr>
        <p:grpSp>
          <p:nvGrpSpPr>
            <p:cNvPr id="2320" name="Google Shape;2320;p42"/>
            <p:cNvGrpSpPr/>
            <p:nvPr/>
          </p:nvGrpSpPr>
          <p:grpSpPr>
            <a:xfrm>
              <a:off x="731647" y="1650460"/>
              <a:ext cx="635100" cy="635100"/>
              <a:chOff x="917231" y="1827973"/>
              <a:chExt cx="635100" cy="635100"/>
            </a:xfrm>
          </p:grpSpPr>
          <p:sp>
            <p:nvSpPr>
              <p:cNvPr id="2321" name="Google Shape;2321;p42"/>
              <p:cNvSpPr/>
              <p:nvPr/>
            </p:nvSpPr>
            <p:spPr>
              <a:xfrm>
                <a:off x="917231" y="1827973"/>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42"/>
              <p:cNvSpPr/>
              <p:nvPr/>
            </p:nvSpPr>
            <p:spPr>
              <a:xfrm>
                <a:off x="1001931" y="1912710"/>
                <a:ext cx="465600" cy="465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3" name="Google Shape;2323;p42"/>
            <p:cNvGrpSpPr/>
            <p:nvPr/>
          </p:nvGrpSpPr>
          <p:grpSpPr>
            <a:xfrm>
              <a:off x="961679" y="2356951"/>
              <a:ext cx="175013" cy="27000"/>
              <a:chOff x="5662375" y="212375"/>
              <a:chExt cx="175013" cy="27000"/>
            </a:xfrm>
          </p:grpSpPr>
          <p:sp>
            <p:nvSpPr>
              <p:cNvPr id="2324" name="Google Shape;2324;p4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25" name="Google Shape;2325;p4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26" name="Google Shape;2326;p4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grpSp>
        <p:nvGrpSpPr>
          <p:cNvPr id="2327" name="Google Shape;2327;p42"/>
          <p:cNvGrpSpPr/>
          <p:nvPr/>
        </p:nvGrpSpPr>
        <p:grpSpPr>
          <a:xfrm>
            <a:off x="731647" y="2728277"/>
            <a:ext cx="635100" cy="734984"/>
            <a:chOff x="731647" y="2728277"/>
            <a:chExt cx="635100" cy="734984"/>
          </a:xfrm>
        </p:grpSpPr>
        <p:grpSp>
          <p:nvGrpSpPr>
            <p:cNvPr id="2328" name="Google Shape;2328;p42"/>
            <p:cNvGrpSpPr/>
            <p:nvPr/>
          </p:nvGrpSpPr>
          <p:grpSpPr>
            <a:xfrm>
              <a:off x="731647" y="2728277"/>
              <a:ext cx="635100" cy="635100"/>
              <a:chOff x="917231" y="2905502"/>
              <a:chExt cx="635100" cy="635100"/>
            </a:xfrm>
          </p:grpSpPr>
          <p:sp>
            <p:nvSpPr>
              <p:cNvPr id="2329" name="Google Shape;2329;p42"/>
              <p:cNvSpPr/>
              <p:nvPr/>
            </p:nvSpPr>
            <p:spPr>
              <a:xfrm>
                <a:off x="917231" y="2905502"/>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42"/>
              <p:cNvSpPr/>
              <p:nvPr/>
            </p:nvSpPr>
            <p:spPr>
              <a:xfrm>
                <a:off x="1001931" y="2990252"/>
                <a:ext cx="465600" cy="465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1" name="Google Shape;2331;p42"/>
            <p:cNvGrpSpPr/>
            <p:nvPr/>
          </p:nvGrpSpPr>
          <p:grpSpPr>
            <a:xfrm>
              <a:off x="961679" y="3436260"/>
              <a:ext cx="175013" cy="27000"/>
              <a:chOff x="5662375" y="212375"/>
              <a:chExt cx="175013" cy="27000"/>
            </a:xfrm>
          </p:grpSpPr>
          <p:sp>
            <p:nvSpPr>
              <p:cNvPr id="2332" name="Google Shape;2332;p4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33" name="Google Shape;2333;p4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34" name="Google Shape;2334;p4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grpSp>
        <p:nvGrpSpPr>
          <p:cNvPr id="2335" name="Google Shape;2335;p42"/>
          <p:cNvGrpSpPr/>
          <p:nvPr/>
        </p:nvGrpSpPr>
        <p:grpSpPr>
          <a:xfrm>
            <a:off x="731647" y="3806675"/>
            <a:ext cx="635100" cy="734704"/>
            <a:chOff x="731647" y="3806675"/>
            <a:chExt cx="635100" cy="734704"/>
          </a:xfrm>
        </p:grpSpPr>
        <p:grpSp>
          <p:nvGrpSpPr>
            <p:cNvPr id="2336" name="Google Shape;2336;p42"/>
            <p:cNvGrpSpPr/>
            <p:nvPr/>
          </p:nvGrpSpPr>
          <p:grpSpPr>
            <a:xfrm>
              <a:off x="731647" y="3806675"/>
              <a:ext cx="635100" cy="635100"/>
              <a:chOff x="917231" y="3983097"/>
              <a:chExt cx="635100" cy="635100"/>
            </a:xfrm>
          </p:grpSpPr>
          <p:sp>
            <p:nvSpPr>
              <p:cNvPr id="2337" name="Google Shape;2337;p42"/>
              <p:cNvSpPr/>
              <p:nvPr/>
            </p:nvSpPr>
            <p:spPr>
              <a:xfrm>
                <a:off x="917231" y="3983097"/>
                <a:ext cx="635100" cy="6351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42"/>
              <p:cNvSpPr/>
              <p:nvPr/>
            </p:nvSpPr>
            <p:spPr>
              <a:xfrm>
                <a:off x="1001931" y="4067797"/>
                <a:ext cx="465600" cy="465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9" name="Google Shape;2339;p42"/>
            <p:cNvGrpSpPr/>
            <p:nvPr/>
          </p:nvGrpSpPr>
          <p:grpSpPr>
            <a:xfrm>
              <a:off x="961679" y="4514379"/>
              <a:ext cx="175013" cy="27000"/>
              <a:chOff x="5662375" y="212375"/>
              <a:chExt cx="175013" cy="27000"/>
            </a:xfrm>
          </p:grpSpPr>
          <p:sp>
            <p:nvSpPr>
              <p:cNvPr id="2340" name="Google Shape;2340;p4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41" name="Google Shape;2341;p4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42" name="Google Shape;2342;p4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sp>
        <p:nvSpPr>
          <p:cNvPr id="2343" name="Google Shape;2343;p42"/>
          <p:cNvSpPr txBox="1"/>
          <p:nvPr>
            <p:ph type="title"/>
          </p:nvPr>
        </p:nvSpPr>
        <p:spPr>
          <a:xfrm>
            <a:off x="5907024" y="356616"/>
            <a:ext cx="2615100" cy="576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ro"/>
              <a:t>Table of Contents</a:t>
            </a:r>
            <a:endParaRPr/>
          </a:p>
        </p:txBody>
      </p:sp>
      <p:sp>
        <p:nvSpPr>
          <p:cNvPr id="2344" name="Google Shape;2344;p42"/>
          <p:cNvSpPr txBox="1"/>
          <p:nvPr>
            <p:ph idx="2" type="subTitle"/>
          </p:nvPr>
        </p:nvSpPr>
        <p:spPr>
          <a:xfrm>
            <a:off x="1664208" y="713232"/>
            <a:ext cx="2615100" cy="57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Gherasim Delia</a:t>
            </a:r>
            <a:endParaRPr>
              <a:latin typeface="Barlow Semi Condensed"/>
              <a:ea typeface="Barlow Semi Condensed"/>
              <a:cs typeface="Barlow Semi Condensed"/>
              <a:sym typeface="Barlow Semi Condensed"/>
            </a:endParaRPr>
          </a:p>
        </p:txBody>
      </p:sp>
      <p:sp>
        <p:nvSpPr>
          <p:cNvPr id="2345" name="Google Shape;2345;p42"/>
          <p:cNvSpPr txBox="1"/>
          <p:nvPr>
            <p:ph idx="1" type="subTitle"/>
          </p:nvPr>
        </p:nvSpPr>
        <p:spPr>
          <a:xfrm>
            <a:off x="1664208" y="429768"/>
            <a:ext cx="26151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o"/>
              <a:t>Theoretical Overview</a:t>
            </a:r>
            <a:endParaRPr/>
          </a:p>
        </p:txBody>
      </p:sp>
      <p:sp>
        <p:nvSpPr>
          <p:cNvPr id="2346" name="Google Shape;2346;p42"/>
          <p:cNvSpPr txBox="1"/>
          <p:nvPr>
            <p:ph idx="3" type="subTitle"/>
          </p:nvPr>
        </p:nvSpPr>
        <p:spPr>
          <a:xfrm>
            <a:off x="1664208" y="1508760"/>
            <a:ext cx="26151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o"/>
              <a:t>Example 1</a:t>
            </a:r>
            <a:endParaRPr/>
          </a:p>
        </p:txBody>
      </p:sp>
      <p:sp>
        <p:nvSpPr>
          <p:cNvPr id="2347" name="Google Shape;2347;p42"/>
          <p:cNvSpPr txBox="1"/>
          <p:nvPr>
            <p:ph idx="4" type="subTitle"/>
          </p:nvPr>
        </p:nvSpPr>
        <p:spPr>
          <a:xfrm>
            <a:off x="1664208" y="1792224"/>
            <a:ext cx="2615100" cy="57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
              <a:t>Felecan Maria</a:t>
            </a:r>
            <a:endParaRPr/>
          </a:p>
        </p:txBody>
      </p:sp>
      <p:sp>
        <p:nvSpPr>
          <p:cNvPr id="2348" name="Google Shape;2348;p42"/>
          <p:cNvSpPr txBox="1"/>
          <p:nvPr>
            <p:ph idx="5" type="subTitle"/>
          </p:nvPr>
        </p:nvSpPr>
        <p:spPr>
          <a:xfrm>
            <a:off x="1664208" y="2587752"/>
            <a:ext cx="26151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o"/>
              <a:t>Example 2</a:t>
            </a:r>
            <a:endParaRPr/>
          </a:p>
        </p:txBody>
      </p:sp>
      <p:sp>
        <p:nvSpPr>
          <p:cNvPr id="2349" name="Google Shape;2349;p42"/>
          <p:cNvSpPr txBox="1"/>
          <p:nvPr>
            <p:ph idx="6" type="subTitle"/>
          </p:nvPr>
        </p:nvSpPr>
        <p:spPr>
          <a:xfrm>
            <a:off x="1664208" y="2871216"/>
            <a:ext cx="2615100" cy="57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
              <a:t>Bobes Bianca</a:t>
            </a:r>
            <a:endParaRPr/>
          </a:p>
        </p:txBody>
      </p:sp>
      <p:sp>
        <p:nvSpPr>
          <p:cNvPr id="2350" name="Google Shape;2350;p42"/>
          <p:cNvSpPr txBox="1"/>
          <p:nvPr>
            <p:ph idx="7" type="subTitle"/>
          </p:nvPr>
        </p:nvSpPr>
        <p:spPr>
          <a:xfrm>
            <a:off x="1664208" y="3806669"/>
            <a:ext cx="26151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o"/>
              <a:t>Resources</a:t>
            </a:r>
            <a:endParaRPr/>
          </a:p>
        </p:txBody>
      </p:sp>
      <p:sp>
        <p:nvSpPr>
          <p:cNvPr id="2351" name="Google Shape;2351;p42"/>
          <p:cNvSpPr txBox="1"/>
          <p:nvPr>
            <p:ph idx="9" type="title"/>
          </p:nvPr>
        </p:nvSpPr>
        <p:spPr>
          <a:xfrm>
            <a:off x="813816" y="722376"/>
            <a:ext cx="457200" cy="34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t>01</a:t>
            </a:r>
            <a:endParaRPr/>
          </a:p>
        </p:txBody>
      </p:sp>
      <p:sp>
        <p:nvSpPr>
          <p:cNvPr id="2352" name="Google Shape;2352;p42"/>
          <p:cNvSpPr txBox="1"/>
          <p:nvPr>
            <p:ph idx="13" type="title"/>
          </p:nvPr>
        </p:nvSpPr>
        <p:spPr>
          <a:xfrm>
            <a:off x="813816" y="1801368"/>
            <a:ext cx="457200" cy="34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t>02</a:t>
            </a:r>
            <a:endParaRPr/>
          </a:p>
        </p:txBody>
      </p:sp>
      <p:sp>
        <p:nvSpPr>
          <p:cNvPr id="2353" name="Google Shape;2353;p42"/>
          <p:cNvSpPr txBox="1"/>
          <p:nvPr>
            <p:ph idx="14" type="title"/>
          </p:nvPr>
        </p:nvSpPr>
        <p:spPr>
          <a:xfrm>
            <a:off x="813816" y="2880360"/>
            <a:ext cx="457200" cy="34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t>03</a:t>
            </a:r>
            <a:endParaRPr/>
          </a:p>
        </p:txBody>
      </p:sp>
      <p:sp>
        <p:nvSpPr>
          <p:cNvPr id="2354" name="Google Shape;2354;p42"/>
          <p:cNvSpPr txBox="1"/>
          <p:nvPr>
            <p:ph idx="15" type="title"/>
          </p:nvPr>
        </p:nvSpPr>
        <p:spPr>
          <a:xfrm>
            <a:off x="813816" y="3959352"/>
            <a:ext cx="457200" cy="34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t>04</a:t>
            </a:r>
            <a:endParaRPr/>
          </a:p>
        </p:txBody>
      </p:sp>
      <p:grpSp>
        <p:nvGrpSpPr>
          <p:cNvPr id="2355" name="Google Shape;2355;p42"/>
          <p:cNvGrpSpPr/>
          <p:nvPr/>
        </p:nvGrpSpPr>
        <p:grpSpPr>
          <a:xfrm>
            <a:off x="3789873" y="1086902"/>
            <a:ext cx="4253274" cy="3501506"/>
            <a:chOff x="801025" y="358275"/>
            <a:chExt cx="6170425" cy="5079800"/>
          </a:xfrm>
        </p:grpSpPr>
        <p:sp>
          <p:nvSpPr>
            <p:cNvPr id="2356" name="Google Shape;2356;p42"/>
            <p:cNvSpPr/>
            <p:nvPr/>
          </p:nvSpPr>
          <p:spPr>
            <a:xfrm>
              <a:off x="801025" y="358275"/>
              <a:ext cx="6170425" cy="5079600"/>
            </a:xfrm>
            <a:custGeom>
              <a:rect b="b" l="l" r="r" t="t"/>
              <a:pathLst>
                <a:path extrusionOk="0" h="203184" w="246817">
                  <a:moveTo>
                    <a:pt x="170638" y="0"/>
                  </a:moveTo>
                  <a:cubicBezTo>
                    <a:pt x="142380" y="0"/>
                    <a:pt x="121472" y="21138"/>
                    <a:pt x="99526" y="32497"/>
                  </a:cubicBezTo>
                  <a:cubicBezTo>
                    <a:pt x="86882" y="39041"/>
                    <a:pt x="72463" y="36527"/>
                    <a:pt x="59043" y="39670"/>
                  </a:cubicBezTo>
                  <a:cubicBezTo>
                    <a:pt x="16157" y="49800"/>
                    <a:pt x="1" y="113241"/>
                    <a:pt x="17858" y="149325"/>
                  </a:cubicBezTo>
                  <a:cubicBezTo>
                    <a:pt x="33311" y="180565"/>
                    <a:pt x="60559" y="196795"/>
                    <a:pt x="102003" y="200529"/>
                  </a:cubicBezTo>
                  <a:cubicBezTo>
                    <a:pt x="116217" y="201822"/>
                    <a:pt x="128973" y="203183"/>
                    <a:pt x="141096" y="203183"/>
                  </a:cubicBezTo>
                  <a:cubicBezTo>
                    <a:pt x="164350" y="203183"/>
                    <a:pt x="185275" y="198173"/>
                    <a:pt x="209698" y="178051"/>
                  </a:cubicBezTo>
                  <a:cubicBezTo>
                    <a:pt x="246816" y="147439"/>
                    <a:pt x="244339" y="83739"/>
                    <a:pt x="227000" y="39374"/>
                  </a:cubicBezTo>
                  <a:cubicBezTo>
                    <a:pt x="227000" y="39374"/>
                    <a:pt x="212175" y="5657"/>
                    <a:pt x="179345" y="666"/>
                  </a:cubicBezTo>
                  <a:cubicBezTo>
                    <a:pt x="176364" y="212"/>
                    <a:pt x="173464" y="0"/>
                    <a:pt x="1706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42"/>
            <p:cNvSpPr/>
            <p:nvPr/>
          </p:nvSpPr>
          <p:spPr>
            <a:xfrm>
              <a:off x="1068150" y="358275"/>
              <a:ext cx="5711975" cy="5079800"/>
            </a:xfrm>
            <a:custGeom>
              <a:rect b="b" l="l" r="r" t="t"/>
              <a:pathLst>
                <a:path extrusionOk="0" h="203192" w="228479">
                  <a:moveTo>
                    <a:pt x="158345" y="49763"/>
                  </a:moveTo>
                  <a:lnTo>
                    <a:pt x="131689" y="81299"/>
                  </a:lnTo>
                  <a:lnTo>
                    <a:pt x="119230" y="96087"/>
                  </a:lnTo>
                  <a:cubicBezTo>
                    <a:pt x="120007" y="96937"/>
                    <a:pt x="120746" y="97899"/>
                    <a:pt x="121486" y="99008"/>
                  </a:cubicBezTo>
                  <a:lnTo>
                    <a:pt x="156386" y="57638"/>
                  </a:lnTo>
                  <a:cubicBezTo>
                    <a:pt x="156940" y="55641"/>
                    <a:pt x="157495" y="53793"/>
                    <a:pt x="157976" y="52166"/>
                  </a:cubicBezTo>
                  <a:lnTo>
                    <a:pt x="158013" y="51389"/>
                  </a:lnTo>
                  <a:lnTo>
                    <a:pt x="158013" y="51353"/>
                  </a:lnTo>
                  <a:cubicBezTo>
                    <a:pt x="158013" y="51353"/>
                    <a:pt x="158086" y="50761"/>
                    <a:pt x="158345" y="49763"/>
                  </a:cubicBezTo>
                  <a:close/>
                  <a:moveTo>
                    <a:pt x="159972" y="0"/>
                  </a:moveTo>
                  <a:cubicBezTo>
                    <a:pt x="148622" y="0"/>
                    <a:pt x="138455" y="3401"/>
                    <a:pt x="128917" y="8208"/>
                  </a:cubicBezTo>
                  <a:cubicBezTo>
                    <a:pt x="130359" y="8393"/>
                    <a:pt x="131763" y="8614"/>
                    <a:pt x="133131" y="8873"/>
                  </a:cubicBezTo>
                  <a:cubicBezTo>
                    <a:pt x="148437" y="11572"/>
                    <a:pt x="162856" y="18301"/>
                    <a:pt x="175906" y="28948"/>
                  </a:cubicBezTo>
                  <a:lnTo>
                    <a:pt x="171285" y="34420"/>
                  </a:lnTo>
                  <a:cubicBezTo>
                    <a:pt x="173023" y="33902"/>
                    <a:pt x="174760" y="33644"/>
                    <a:pt x="176461" y="33644"/>
                  </a:cubicBezTo>
                  <a:lnTo>
                    <a:pt x="176646" y="33644"/>
                  </a:lnTo>
                  <a:lnTo>
                    <a:pt x="178642" y="31277"/>
                  </a:lnTo>
                  <a:cubicBezTo>
                    <a:pt x="179862" y="32313"/>
                    <a:pt x="181045" y="33385"/>
                    <a:pt x="182154" y="34494"/>
                  </a:cubicBezTo>
                  <a:cubicBezTo>
                    <a:pt x="185519" y="35455"/>
                    <a:pt x="188661" y="37119"/>
                    <a:pt x="191397" y="39152"/>
                  </a:cubicBezTo>
                  <a:cubicBezTo>
                    <a:pt x="193763" y="40927"/>
                    <a:pt x="195353" y="43441"/>
                    <a:pt x="196314" y="46214"/>
                  </a:cubicBezTo>
                  <a:cubicBezTo>
                    <a:pt x="197164" y="48617"/>
                    <a:pt x="197534" y="51205"/>
                    <a:pt x="197645" y="53719"/>
                  </a:cubicBezTo>
                  <a:cubicBezTo>
                    <a:pt x="212581" y="78193"/>
                    <a:pt x="215465" y="108250"/>
                    <a:pt x="204559" y="136496"/>
                  </a:cubicBezTo>
                  <a:lnTo>
                    <a:pt x="200492" y="134832"/>
                  </a:lnTo>
                  <a:cubicBezTo>
                    <a:pt x="200455" y="134869"/>
                    <a:pt x="200455" y="134869"/>
                    <a:pt x="200418" y="134869"/>
                  </a:cubicBezTo>
                  <a:cubicBezTo>
                    <a:pt x="200381" y="134869"/>
                    <a:pt x="200344" y="134832"/>
                    <a:pt x="200270" y="134832"/>
                  </a:cubicBezTo>
                  <a:lnTo>
                    <a:pt x="187330" y="129546"/>
                  </a:lnTo>
                  <a:lnTo>
                    <a:pt x="147587" y="113352"/>
                  </a:lnTo>
                  <a:lnTo>
                    <a:pt x="141819" y="111023"/>
                  </a:lnTo>
                  <a:cubicBezTo>
                    <a:pt x="141745" y="110986"/>
                    <a:pt x="141709" y="110949"/>
                    <a:pt x="141672" y="110875"/>
                  </a:cubicBezTo>
                  <a:lnTo>
                    <a:pt x="123926" y="103629"/>
                  </a:lnTo>
                  <a:lnTo>
                    <a:pt x="123926" y="103629"/>
                  </a:lnTo>
                  <a:cubicBezTo>
                    <a:pt x="124406" y="104812"/>
                    <a:pt x="124924" y="106328"/>
                    <a:pt x="125478" y="108140"/>
                  </a:cubicBezTo>
                  <a:lnTo>
                    <a:pt x="129767" y="109877"/>
                  </a:lnTo>
                  <a:lnTo>
                    <a:pt x="203191" y="139823"/>
                  </a:lnTo>
                  <a:cubicBezTo>
                    <a:pt x="192506" y="164742"/>
                    <a:pt x="172209" y="182783"/>
                    <a:pt x="148400" y="191435"/>
                  </a:cubicBezTo>
                  <a:cubicBezTo>
                    <a:pt x="145258" y="192581"/>
                    <a:pt x="142041" y="193542"/>
                    <a:pt x="138788" y="194355"/>
                  </a:cubicBezTo>
                  <a:cubicBezTo>
                    <a:pt x="131542" y="196130"/>
                    <a:pt x="124074" y="197091"/>
                    <a:pt x="116532" y="197091"/>
                  </a:cubicBezTo>
                  <a:cubicBezTo>
                    <a:pt x="115903" y="197128"/>
                    <a:pt x="115312" y="197128"/>
                    <a:pt x="114683" y="197128"/>
                  </a:cubicBezTo>
                  <a:cubicBezTo>
                    <a:pt x="113796" y="197128"/>
                    <a:pt x="112908" y="197128"/>
                    <a:pt x="112021" y="197091"/>
                  </a:cubicBezTo>
                  <a:lnTo>
                    <a:pt x="111762" y="197091"/>
                  </a:lnTo>
                  <a:cubicBezTo>
                    <a:pt x="99969" y="197091"/>
                    <a:pt x="84959" y="192581"/>
                    <a:pt x="75457" y="188181"/>
                  </a:cubicBezTo>
                  <a:cubicBezTo>
                    <a:pt x="72574" y="186850"/>
                    <a:pt x="70207" y="185556"/>
                    <a:pt x="68581" y="184373"/>
                  </a:cubicBezTo>
                  <a:cubicBezTo>
                    <a:pt x="46472" y="171877"/>
                    <a:pt x="31425" y="152209"/>
                    <a:pt x="24734" y="126810"/>
                  </a:cubicBezTo>
                  <a:lnTo>
                    <a:pt x="82371" y="112613"/>
                  </a:lnTo>
                  <a:cubicBezTo>
                    <a:pt x="82593" y="111245"/>
                    <a:pt x="82814" y="109988"/>
                    <a:pt x="83110" y="108805"/>
                  </a:cubicBezTo>
                  <a:lnTo>
                    <a:pt x="83110" y="108805"/>
                  </a:lnTo>
                  <a:lnTo>
                    <a:pt x="80633" y="109397"/>
                  </a:lnTo>
                  <a:lnTo>
                    <a:pt x="70503" y="111911"/>
                  </a:lnTo>
                  <a:lnTo>
                    <a:pt x="56861" y="115201"/>
                  </a:lnTo>
                  <a:lnTo>
                    <a:pt x="23883" y="123298"/>
                  </a:lnTo>
                  <a:cubicBezTo>
                    <a:pt x="22294" y="116310"/>
                    <a:pt x="21517" y="109323"/>
                    <a:pt x="21517" y="102409"/>
                  </a:cubicBezTo>
                  <a:cubicBezTo>
                    <a:pt x="21554" y="79487"/>
                    <a:pt x="29946" y="57711"/>
                    <a:pt x="44402" y="40779"/>
                  </a:cubicBezTo>
                  <a:lnTo>
                    <a:pt x="44402" y="40779"/>
                  </a:lnTo>
                  <a:cubicBezTo>
                    <a:pt x="15639" y="50132"/>
                    <a:pt x="0" y="84256"/>
                    <a:pt x="0" y="115682"/>
                  </a:cubicBezTo>
                  <a:cubicBezTo>
                    <a:pt x="0" y="127808"/>
                    <a:pt x="2329" y="139565"/>
                    <a:pt x="7173" y="149325"/>
                  </a:cubicBezTo>
                  <a:cubicBezTo>
                    <a:pt x="22626" y="180565"/>
                    <a:pt x="49874" y="196795"/>
                    <a:pt x="91318" y="200529"/>
                  </a:cubicBezTo>
                  <a:cubicBezTo>
                    <a:pt x="105514" y="201823"/>
                    <a:pt x="118269" y="203191"/>
                    <a:pt x="130396" y="203191"/>
                  </a:cubicBezTo>
                  <a:cubicBezTo>
                    <a:pt x="153650" y="203191"/>
                    <a:pt x="174575" y="198200"/>
                    <a:pt x="199013" y="178051"/>
                  </a:cubicBezTo>
                  <a:cubicBezTo>
                    <a:pt x="220160" y="160601"/>
                    <a:pt x="228478" y="132392"/>
                    <a:pt x="228478" y="103112"/>
                  </a:cubicBezTo>
                  <a:cubicBezTo>
                    <a:pt x="228478" y="81077"/>
                    <a:pt x="223783" y="58451"/>
                    <a:pt x="216315" y="39374"/>
                  </a:cubicBezTo>
                  <a:cubicBezTo>
                    <a:pt x="216315" y="39374"/>
                    <a:pt x="201490" y="5657"/>
                    <a:pt x="168660" y="666"/>
                  </a:cubicBezTo>
                  <a:cubicBezTo>
                    <a:pt x="165702" y="185"/>
                    <a:pt x="162782" y="0"/>
                    <a:pt x="1599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42"/>
            <p:cNvSpPr/>
            <p:nvPr/>
          </p:nvSpPr>
          <p:spPr>
            <a:xfrm>
              <a:off x="1686475" y="2966550"/>
              <a:ext cx="4461450" cy="2319500"/>
            </a:xfrm>
            <a:custGeom>
              <a:rect b="b" l="l" r="r" t="t"/>
              <a:pathLst>
                <a:path extrusionOk="0" h="92780" w="178458">
                  <a:moveTo>
                    <a:pt x="91355" y="1"/>
                  </a:moveTo>
                  <a:lnTo>
                    <a:pt x="1" y="22479"/>
                  </a:lnTo>
                  <a:cubicBezTo>
                    <a:pt x="7838" y="52240"/>
                    <a:pt x="27100" y="74090"/>
                    <a:pt x="55752" y="85773"/>
                  </a:cubicBezTo>
                  <a:cubicBezTo>
                    <a:pt x="67419" y="90528"/>
                    <a:pt x="79493" y="92779"/>
                    <a:pt x="91376" y="92779"/>
                  </a:cubicBezTo>
                  <a:cubicBezTo>
                    <a:pt x="128179" y="92779"/>
                    <a:pt x="163142" y="71181"/>
                    <a:pt x="178458" y="35492"/>
                  </a:cubicBezTo>
                  <a:lnTo>
                    <a:pt x="105034" y="5546"/>
                  </a:lnTo>
                  <a:lnTo>
                    <a:pt x="9135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42"/>
            <p:cNvSpPr/>
            <p:nvPr/>
          </p:nvSpPr>
          <p:spPr>
            <a:xfrm>
              <a:off x="1381475" y="545825"/>
              <a:ext cx="4084350" cy="2894900"/>
            </a:xfrm>
            <a:custGeom>
              <a:rect b="b" l="l" r="r" t="t"/>
              <a:pathLst>
                <a:path extrusionOk="0" h="115796" w="163374">
                  <a:moveTo>
                    <a:pt x="104967" y="0"/>
                  </a:moveTo>
                  <a:cubicBezTo>
                    <a:pt x="97163" y="0"/>
                    <a:pt x="89179" y="994"/>
                    <a:pt x="81077" y="2998"/>
                  </a:cubicBezTo>
                  <a:cubicBezTo>
                    <a:pt x="30945" y="15346"/>
                    <a:pt x="0" y="65700"/>
                    <a:pt x="11350" y="115796"/>
                  </a:cubicBezTo>
                  <a:lnTo>
                    <a:pt x="82334" y="98345"/>
                  </a:lnTo>
                  <a:lnTo>
                    <a:pt x="102705" y="93317"/>
                  </a:lnTo>
                  <a:lnTo>
                    <a:pt x="119156" y="73797"/>
                  </a:lnTo>
                  <a:lnTo>
                    <a:pt x="163373" y="21446"/>
                  </a:lnTo>
                  <a:cubicBezTo>
                    <a:pt x="150323" y="10799"/>
                    <a:pt x="135904" y="4070"/>
                    <a:pt x="120598" y="1371"/>
                  </a:cubicBezTo>
                  <a:cubicBezTo>
                    <a:pt x="115484" y="459"/>
                    <a:pt x="110267" y="0"/>
                    <a:pt x="104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42"/>
            <p:cNvSpPr/>
            <p:nvPr/>
          </p:nvSpPr>
          <p:spPr>
            <a:xfrm>
              <a:off x="1606075" y="545900"/>
              <a:ext cx="3859750" cy="2894825"/>
            </a:xfrm>
            <a:custGeom>
              <a:rect b="b" l="l" r="r" t="t"/>
              <a:pathLst>
                <a:path extrusionOk="0" h="115793" w="154390">
                  <a:moveTo>
                    <a:pt x="96050" y="0"/>
                  </a:moveTo>
                  <a:cubicBezTo>
                    <a:pt x="88212" y="0"/>
                    <a:pt x="80189" y="998"/>
                    <a:pt x="72093" y="2995"/>
                  </a:cubicBezTo>
                  <a:cubicBezTo>
                    <a:pt x="65956" y="4511"/>
                    <a:pt x="60077" y="6581"/>
                    <a:pt x="54569" y="9169"/>
                  </a:cubicBezTo>
                  <a:cubicBezTo>
                    <a:pt x="56824" y="9834"/>
                    <a:pt x="58931" y="10944"/>
                    <a:pt x="60669" y="12570"/>
                  </a:cubicBezTo>
                  <a:cubicBezTo>
                    <a:pt x="65993" y="17413"/>
                    <a:pt x="68728" y="25140"/>
                    <a:pt x="68802" y="32165"/>
                  </a:cubicBezTo>
                  <a:cubicBezTo>
                    <a:pt x="68802" y="32313"/>
                    <a:pt x="68802" y="32498"/>
                    <a:pt x="68802" y="32682"/>
                  </a:cubicBezTo>
                  <a:cubicBezTo>
                    <a:pt x="68802" y="33089"/>
                    <a:pt x="68802" y="33496"/>
                    <a:pt x="68802" y="33939"/>
                  </a:cubicBezTo>
                  <a:cubicBezTo>
                    <a:pt x="68839" y="34272"/>
                    <a:pt x="68913" y="34642"/>
                    <a:pt x="68950" y="35048"/>
                  </a:cubicBezTo>
                  <a:cubicBezTo>
                    <a:pt x="69246" y="34827"/>
                    <a:pt x="69616" y="34679"/>
                    <a:pt x="70022" y="34679"/>
                  </a:cubicBezTo>
                  <a:lnTo>
                    <a:pt x="70059" y="34679"/>
                  </a:lnTo>
                  <a:cubicBezTo>
                    <a:pt x="70170" y="34679"/>
                    <a:pt x="70318" y="34679"/>
                    <a:pt x="70429" y="34716"/>
                  </a:cubicBezTo>
                  <a:cubicBezTo>
                    <a:pt x="70836" y="34790"/>
                    <a:pt x="71205" y="35012"/>
                    <a:pt x="71464" y="35307"/>
                  </a:cubicBezTo>
                  <a:cubicBezTo>
                    <a:pt x="71760" y="35640"/>
                    <a:pt x="71982" y="36047"/>
                    <a:pt x="72130" y="36490"/>
                  </a:cubicBezTo>
                  <a:cubicBezTo>
                    <a:pt x="72462" y="37415"/>
                    <a:pt x="72610" y="38561"/>
                    <a:pt x="72610" y="39781"/>
                  </a:cubicBezTo>
                  <a:cubicBezTo>
                    <a:pt x="72610" y="41444"/>
                    <a:pt x="72315" y="43219"/>
                    <a:pt x="71760" y="44550"/>
                  </a:cubicBezTo>
                  <a:cubicBezTo>
                    <a:pt x="71501" y="45178"/>
                    <a:pt x="71095" y="45622"/>
                    <a:pt x="70688" y="45918"/>
                  </a:cubicBezTo>
                  <a:lnTo>
                    <a:pt x="70651" y="45918"/>
                  </a:lnTo>
                  <a:cubicBezTo>
                    <a:pt x="71723" y="52277"/>
                    <a:pt x="73091" y="59375"/>
                    <a:pt x="74570" y="65623"/>
                  </a:cubicBezTo>
                  <a:cubicBezTo>
                    <a:pt x="75198" y="68137"/>
                    <a:pt x="75827" y="70540"/>
                    <a:pt x="76455" y="72648"/>
                  </a:cubicBezTo>
                  <a:cubicBezTo>
                    <a:pt x="77675" y="72537"/>
                    <a:pt x="78858" y="72426"/>
                    <a:pt x="80041" y="72426"/>
                  </a:cubicBezTo>
                  <a:cubicBezTo>
                    <a:pt x="81077" y="72426"/>
                    <a:pt x="82112" y="72500"/>
                    <a:pt x="83036" y="72759"/>
                  </a:cubicBezTo>
                  <a:cubicBezTo>
                    <a:pt x="83960" y="73054"/>
                    <a:pt x="84811" y="73498"/>
                    <a:pt x="85550" y="74200"/>
                  </a:cubicBezTo>
                  <a:cubicBezTo>
                    <a:pt x="86400" y="75088"/>
                    <a:pt x="86992" y="76788"/>
                    <a:pt x="87473" y="78859"/>
                  </a:cubicBezTo>
                  <a:cubicBezTo>
                    <a:pt x="87731" y="80116"/>
                    <a:pt x="87953" y="81484"/>
                    <a:pt x="88138" y="82926"/>
                  </a:cubicBezTo>
                  <a:lnTo>
                    <a:pt x="88175" y="82926"/>
                  </a:lnTo>
                  <a:cubicBezTo>
                    <a:pt x="89617" y="83036"/>
                    <a:pt x="91909" y="83739"/>
                    <a:pt x="94423" y="85550"/>
                  </a:cubicBezTo>
                  <a:cubicBezTo>
                    <a:pt x="95495" y="86327"/>
                    <a:pt x="96641" y="87325"/>
                    <a:pt x="97713" y="88582"/>
                  </a:cubicBezTo>
                  <a:lnTo>
                    <a:pt x="110172" y="73794"/>
                  </a:lnTo>
                  <a:lnTo>
                    <a:pt x="136828" y="42258"/>
                  </a:lnTo>
                  <a:cubicBezTo>
                    <a:pt x="137124" y="41112"/>
                    <a:pt x="137568" y="39522"/>
                    <a:pt x="138344" y="37747"/>
                  </a:cubicBezTo>
                  <a:cubicBezTo>
                    <a:pt x="139786" y="34420"/>
                    <a:pt x="142263" y="30538"/>
                    <a:pt x="146367" y="28320"/>
                  </a:cubicBezTo>
                  <a:cubicBezTo>
                    <a:pt x="147513" y="27728"/>
                    <a:pt x="148622" y="27248"/>
                    <a:pt x="149768" y="26915"/>
                  </a:cubicBezTo>
                  <a:lnTo>
                    <a:pt x="154389" y="21443"/>
                  </a:lnTo>
                  <a:cubicBezTo>
                    <a:pt x="141339" y="10796"/>
                    <a:pt x="126920" y="4067"/>
                    <a:pt x="111614" y="1368"/>
                  </a:cubicBezTo>
                  <a:cubicBezTo>
                    <a:pt x="106512" y="444"/>
                    <a:pt x="101337" y="0"/>
                    <a:pt x="96050" y="0"/>
                  </a:cubicBezTo>
                  <a:close/>
                  <a:moveTo>
                    <a:pt x="31758" y="24216"/>
                  </a:moveTo>
                  <a:cubicBezTo>
                    <a:pt x="11905" y="41962"/>
                    <a:pt x="37" y="67657"/>
                    <a:pt x="0" y="94904"/>
                  </a:cubicBezTo>
                  <a:cubicBezTo>
                    <a:pt x="0" y="101818"/>
                    <a:pt x="777" y="108805"/>
                    <a:pt x="2366" y="115793"/>
                  </a:cubicBezTo>
                  <a:lnTo>
                    <a:pt x="35344" y="107696"/>
                  </a:lnTo>
                  <a:lnTo>
                    <a:pt x="18005" y="111874"/>
                  </a:lnTo>
                  <a:lnTo>
                    <a:pt x="17931" y="111874"/>
                  </a:lnTo>
                  <a:cubicBezTo>
                    <a:pt x="17857" y="111874"/>
                    <a:pt x="17783" y="111874"/>
                    <a:pt x="17746" y="111800"/>
                  </a:cubicBezTo>
                  <a:cubicBezTo>
                    <a:pt x="17672" y="111763"/>
                    <a:pt x="17598" y="111652"/>
                    <a:pt x="17635" y="111578"/>
                  </a:cubicBezTo>
                  <a:cubicBezTo>
                    <a:pt x="17635" y="111578"/>
                    <a:pt x="17857" y="105071"/>
                    <a:pt x="18411" y="97455"/>
                  </a:cubicBezTo>
                  <a:cubicBezTo>
                    <a:pt x="18929" y="89876"/>
                    <a:pt x="19779" y="81225"/>
                    <a:pt x="20962" y="76825"/>
                  </a:cubicBezTo>
                  <a:cubicBezTo>
                    <a:pt x="21332" y="75605"/>
                    <a:pt x="21665" y="74681"/>
                    <a:pt x="22146" y="74200"/>
                  </a:cubicBezTo>
                  <a:cubicBezTo>
                    <a:pt x="22848" y="73498"/>
                    <a:pt x="23735" y="73054"/>
                    <a:pt x="24660" y="72759"/>
                  </a:cubicBezTo>
                  <a:cubicBezTo>
                    <a:pt x="25584" y="72500"/>
                    <a:pt x="26619" y="72426"/>
                    <a:pt x="27654" y="72426"/>
                  </a:cubicBezTo>
                  <a:cubicBezTo>
                    <a:pt x="29244" y="72426"/>
                    <a:pt x="30871" y="72611"/>
                    <a:pt x="32497" y="72759"/>
                  </a:cubicBezTo>
                  <a:cubicBezTo>
                    <a:pt x="32904" y="72796"/>
                    <a:pt x="33274" y="72833"/>
                    <a:pt x="33643" y="72833"/>
                  </a:cubicBezTo>
                  <a:cubicBezTo>
                    <a:pt x="34198" y="68692"/>
                    <a:pt x="34752" y="62850"/>
                    <a:pt x="34752" y="55678"/>
                  </a:cubicBezTo>
                  <a:cubicBezTo>
                    <a:pt x="34752" y="53682"/>
                    <a:pt x="34716" y="51537"/>
                    <a:pt x="34605" y="49319"/>
                  </a:cubicBezTo>
                  <a:cubicBezTo>
                    <a:pt x="34087" y="49171"/>
                    <a:pt x="33569" y="48839"/>
                    <a:pt x="33126" y="48247"/>
                  </a:cubicBezTo>
                  <a:cubicBezTo>
                    <a:pt x="31758" y="46435"/>
                    <a:pt x="30760" y="43441"/>
                    <a:pt x="30760" y="41186"/>
                  </a:cubicBezTo>
                  <a:cubicBezTo>
                    <a:pt x="30760" y="40557"/>
                    <a:pt x="30834" y="39966"/>
                    <a:pt x="31018" y="39485"/>
                  </a:cubicBezTo>
                  <a:cubicBezTo>
                    <a:pt x="31203" y="39004"/>
                    <a:pt x="31499" y="38598"/>
                    <a:pt x="31980" y="38376"/>
                  </a:cubicBezTo>
                  <a:cubicBezTo>
                    <a:pt x="32238" y="38265"/>
                    <a:pt x="32534" y="38191"/>
                    <a:pt x="32793" y="38191"/>
                  </a:cubicBezTo>
                  <a:cubicBezTo>
                    <a:pt x="33126" y="38191"/>
                    <a:pt x="33459" y="38302"/>
                    <a:pt x="33717" y="38413"/>
                  </a:cubicBezTo>
                  <a:cubicBezTo>
                    <a:pt x="32386" y="34938"/>
                    <a:pt x="31573" y="31093"/>
                    <a:pt x="31573" y="27322"/>
                  </a:cubicBezTo>
                  <a:cubicBezTo>
                    <a:pt x="31573" y="26286"/>
                    <a:pt x="31610" y="25251"/>
                    <a:pt x="31758" y="24216"/>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42"/>
            <p:cNvSpPr/>
            <p:nvPr/>
          </p:nvSpPr>
          <p:spPr>
            <a:xfrm>
              <a:off x="4047975" y="1140200"/>
              <a:ext cx="2499225" cy="2630500"/>
            </a:xfrm>
            <a:custGeom>
              <a:rect b="b" l="l" r="r" t="t"/>
              <a:pathLst>
                <a:path extrusionOk="0" h="105220" w="99969">
                  <a:moveTo>
                    <a:pt x="59449" y="0"/>
                  </a:moveTo>
                  <a:lnTo>
                    <a:pt x="0" y="70430"/>
                  </a:lnTo>
                  <a:lnTo>
                    <a:pt x="59375" y="94645"/>
                  </a:lnTo>
                  <a:lnTo>
                    <a:pt x="85366" y="105219"/>
                  </a:lnTo>
                  <a:cubicBezTo>
                    <a:pt x="99969" y="67546"/>
                    <a:pt x="89876" y="26582"/>
                    <a:pt x="594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42"/>
            <p:cNvSpPr/>
            <p:nvPr/>
          </p:nvSpPr>
          <p:spPr>
            <a:xfrm>
              <a:off x="3702300" y="1057950"/>
              <a:ext cx="600800" cy="15725"/>
            </a:xfrm>
            <a:custGeom>
              <a:rect b="b" l="l" r="r" t="t"/>
              <a:pathLst>
                <a:path extrusionOk="0" h="629" w="24032">
                  <a:moveTo>
                    <a:pt x="296" y="0"/>
                  </a:moveTo>
                  <a:cubicBezTo>
                    <a:pt x="111" y="0"/>
                    <a:pt x="0" y="148"/>
                    <a:pt x="0" y="333"/>
                  </a:cubicBezTo>
                  <a:cubicBezTo>
                    <a:pt x="0" y="481"/>
                    <a:pt x="111" y="629"/>
                    <a:pt x="296" y="629"/>
                  </a:cubicBezTo>
                  <a:lnTo>
                    <a:pt x="23699" y="629"/>
                  </a:lnTo>
                  <a:cubicBezTo>
                    <a:pt x="23883" y="629"/>
                    <a:pt x="24031" y="481"/>
                    <a:pt x="24031" y="333"/>
                  </a:cubicBezTo>
                  <a:cubicBezTo>
                    <a:pt x="24031" y="148"/>
                    <a:pt x="23883"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42"/>
            <p:cNvSpPr/>
            <p:nvPr/>
          </p:nvSpPr>
          <p:spPr>
            <a:xfrm>
              <a:off x="3702300" y="1157750"/>
              <a:ext cx="600800" cy="15750"/>
            </a:xfrm>
            <a:custGeom>
              <a:rect b="b" l="l" r="r" t="t"/>
              <a:pathLst>
                <a:path extrusionOk="0" h="630" w="24032">
                  <a:moveTo>
                    <a:pt x="296" y="1"/>
                  </a:moveTo>
                  <a:cubicBezTo>
                    <a:pt x="111" y="1"/>
                    <a:pt x="0" y="149"/>
                    <a:pt x="0" y="297"/>
                  </a:cubicBezTo>
                  <a:cubicBezTo>
                    <a:pt x="0" y="481"/>
                    <a:pt x="111" y="629"/>
                    <a:pt x="296" y="629"/>
                  </a:cubicBezTo>
                  <a:lnTo>
                    <a:pt x="23699" y="629"/>
                  </a:lnTo>
                  <a:cubicBezTo>
                    <a:pt x="23883" y="629"/>
                    <a:pt x="24031" y="481"/>
                    <a:pt x="24031" y="297"/>
                  </a:cubicBezTo>
                  <a:cubicBezTo>
                    <a:pt x="24031" y="149"/>
                    <a:pt x="23883" y="1"/>
                    <a:pt x="23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42"/>
            <p:cNvSpPr/>
            <p:nvPr/>
          </p:nvSpPr>
          <p:spPr>
            <a:xfrm>
              <a:off x="3702300" y="1257575"/>
              <a:ext cx="600800" cy="15750"/>
            </a:xfrm>
            <a:custGeom>
              <a:rect b="b" l="l" r="r" t="t"/>
              <a:pathLst>
                <a:path extrusionOk="0" h="630" w="24032">
                  <a:moveTo>
                    <a:pt x="296" y="1"/>
                  </a:moveTo>
                  <a:cubicBezTo>
                    <a:pt x="111" y="1"/>
                    <a:pt x="0" y="149"/>
                    <a:pt x="0" y="296"/>
                  </a:cubicBezTo>
                  <a:cubicBezTo>
                    <a:pt x="0" y="481"/>
                    <a:pt x="111" y="629"/>
                    <a:pt x="296" y="629"/>
                  </a:cubicBezTo>
                  <a:lnTo>
                    <a:pt x="23699" y="629"/>
                  </a:lnTo>
                  <a:cubicBezTo>
                    <a:pt x="23883" y="629"/>
                    <a:pt x="24031" y="481"/>
                    <a:pt x="24031" y="296"/>
                  </a:cubicBezTo>
                  <a:cubicBezTo>
                    <a:pt x="24031" y="149"/>
                    <a:pt x="23883" y="1"/>
                    <a:pt x="23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42"/>
            <p:cNvSpPr/>
            <p:nvPr/>
          </p:nvSpPr>
          <p:spPr>
            <a:xfrm>
              <a:off x="3702300" y="1357400"/>
              <a:ext cx="600800" cy="14825"/>
            </a:xfrm>
            <a:custGeom>
              <a:rect b="b" l="l" r="r" t="t"/>
              <a:pathLst>
                <a:path extrusionOk="0" h="593" w="24032">
                  <a:moveTo>
                    <a:pt x="296" y="1"/>
                  </a:moveTo>
                  <a:cubicBezTo>
                    <a:pt x="111" y="1"/>
                    <a:pt x="0" y="111"/>
                    <a:pt x="0" y="296"/>
                  </a:cubicBezTo>
                  <a:cubicBezTo>
                    <a:pt x="0" y="481"/>
                    <a:pt x="111" y="592"/>
                    <a:pt x="296" y="592"/>
                  </a:cubicBezTo>
                  <a:lnTo>
                    <a:pt x="23699" y="592"/>
                  </a:lnTo>
                  <a:cubicBezTo>
                    <a:pt x="23883" y="592"/>
                    <a:pt x="24031" y="481"/>
                    <a:pt x="24031" y="296"/>
                  </a:cubicBezTo>
                  <a:cubicBezTo>
                    <a:pt x="24031" y="111"/>
                    <a:pt x="23883" y="1"/>
                    <a:pt x="23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42"/>
            <p:cNvSpPr/>
            <p:nvPr/>
          </p:nvSpPr>
          <p:spPr>
            <a:xfrm>
              <a:off x="4225425" y="2428625"/>
              <a:ext cx="600800" cy="15750"/>
            </a:xfrm>
            <a:custGeom>
              <a:rect b="b" l="l" r="r" t="t"/>
              <a:pathLst>
                <a:path extrusionOk="0" h="630" w="24032">
                  <a:moveTo>
                    <a:pt x="297" y="1"/>
                  </a:moveTo>
                  <a:cubicBezTo>
                    <a:pt x="112" y="1"/>
                    <a:pt x="1" y="148"/>
                    <a:pt x="1" y="296"/>
                  </a:cubicBezTo>
                  <a:cubicBezTo>
                    <a:pt x="1" y="481"/>
                    <a:pt x="112" y="629"/>
                    <a:pt x="297" y="629"/>
                  </a:cubicBezTo>
                  <a:lnTo>
                    <a:pt x="23699" y="629"/>
                  </a:lnTo>
                  <a:cubicBezTo>
                    <a:pt x="23884" y="629"/>
                    <a:pt x="24032" y="481"/>
                    <a:pt x="24032" y="296"/>
                  </a:cubicBezTo>
                  <a:cubicBezTo>
                    <a:pt x="24032" y="148"/>
                    <a:pt x="23884" y="1"/>
                    <a:pt x="23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42"/>
            <p:cNvSpPr/>
            <p:nvPr/>
          </p:nvSpPr>
          <p:spPr>
            <a:xfrm>
              <a:off x="4225425" y="2528450"/>
              <a:ext cx="600800" cy="14800"/>
            </a:xfrm>
            <a:custGeom>
              <a:rect b="b" l="l" r="r" t="t"/>
              <a:pathLst>
                <a:path extrusionOk="0" h="592" w="24032">
                  <a:moveTo>
                    <a:pt x="297" y="0"/>
                  </a:moveTo>
                  <a:cubicBezTo>
                    <a:pt x="112" y="0"/>
                    <a:pt x="1" y="111"/>
                    <a:pt x="1" y="296"/>
                  </a:cubicBezTo>
                  <a:cubicBezTo>
                    <a:pt x="1" y="481"/>
                    <a:pt x="112" y="592"/>
                    <a:pt x="297" y="592"/>
                  </a:cubicBezTo>
                  <a:lnTo>
                    <a:pt x="23699" y="592"/>
                  </a:lnTo>
                  <a:cubicBezTo>
                    <a:pt x="23884" y="592"/>
                    <a:pt x="24032" y="481"/>
                    <a:pt x="24032" y="296"/>
                  </a:cubicBezTo>
                  <a:cubicBezTo>
                    <a:pt x="24032" y="111"/>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42"/>
            <p:cNvSpPr/>
            <p:nvPr/>
          </p:nvSpPr>
          <p:spPr>
            <a:xfrm>
              <a:off x="4225425" y="2628275"/>
              <a:ext cx="600800" cy="14800"/>
            </a:xfrm>
            <a:custGeom>
              <a:rect b="b" l="l" r="r" t="t"/>
              <a:pathLst>
                <a:path extrusionOk="0" h="592" w="24032">
                  <a:moveTo>
                    <a:pt x="297" y="0"/>
                  </a:moveTo>
                  <a:cubicBezTo>
                    <a:pt x="112" y="0"/>
                    <a:pt x="1" y="111"/>
                    <a:pt x="1" y="296"/>
                  </a:cubicBezTo>
                  <a:cubicBezTo>
                    <a:pt x="1" y="444"/>
                    <a:pt x="112" y="592"/>
                    <a:pt x="297" y="592"/>
                  </a:cubicBezTo>
                  <a:lnTo>
                    <a:pt x="23699" y="592"/>
                  </a:lnTo>
                  <a:cubicBezTo>
                    <a:pt x="23884" y="592"/>
                    <a:pt x="24032" y="444"/>
                    <a:pt x="24032" y="296"/>
                  </a:cubicBezTo>
                  <a:cubicBezTo>
                    <a:pt x="24032" y="111"/>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42"/>
            <p:cNvSpPr/>
            <p:nvPr/>
          </p:nvSpPr>
          <p:spPr>
            <a:xfrm>
              <a:off x="4225425" y="2727175"/>
              <a:ext cx="600800" cy="15725"/>
            </a:xfrm>
            <a:custGeom>
              <a:rect b="b" l="l" r="r" t="t"/>
              <a:pathLst>
                <a:path extrusionOk="0" h="629" w="24032">
                  <a:moveTo>
                    <a:pt x="297" y="0"/>
                  </a:moveTo>
                  <a:cubicBezTo>
                    <a:pt x="112" y="0"/>
                    <a:pt x="1" y="148"/>
                    <a:pt x="1" y="333"/>
                  </a:cubicBezTo>
                  <a:cubicBezTo>
                    <a:pt x="1" y="481"/>
                    <a:pt x="112" y="629"/>
                    <a:pt x="297"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42"/>
            <p:cNvSpPr/>
            <p:nvPr/>
          </p:nvSpPr>
          <p:spPr>
            <a:xfrm>
              <a:off x="2344550" y="3724450"/>
              <a:ext cx="600800" cy="14825"/>
            </a:xfrm>
            <a:custGeom>
              <a:rect b="b" l="l" r="r" t="t"/>
              <a:pathLst>
                <a:path extrusionOk="0" h="593" w="24032">
                  <a:moveTo>
                    <a:pt x="296" y="1"/>
                  </a:moveTo>
                  <a:cubicBezTo>
                    <a:pt x="112" y="1"/>
                    <a:pt x="1" y="111"/>
                    <a:pt x="1" y="296"/>
                  </a:cubicBezTo>
                  <a:cubicBezTo>
                    <a:pt x="1" y="444"/>
                    <a:pt x="112" y="592"/>
                    <a:pt x="296" y="592"/>
                  </a:cubicBezTo>
                  <a:lnTo>
                    <a:pt x="23699" y="592"/>
                  </a:lnTo>
                  <a:cubicBezTo>
                    <a:pt x="23884" y="592"/>
                    <a:pt x="24032" y="444"/>
                    <a:pt x="24032" y="296"/>
                  </a:cubicBezTo>
                  <a:cubicBezTo>
                    <a:pt x="24032" y="111"/>
                    <a:pt x="23884" y="1"/>
                    <a:pt x="23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42"/>
            <p:cNvSpPr/>
            <p:nvPr/>
          </p:nvSpPr>
          <p:spPr>
            <a:xfrm>
              <a:off x="2344550" y="3823350"/>
              <a:ext cx="600800" cy="15725"/>
            </a:xfrm>
            <a:custGeom>
              <a:rect b="b" l="l" r="r" t="t"/>
              <a:pathLst>
                <a:path extrusionOk="0" h="629" w="24032">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42"/>
            <p:cNvSpPr/>
            <p:nvPr/>
          </p:nvSpPr>
          <p:spPr>
            <a:xfrm>
              <a:off x="2344550" y="3923175"/>
              <a:ext cx="600800" cy="15725"/>
            </a:xfrm>
            <a:custGeom>
              <a:rect b="b" l="l" r="r" t="t"/>
              <a:pathLst>
                <a:path extrusionOk="0" h="629" w="24032">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42"/>
            <p:cNvSpPr/>
            <p:nvPr/>
          </p:nvSpPr>
          <p:spPr>
            <a:xfrm>
              <a:off x="2344550" y="4023000"/>
              <a:ext cx="600800" cy="15725"/>
            </a:xfrm>
            <a:custGeom>
              <a:rect b="b" l="l" r="r" t="t"/>
              <a:pathLst>
                <a:path extrusionOk="0" h="629" w="24032">
                  <a:moveTo>
                    <a:pt x="296" y="0"/>
                  </a:moveTo>
                  <a:cubicBezTo>
                    <a:pt x="112" y="0"/>
                    <a:pt x="1" y="148"/>
                    <a:pt x="1" y="296"/>
                  </a:cubicBezTo>
                  <a:cubicBezTo>
                    <a:pt x="1" y="481"/>
                    <a:pt x="112" y="629"/>
                    <a:pt x="296" y="629"/>
                  </a:cubicBezTo>
                  <a:lnTo>
                    <a:pt x="23699" y="629"/>
                  </a:lnTo>
                  <a:cubicBezTo>
                    <a:pt x="23884" y="629"/>
                    <a:pt x="24032" y="481"/>
                    <a:pt x="24032" y="296"/>
                  </a:cubicBezTo>
                  <a:cubicBezTo>
                    <a:pt x="24032" y="148"/>
                    <a:pt x="23884" y="0"/>
                    <a:pt x="236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42"/>
            <p:cNvSpPr/>
            <p:nvPr/>
          </p:nvSpPr>
          <p:spPr>
            <a:xfrm>
              <a:off x="2424975" y="1254800"/>
              <a:ext cx="1139625" cy="1286625"/>
            </a:xfrm>
            <a:custGeom>
              <a:rect b="b" l="l" r="r" t="t"/>
              <a:pathLst>
                <a:path extrusionOk="0" h="51465" w="45585">
                  <a:moveTo>
                    <a:pt x="34937" y="1"/>
                  </a:moveTo>
                  <a:lnTo>
                    <a:pt x="296" y="3328"/>
                  </a:lnTo>
                  <a:cubicBezTo>
                    <a:pt x="4991" y="31352"/>
                    <a:pt x="0" y="51464"/>
                    <a:pt x="0" y="51464"/>
                  </a:cubicBezTo>
                  <a:lnTo>
                    <a:pt x="45585" y="50207"/>
                  </a:lnTo>
                  <a:cubicBezTo>
                    <a:pt x="39891" y="38302"/>
                    <a:pt x="34937" y="1"/>
                    <a:pt x="349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42"/>
            <p:cNvSpPr/>
            <p:nvPr/>
          </p:nvSpPr>
          <p:spPr>
            <a:xfrm>
              <a:off x="2462850" y="1693825"/>
              <a:ext cx="1038900" cy="674750"/>
            </a:xfrm>
            <a:custGeom>
              <a:rect b="b" l="l" r="r" t="t"/>
              <a:pathLst>
                <a:path extrusionOk="0" h="26990" w="41556">
                  <a:moveTo>
                    <a:pt x="26805" y="13532"/>
                  </a:moveTo>
                  <a:lnTo>
                    <a:pt x="26768" y="13569"/>
                  </a:lnTo>
                  <a:cubicBezTo>
                    <a:pt x="26583" y="15713"/>
                    <a:pt x="26435" y="17969"/>
                    <a:pt x="26435" y="19743"/>
                  </a:cubicBezTo>
                  <a:cubicBezTo>
                    <a:pt x="26435" y="20372"/>
                    <a:pt x="26435" y="20963"/>
                    <a:pt x="26509" y="21444"/>
                  </a:cubicBezTo>
                  <a:cubicBezTo>
                    <a:pt x="26546" y="21888"/>
                    <a:pt x="26620" y="22294"/>
                    <a:pt x="26694" y="22516"/>
                  </a:cubicBezTo>
                  <a:cubicBezTo>
                    <a:pt x="26878" y="22960"/>
                    <a:pt x="27174" y="23366"/>
                    <a:pt x="27581" y="23736"/>
                  </a:cubicBezTo>
                  <a:lnTo>
                    <a:pt x="26805" y="13532"/>
                  </a:lnTo>
                  <a:close/>
                  <a:moveTo>
                    <a:pt x="10168" y="12053"/>
                  </a:moveTo>
                  <a:lnTo>
                    <a:pt x="10168" y="12053"/>
                  </a:lnTo>
                  <a:cubicBezTo>
                    <a:pt x="10390" y="15713"/>
                    <a:pt x="10537" y="19632"/>
                    <a:pt x="10537" y="23625"/>
                  </a:cubicBezTo>
                  <a:cubicBezTo>
                    <a:pt x="10537" y="23921"/>
                    <a:pt x="10537" y="24217"/>
                    <a:pt x="10537" y="24512"/>
                  </a:cubicBezTo>
                  <a:cubicBezTo>
                    <a:pt x="10759" y="24402"/>
                    <a:pt x="10981" y="24254"/>
                    <a:pt x="11166" y="24106"/>
                  </a:cubicBezTo>
                  <a:cubicBezTo>
                    <a:pt x="11794" y="23625"/>
                    <a:pt x="12238" y="23071"/>
                    <a:pt x="12460" y="22516"/>
                  </a:cubicBezTo>
                  <a:cubicBezTo>
                    <a:pt x="12534" y="22294"/>
                    <a:pt x="12608" y="21888"/>
                    <a:pt x="12645" y="21444"/>
                  </a:cubicBezTo>
                  <a:cubicBezTo>
                    <a:pt x="12682" y="20963"/>
                    <a:pt x="12719" y="20372"/>
                    <a:pt x="12719" y="19743"/>
                  </a:cubicBezTo>
                  <a:cubicBezTo>
                    <a:pt x="12719" y="18117"/>
                    <a:pt x="12608" y="16120"/>
                    <a:pt x="12423" y="14124"/>
                  </a:cubicBezTo>
                  <a:cubicBezTo>
                    <a:pt x="11647" y="13495"/>
                    <a:pt x="10907" y="12793"/>
                    <a:pt x="10168" y="12053"/>
                  </a:cubicBezTo>
                  <a:close/>
                  <a:moveTo>
                    <a:pt x="29725" y="8578"/>
                  </a:moveTo>
                  <a:cubicBezTo>
                    <a:pt x="28986" y="10131"/>
                    <a:pt x="28209" y="11573"/>
                    <a:pt x="27359" y="12793"/>
                  </a:cubicBezTo>
                  <a:lnTo>
                    <a:pt x="28246" y="24291"/>
                  </a:lnTo>
                  <a:cubicBezTo>
                    <a:pt x="28838" y="24697"/>
                    <a:pt x="29577" y="25067"/>
                    <a:pt x="30391" y="25400"/>
                  </a:cubicBezTo>
                  <a:cubicBezTo>
                    <a:pt x="30945" y="25622"/>
                    <a:pt x="31574" y="25843"/>
                    <a:pt x="32202" y="26028"/>
                  </a:cubicBezTo>
                  <a:cubicBezTo>
                    <a:pt x="32128" y="25696"/>
                    <a:pt x="32054" y="25363"/>
                    <a:pt x="32017" y="25030"/>
                  </a:cubicBezTo>
                  <a:cubicBezTo>
                    <a:pt x="31389" y="21222"/>
                    <a:pt x="30760" y="16712"/>
                    <a:pt x="30206" y="12386"/>
                  </a:cubicBezTo>
                  <a:cubicBezTo>
                    <a:pt x="30021" y="11092"/>
                    <a:pt x="29873" y="9798"/>
                    <a:pt x="29725" y="8578"/>
                  </a:cubicBezTo>
                  <a:close/>
                  <a:moveTo>
                    <a:pt x="5731" y="5990"/>
                  </a:moveTo>
                  <a:lnTo>
                    <a:pt x="5731" y="5990"/>
                  </a:lnTo>
                  <a:cubicBezTo>
                    <a:pt x="5768" y="6988"/>
                    <a:pt x="5768" y="8024"/>
                    <a:pt x="5768" y="9059"/>
                  </a:cubicBezTo>
                  <a:cubicBezTo>
                    <a:pt x="5768" y="15270"/>
                    <a:pt x="5399" y="21666"/>
                    <a:pt x="5066" y="26472"/>
                  </a:cubicBezTo>
                  <a:cubicBezTo>
                    <a:pt x="6877" y="26102"/>
                    <a:pt x="8578" y="25585"/>
                    <a:pt x="9909" y="24882"/>
                  </a:cubicBezTo>
                  <a:cubicBezTo>
                    <a:pt x="9909" y="24475"/>
                    <a:pt x="9909" y="24032"/>
                    <a:pt x="9909" y="23625"/>
                  </a:cubicBezTo>
                  <a:cubicBezTo>
                    <a:pt x="9909" y="19374"/>
                    <a:pt x="9761" y="15159"/>
                    <a:pt x="9502" y="11351"/>
                  </a:cubicBezTo>
                  <a:cubicBezTo>
                    <a:pt x="8578" y="10279"/>
                    <a:pt x="7728" y="9133"/>
                    <a:pt x="6951" y="7987"/>
                  </a:cubicBezTo>
                  <a:cubicBezTo>
                    <a:pt x="6545" y="7321"/>
                    <a:pt x="6138" y="6656"/>
                    <a:pt x="5731" y="5990"/>
                  </a:cubicBezTo>
                  <a:close/>
                  <a:moveTo>
                    <a:pt x="33274" y="1"/>
                  </a:moveTo>
                  <a:lnTo>
                    <a:pt x="33274" y="1"/>
                  </a:lnTo>
                  <a:cubicBezTo>
                    <a:pt x="33385" y="518"/>
                    <a:pt x="33496" y="1110"/>
                    <a:pt x="33607" y="1702"/>
                  </a:cubicBezTo>
                  <a:cubicBezTo>
                    <a:pt x="34827" y="8134"/>
                    <a:pt x="36491" y="16231"/>
                    <a:pt x="38081" y="22775"/>
                  </a:cubicBezTo>
                  <a:cubicBezTo>
                    <a:pt x="38450" y="24291"/>
                    <a:pt x="38783" y="25696"/>
                    <a:pt x="39153" y="26953"/>
                  </a:cubicBezTo>
                  <a:cubicBezTo>
                    <a:pt x="39818" y="26953"/>
                    <a:pt x="40521" y="26879"/>
                    <a:pt x="41223" y="26805"/>
                  </a:cubicBezTo>
                  <a:cubicBezTo>
                    <a:pt x="41334" y="26805"/>
                    <a:pt x="41445" y="26805"/>
                    <a:pt x="41556" y="26768"/>
                  </a:cubicBezTo>
                  <a:cubicBezTo>
                    <a:pt x="40927" y="24697"/>
                    <a:pt x="40299" y="22331"/>
                    <a:pt x="39707" y="19854"/>
                  </a:cubicBezTo>
                  <a:cubicBezTo>
                    <a:pt x="38450" y="14567"/>
                    <a:pt x="37267" y="8652"/>
                    <a:pt x="36306" y="3106"/>
                  </a:cubicBezTo>
                  <a:cubicBezTo>
                    <a:pt x="36121" y="2145"/>
                    <a:pt x="35973" y="1184"/>
                    <a:pt x="35825" y="260"/>
                  </a:cubicBezTo>
                  <a:cubicBezTo>
                    <a:pt x="35567" y="334"/>
                    <a:pt x="35271" y="371"/>
                    <a:pt x="35012" y="371"/>
                  </a:cubicBezTo>
                  <a:cubicBezTo>
                    <a:pt x="34384" y="371"/>
                    <a:pt x="33755" y="186"/>
                    <a:pt x="33274" y="1"/>
                  </a:cubicBezTo>
                  <a:close/>
                  <a:moveTo>
                    <a:pt x="3698" y="2256"/>
                  </a:moveTo>
                  <a:cubicBezTo>
                    <a:pt x="3587" y="2367"/>
                    <a:pt x="3439" y="2478"/>
                    <a:pt x="3291" y="2589"/>
                  </a:cubicBezTo>
                  <a:cubicBezTo>
                    <a:pt x="2700" y="3032"/>
                    <a:pt x="1886" y="3476"/>
                    <a:pt x="999" y="3513"/>
                  </a:cubicBezTo>
                  <a:lnTo>
                    <a:pt x="962" y="3513"/>
                  </a:lnTo>
                  <a:cubicBezTo>
                    <a:pt x="1073" y="5694"/>
                    <a:pt x="1110" y="7765"/>
                    <a:pt x="1110" y="9761"/>
                  </a:cubicBezTo>
                  <a:cubicBezTo>
                    <a:pt x="1110" y="16933"/>
                    <a:pt x="555" y="22775"/>
                    <a:pt x="1" y="26953"/>
                  </a:cubicBezTo>
                  <a:cubicBezTo>
                    <a:pt x="297" y="26989"/>
                    <a:pt x="592" y="26989"/>
                    <a:pt x="851" y="26989"/>
                  </a:cubicBezTo>
                  <a:cubicBezTo>
                    <a:pt x="1332" y="26989"/>
                    <a:pt x="1775" y="26953"/>
                    <a:pt x="2219" y="26916"/>
                  </a:cubicBezTo>
                  <a:cubicBezTo>
                    <a:pt x="2330" y="26916"/>
                    <a:pt x="2404" y="26879"/>
                    <a:pt x="2515" y="26879"/>
                  </a:cubicBezTo>
                  <a:lnTo>
                    <a:pt x="2552" y="26879"/>
                  </a:lnTo>
                  <a:cubicBezTo>
                    <a:pt x="3180" y="26805"/>
                    <a:pt x="3809" y="26731"/>
                    <a:pt x="4437" y="26620"/>
                  </a:cubicBezTo>
                  <a:cubicBezTo>
                    <a:pt x="4437" y="26435"/>
                    <a:pt x="4437" y="26287"/>
                    <a:pt x="4474" y="26139"/>
                  </a:cubicBezTo>
                  <a:cubicBezTo>
                    <a:pt x="4807" y="21370"/>
                    <a:pt x="5140" y="15085"/>
                    <a:pt x="5140" y="9059"/>
                  </a:cubicBezTo>
                  <a:cubicBezTo>
                    <a:pt x="5140" y="7617"/>
                    <a:pt x="5140" y="6249"/>
                    <a:pt x="5103" y="4881"/>
                  </a:cubicBezTo>
                  <a:cubicBezTo>
                    <a:pt x="4622" y="3994"/>
                    <a:pt x="4142" y="3143"/>
                    <a:pt x="3698" y="2256"/>
                  </a:cubicBezTo>
                  <a:close/>
                  <a:moveTo>
                    <a:pt x="32683" y="186"/>
                  </a:moveTo>
                  <a:cubicBezTo>
                    <a:pt x="32017" y="2774"/>
                    <a:pt x="31167" y="5251"/>
                    <a:pt x="30206" y="7469"/>
                  </a:cubicBezTo>
                  <a:cubicBezTo>
                    <a:pt x="30871" y="13052"/>
                    <a:pt x="31759" y="19669"/>
                    <a:pt x="32609" y="24919"/>
                  </a:cubicBezTo>
                  <a:cubicBezTo>
                    <a:pt x="32683" y="25363"/>
                    <a:pt x="32757" y="25769"/>
                    <a:pt x="32831" y="26213"/>
                  </a:cubicBezTo>
                  <a:cubicBezTo>
                    <a:pt x="33940" y="26472"/>
                    <a:pt x="35086" y="26694"/>
                    <a:pt x="36232" y="26842"/>
                  </a:cubicBezTo>
                  <a:lnTo>
                    <a:pt x="36269" y="26842"/>
                  </a:lnTo>
                  <a:cubicBezTo>
                    <a:pt x="36491" y="26879"/>
                    <a:pt x="36713" y="26879"/>
                    <a:pt x="36934" y="26916"/>
                  </a:cubicBezTo>
                  <a:cubicBezTo>
                    <a:pt x="37156" y="26953"/>
                    <a:pt x="37341" y="26953"/>
                    <a:pt x="37563" y="26953"/>
                  </a:cubicBezTo>
                  <a:cubicBezTo>
                    <a:pt x="37822" y="26989"/>
                    <a:pt x="38044" y="26989"/>
                    <a:pt x="38265" y="26989"/>
                  </a:cubicBezTo>
                  <a:lnTo>
                    <a:pt x="38524" y="26989"/>
                  </a:lnTo>
                  <a:cubicBezTo>
                    <a:pt x="38191" y="25732"/>
                    <a:pt x="37822" y="24365"/>
                    <a:pt x="37489" y="22923"/>
                  </a:cubicBezTo>
                  <a:cubicBezTo>
                    <a:pt x="36417" y="18560"/>
                    <a:pt x="35308" y="13495"/>
                    <a:pt x="34347" y="8689"/>
                  </a:cubicBezTo>
                  <a:cubicBezTo>
                    <a:pt x="33755" y="5694"/>
                    <a:pt x="33163" y="2774"/>
                    <a:pt x="32683" y="186"/>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42"/>
            <p:cNvSpPr/>
            <p:nvPr/>
          </p:nvSpPr>
          <p:spPr>
            <a:xfrm>
              <a:off x="2416650" y="1246500"/>
              <a:ext cx="1156275" cy="1303225"/>
            </a:xfrm>
            <a:custGeom>
              <a:rect b="b" l="l" r="r" t="t"/>
              <a:pathLst>
                <a:path extrusionOk="0" h="52129" w="46251">
                  <a:moveTo>
                    <a:pt x="35012" y="657"/>
                  </a:moveTo>
                  <a:cubicBezTo>
                    <a:pt x="35230" y="2328"/>
                    <a:pt x="36393" y="11067"/>
                    <a:pt x="38154" y="20999"/>
                  </a:cubicBezTo>
                  <a:cubicBezTo>
                    <a:pt x="39115" y="26545"/>
                    <a:pt x="40298" y="32460"/>
                    <a:pt x="41555" y="37747"/>
                  </a:cubicBezTo>
                  <a:cubicBezTo>
                    <a:pt x="42754" y="42789"/>
                    <a:pt x="44087" y="47226"/>
                    <a:pt x="45459" y="50256"/>
                  </a:cubicBezTo>
                  <a:lnTo>
                    <a:pt x="45459" y="50256"/>
                  </a:lnTo>
                  <a:lnTo>
                    <a:pt x="723" y="51488"/>
                  </a:lnTo>
                  <a:lnTo>
                    <a:pt x="723" y="51488"/>
                  </a:lnTo>
                  <a:cubicBezTo>
                    <a:pt x="1160" y="49518"/>
                    <a:pt x="2958" y="40712"/>
                    <a:pt x="2958" y="27654"/>
                  </a:cubicBezTo>
                  <a:cubicBezTo>
                    <a:pt x="2958" y="20791"/>
                    <a:pt x="2453" y="12775"/>
                    <a:pt x="981" y="3926"/>
                  </a:cubicBezTo>
                  <a:lnTo>
                    <a:pt x="981" y="3926"/>
                  </a:lnTo>
                  <a:lnTo>
                    <a:pt x="35012" y="657"/>
                  </a:lnTo>
                  <a:close/>
                  <a:moveTo>
                    <a:pt x="35270" y="0"/>
                  </a:moveTo>
                  <a:lnTo>
                    <a:pt x="592" y="3364"/>
                  </a:lnTo>
                  <a:cubicBezTo>
                    <a:pt x="518" y="3364"/>
                    <a:pt x="444" y="3401"/>
                    <a:pt x="407" y="3475"/>
                  </a:cubicBezTo>
                  <a:cubicBezTo>
                    <a:pt x="333" y="3549"/>
                    <a:pt x="333" y="3623"/>
                    <a:pt x="333" y="3697"/>
                  </a:cubicBezTo>
                  <a:cubicBezTo>
                    <a:pt x="1812" y="12644"/>
                    <a:pt x="2329" y="20741"/>
                    <a:pt x="2329" y="27654"/>
                  </a:cubicBezTo>
                  <a:cubicBezTo>
                    <a:pt x="2329" y="35048"/>
                    <a:pt x="1738" y="41075"/>
                    <a:pt x="1183" y="45252"/>
                  </a:cubicBezTo>
                  <a:cubicBezTo>
                    <a:pt x="888" y="47323"/>
                    <a:pt x="592" y="48949"/>
                    <a:pt x="370" y="50058"/>
                  </a:cubicBezTo>
                  <a:cubicBezTo>
                    <a:pt x="259" y="50613"/>
                    <a:pt x="185" y="51020"/>
                    <a:pt x="111" y="51315"/>
                  </a:cubicBezTo>
                  <a:cubicBezTo>
                    <a:pt x="37" y="51611"/>
                    <a:pt x="0" y="51722"/>
                    <a:pt x="0" y="51722"/>
                  </a:cubicBezTo>
                  <a:cubicBezTo>
                    <a:pt x="0" y="51833"/>
                    <a:pt x="0" y="51944"/>
                    <a:pt x="74" y="52018"/>
                  </a:cubicBezTo>
                  <a:cubicBezTo>
                    <a:pt x="148" y="52092"/>
                    <a:pt x="222" y="52129"/>
                    <a:pt x="333" y="52129"/>
                  </a:cubicBezTo>
                  <a:lnTo>
                    <a:pt x="45955" y="50835"/>
                  </a:lnTo>
                  <a:cubicBezTo>
                    <a:pt x="46029" y="50835"/>
                    <a:pt x="46140" y="50798"/>
                    <a:pt x="46177" y="50687"/>
                  </a:cubicBezTo>
                  <a:cubicBezTo>
                    <a:pt x="46251" y="50613"/>
                    <a:pt x="46251" y="50502"/>
                    <a:pt x="46214" y="50391"/>
                  </a:cubicBezTo>
                  <a:cubicBezTo>
                    <a:pt x="44809" y="47470"/>
                    <a:pt x="43404" y="42849"/>
                    <a:pt x="42147" y="37599"/>
                  </a:cubicBezTo>
                  <a:cubicBezTo>
                    <a:pt x="40261" y="29725"/>
                    <a:pt x="38598" y="20371"/>
                    <a:pt x="37452" y="13014"/>
                  </a:cubicBezTo>
                  <a:cubicBezTo>
                    <a:pt x="36860" y="9354"/>
                    <a:pt x="36416" y="6137"/>
                    <a:pt x="36084" y="3882"/>
                  </a:cubicBezTo>
                  <a:cubicBezTo>
                    <a:pt x="35936" y="2773"/>
                    <a:pt x="35788" y="1849"/>
                    <a:pt x="35714" y="1220"/>
                  </a:cubicBezTo>
                  <a:cubicBezTo>
                    <a:pt x="35640" y="629"/>
                    <a:pt x="35603" y="296"/>
                    <a:pt x="35603" y="296"/>
                  </a:cubicBezTo>
                  <a:cubicBezTo>
                    <a:pt x="35566" y="111"/>
                    <a:pt x="35418" y="0"/>
                    <a:pt x="352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42"/>
            <p:cNvSpPr/>
            <p:nvPr/>
          </p:nvSpPr>
          <p:spPr>
            <a:xfrm>
              <a:off x="2556200" y="1537450"/>
              <a:ext cx="50875" cy="1017975"/>
            </a:xfrm>
            <a:custGeom>
              <a:rect b="b" l="l" r="r" t="t"/>
              <a:pathLst>
                <a:path extrusionOk="0" h="40719" w="2035">
                  <a:moveTo>
                    <a:pt x="541" y="1"/>
                  </a:moveTo>
                  <a:cubicBezTo>
                    <a:pt x="521" y="1"/>
                    <a:pt x="501" y="3"/>
                    <a:pt x="482" y="8"/>
                  </a:cubicBezTo>
                  <a:cubicBezTo>
                    <a:pt x="297" y="45"/>
                    <a:pt x="186" y="193"/>
                    <a:pt x="223" y="378"/>
                  </a:cubicBezTo>
                  <a:cubicBezTo>
                    <a:pt x="1110" y="4186"/>
                    <a:pt x="1406" y="9657"/>
                    <a:pt x="1406" y="15314"/>
                  </a:cubicBezTo>
                  <a:cubicBezTo>
                    <a:pt x="1406" y="21340"/>
                    <a:pt x="1073" y="27625"/>
                    <a:pt x="740" y="32394"/>
                  </a:cubicBezTo>
                  <a:cubicBezTo>
                    <a:pt x="555" y="34760"/>
                    <a:pt x="371" y="36757"/>
                    <a:pt x="260" y="38162"/>
                  </a:cubicBezTo>
                  <a:cubicBezTo>
                    <a:pt x="112" y="39566"/>
                    <a:pt x="38" y="40380"/>
                    <a:pt x="38" y="40380"/>
                  </a:cubicBezTo>
                  <a:cubicBezTo>
                    <a:pt x="1" y="40528"/>
                    <a:pt x="149" y="40713"/>
                    <a:pt x="297" y="40713"/>
                  </a:cubicBezTo>
                  <a:cubicBezTo>
                    <a:pt x="316" y="40716"/>
                    <a:pt x="335" y="40718"/>
                    <a:pt x="354" y="40718"/>
                  </a:cubicBezTo>
                  <a:cubicBezTo>
                    <a:pt x="511" y="40718"/>
                    <a:pt x="629" y="40586"/>
                    <a:pt x="629" y="40454"/>
                  </a:cubicBezTo>
                  <a:cubicBezTo>
                    <a:pt x="629" y="40417"/>
                    <a:pt x="2034" y="27440"/>
                    <a:pt x="2034" y="15314"/>
                  </a:cubicBezTo>
                  <a:cubicBezTo>
                    <a:pt x="2034" y="9620"/>
                    <a:pt x="1739" y="4149"/>
                    <a:pt x="851" y="230"/>
                  </a:cubicBezTo>
                  <a:cubicBezTo>
                    <a:pt x="819" y="101"/>
                    <a:pt x="675" y="1"/>
                    <a:pt x="5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42"/>
            <p:cNvSpPr/>
            <p:nvPr/>
          </p:nvSpPr>
          <p:spPr>
            <a:xfrm>
              <a:off x="2661575" y="1557050"/>
              <a:ext cx="64725" cy="988200"/>
            </a:xfrm>
            <a:custGeom>
              <a:rect b="b" l="l" r="r" t="t"/>
              <a:pathLst>
                <a:path extrusionOk="0" h="39528" w="2589">
                  <a:moveTo>
                    <a:pt x="259" y="0"/>
                  </a:moveTo>
                  <a:cubicBezTo>
                    <a:pt x="111" y="37"/>
                    <a:pt x="1" y="185"/>
                    <a:pt x="1" y="370"/>
                  </a:cubicBezTo>
                  <a:cubicBezTo>
                    <a:pt x="1" y="370"/>
                    <a:pt x="38" y="592"/>
                    <a:pt x="111" y="998"/>
                  </a:cubicBezTo>
                  <a:cubicBezTo>
                    <a:pt x="481" y="3882"/>
                    <a:pt x="1960" y="16341"/>
                    <a:pt x="1960" y="29096"/>
                  </a:cubicBezTo>
                  <a:cubicBezTo>
                    <a:pt x="1960" y="32497"/>
                    <a:pt x="1849" y="35936"/>
                    <a:pt x="1590" y="39189"/>
                  </a:cubicBezTo>
                  <a:cubicBezTo>
                    <a:pt x="1590" y="39374"/>
                    <a:pt x="1701" y="39522"/>
                    <a:pt x="1886" y="39522"/>
                  </a:cubicBezTo>
                  <a:cubicBezTo>
                    <a:pt x="1906" y="39526"/>
                    <a:pt x="1925" y="39528"/>
                    <a:pt x="1943" y="39528"/>
                  </a:cubicBezTo>
                  <a:cubicBezTo>
                    <a:pt x="2100" y="39528"/>
                    <a:pt x="2219" y="39395"/>
                    <a:pt x="2219" y="39263"/>
                  </a:cubicBezTo>
                  <a:cubicBezTo>
                    <a:pt x="2478" y="35973"/>
                    <a:pt x="2588" y="32497"/>
                    <a:pt x="2588" y="29096"/>
                  </a:cubicBezTo>
                  <a:cubicBezTo>
                    <a:pt x="2588" y="14456"/>
                    <a:pt x="629" y="296"/>
                    <a:pt x="629" y="259"/>
                  </a:cubicBezTo>
                  <a:cubicBezTo>
                    <a:pt x="592" y="111"/>
                    <a:pt x="444" y="0"/>
                    <a:pt x="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42"/>
            <p:cNvSpPr/>
            <p:nvPr/>
          </p:nvSpPr>
          <p:spPr>
            <a:xfrm>
              <a:off x="3105225" y="1671650"/>
              <a:ext cx="81350" cy="858675"/>
            </a:xfrm>
            <a:custGeom>
              <a:rect b="b" l="l" r="r" t="t"/>
              <a:pathLst>
                <a:path extrusionOk="0" h="34347" w="3254">
                  <a:moveTo>
                    <a:pt x="296" y="1"/>
                  </a:moveTo>
                  <a:cubicBezTo>
                    <a:pt x="148" y="38"/>
                    <a:pt x="0" y="185"/>
                    <a:pt x="37" y="333"/>
                  </a:cubicBezTo>
                  <a:lnTo>
                    <a:pt x="2625" y="34051"/>
                  </a:lnTo>
                  <a:cubicBezTo>
                    <a:pt x="2625" y="34235"/>
                    <a:pt x="2773" y="34346"/>
                    <a:pt x="2958" y="34346"/>
                  </a:cubicBezTo>
                  <a:cubicBezTo>
                    <a:pt x="3106" y="34346"/>
                    <a:pt x="3254" y="34198"/>
                    <a:pt x="3217" y="34014"/>
                  </a:cubicBezTo>
                  <a:lnTo>
                    <a:pt x="629" y="296"/>
                  </a:lnTo>
                  <a:cubicBezTo>
                    <a:pt x="629" y="111"/>
                    <a:pt x="481" y="1"/>
                    <a:pt x="2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42"/>
            <p:cNvSpPr/>
            <p:nvPr/>
          </p:nvSpPr>
          <p:spPr>
            <a:xfrm>
              <a:off x="3169925" y="1582000"/>
              <a:ext cx="157150" cy="953650"/>
            </a:xfrm>
            <a:custGeom>
              <a:rect b="b" l="l" r="r" t="t"/>
              <a:pathLst>
                <a:path extrusionOk="0" h="38146" w="6286">
                  <a:moveTo>
                    <a:pt x="296" y="0"/>
                  </a:moveTo>
                  <a:cubicBezTo>
                    <a:pt x="148" y="37"/>
                    <a:pt x="0" y="185"/>
                    <a:pt x="37" y="333"/>
                  </a:cubicBezTo>
                  <a:cubicBezTo>
                    <a:pt x="37" y="333"/>
                    <a:pt x="814" y="8245"/>
                    <a:pt x="1923" y="16859"/>
                  </a:cubicBezTo>
                  <a:cubicBezTo>
                    <a:pt x="2477" y="21185"/>
                    <a:pt x="3106" y="25695"/>
                    <a:pt x="3734" y="29503"/>
                  </a:cubicBezTo>
                  <a:cubicBezTo>
                    <a:pt x="4363" y="33311"/>
                    <a:pt x="5028" y="36380"/>
                    <a:pt x="5620" y="37932"/>
                  </a:cubicBezTo>
                  <a:cubicBezTo>
                    <a:pt x="5675" y="38069"/>
                    <a:pt x="5791" y="38146"/>
                    <a:pt x="5907" y="38146"/>
                  </a:cubicBezTo>
                  <a:cubicBezTo>
                    <a:pt x="5948" y="38146"/>
                    <a:pt x="5988" y="38136"/>
                    <a:pt x="6027" y="38117"/>
                  </a:cubicBezTo>
                  <a:cubicBezTo>
                    <a:pt x="6174" y="38043"/>
                    <a:pt x="6285" y="37858"/>
                    <a:pt x="6211" y="37711"/>
                  </a:cubicBezTo>
                  <a:cubicBezTo>
                    <a:pt x="5620" y="36269"/>
                    <a:pt x="4954" y="33163"/>
                    <a:pt x="4326" y="29392"/>
                  </a:cubicBezTo>
                  <a:cubicBezTo>
                    <a:pt x="3402" y="23699"/>
                    <a:pt x="2477" y="16415"/>
                    <a:pt x="1775" y="10574"/>
                  </a:cubicBezTo>
                  <a:cubicBezTo>
                    <a:pt x="1442" y="7653"/>
                    <a:pt x="1146" y="5065"/>
                    <a:pt x="962" y="3217"/>
                  </a:cubicBezTo>
                  <a:cubicBezTo>
                    <a:pt x="740" y="1405"/>
                    <a:pt x="629" y="296"/>
                    <a:pt x="629" y="296"/>
                  </a:cubicBezTo>
                  <a:cubicBezTo>
                    <a:pt x="629" y="111"/>
                    <a:pt x="481" y="0"/>
                    <a:pt x="2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42"/>
            <p:cNvSpPr/>
            <p:nvPr/>
          </p:nvSpPr>
          <p:spPr>
            <a:xfrm>
              <a:off x="3234625" y="1447800"/>
              <a:ext cx="256975" cy="1077700"/>
            </a:xfrm>
            <a:custGeom>
              <a:rect b="b" l="l" r="r" t="t"/>
              <a:pathLst>
                <a:path extrusionOk="0" h="43108" w="10279">
                  <a:moveTo>
                    <a:pt x="356" y="0"/>
                  </a:moveTo>
                  <a:cubicBezTo>
                    <a:pt x="336" y="0"/>
                    <a:pt x="316" y="3"/>
                    <a:pt x="296" y="8"/>
                  </a:cubicBezTo>
                  <a:cubicBezTo>
                    <a:pt x="111" y="8"/>
                    <a:pt x="0" y="193"/>
                    <a:pt x="37" y="340"/>
                  </a:cubicBezTo>
                  <a:cubicBezTo>
                    <a:pt x="37" y="340"/>
                    <a:pt x="1516" y="8918"/>
                    <a:pt x="3476" y="18530"/>
                  </a:cubicBezTo>
                  <a:cubicBezTo>
                    <a:pt x="4437" y="23336"/>
                    <a:pt x="5546" y="28401"/>
                    <a:pt x="6618" y="32764"/>
                  </a:cubicBezTo>
                  <a:cubicBezTo>
                    <a:pt x="7690" y="37163"/>
                    <a:pt x="8725" y="40823"/>
                    <a:pt x="9650" y="42931"/>
                  </a:cubicBezTo>
                  <a:cubicBezTo>
                    <a:pt x="9677" y="43039"/>
                    <a:pt x="9783" y="43108"/>
                    <a:pt x="9911" y="43108"/>
                  </a:cubicBezTo>
                  <a:cubicBezTo>
                    <a:pt x="9957" y="43108"/>
                    <a:pt x="10007" y="43098"/>
                    <a:pt x="10056" y="43079"/>
                  </a:cubicBezTo>
                  <a:cubicBezTo>
                    <a:pt x="10204" y="43005"/>
                    <a:pt x="10278" y="42820"/>
                    <a:pt x="10204" y="42672"/>
                  </a:cubicBezTo>
                  <a:cubicBezTo>
                    <a:pt x="9317" y="40675"/>
                    <a:pt x="8282" y="36978"/>
                    <a:pt x="7210" y="32616"/>
                  </a:cubicBezTo>
                  <a:cubicBezTo>
                    <a:pt x="5620" y="26072"/>
                    <a:pt x="3956" y="17975"/>
                    <a:pt x="2736" y="11543"/>
                  </a:cubicBezTo>
                  <a:cubicBezTo>
                    <a:pt x="2108" y="8289"/>
                    <a:pt x="1590" y="5479"/>
                    <a:pt x="1220" y="3446"/>
                  </a:cubicBezTo>
                  <a:cubicBezTo>
                    <a:pt x="1035" y="2448"/>
                    <a:pt x="888" y="1634"/>
                    <a:pt x="777" y="1117"/>
                  </a:cubicBezTo>
                  <a:cubicBezTo>
                    <a:pt x="703" y="562"/>
                    <a:pt x="629" y="229"/>
                    <a:pt x="629" y="229"/>
                  </a:cubicBezTo>
                  <a:cubicBezTo>
                    <a:pt x="629" y="101"/>
                    <a:pt x="489" y="0"/>
                    <a:pt x="3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42"/>
            <p:cNvSpPr/>
            <p:nvPr/>
          </p:nvSpPr>
          <p:spPr>
            <a:xfrm>
              <a:off x="2356575" y="1508525"/>
              <a:ext cx="207050" cy="265150"/>
            </a:xfrm>
            <a:custGeom>
              <a:rect b="b" l="l" r="r" t="t"/>
              <a:pathLst>
                <a:path extrusionOk="0" h="10606" w="8282">
                  <a:moveTo>
                    <a:pt x="2784" y="0"/>
                  </a:moveTo>
                  <a:cubicBezTo>
                    <a:pt x="2558" y="0"/>
                    <a:pt x="2320" y="51"/>
                    <a:pt x="2071" y="167"/>
                  </a:cubicBezTo>
                  <a:cubicBezTo>
                    <a:pt x="0" y="1128"/>
                    <a:pt x="1294" y="6858"/>
                    <a:pt x="3365" y="9557"/>
                  </a:cubicBezTo>
                  <a:cubicBezTo>
                    <a:pt x="3957" y="10330"/>
                    <a:pt x="4614" y="10606"/>
                    <a:pt x="5249" y="10606"/>
                  </a:cubicBezTo>
                  <a:cubicBezTo>
                    <a:pt x="6832" y="10606"/>
                    <a:pt x="8282" y="8892"/>
                    <a:pt x="8282" y="8892"/>
                  </a:cubicBezTo>
                  <a:lnTo>
                    <a:pt x="5435" y="2718"/>
                  </a:lnTo>
                  <a:cubicBezTo>
                    <a:pt x="5435" y="2718"/>
                    <a:pt x="4434" y="0"/>
                    <a:pt x="278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42"/>
            <p:cNvSpPr/>
            <p:nvPr/>
          </p:nvSpPr>
          <p:spPr>
            <a:xfrm>
              <a:off x="2389850" y="1516375"/>
              <a:ext cx="159000" cy="249575"/>
            </a:xfrm>
            <a:custGeom>
              <a:rect b="b" l="l" r="r" t="t"/>
              <a:pathLst>
                <a:path extrusionOk="0" h="9983" w="6360">
                  <a:moveTo>
                    <a:pt x="1442" y="0"/>
                  </a:moveTo>
                  <a:cubicBezTo>
                    <a:pt x="1294" y="0"/>
                    <a:pt x="1109" y="37"/>
                    <a:pt x="887" y="148"/>
                  </a:cubicBezTo>
                  <a:cubicBezTo>
                    <a:pt x="592" y="259"/>
                    <a:pt x="370" y="518"/>
                    <a:pt x="222" y="888"/>
                  </a:cubicBezTo>
                  <a:cubicBezTo>
                    <a:pt x="74" y="1258"/>
                    <a:pt x="0" y="1775"/>
                    <a:pt x="0" y="2367"/>
                  </a:cubicBezTo>
                  <a:cubicBezTo>
                    <a:pt x="0" y="4437"/>
                    <a:pt x="998" y="7395"/>
                    <a:pt x="2255" y="9058"/>
                  </a:cubicBezTo>
                  <a:cubicBezTo>
                    <a:pt x="2810" y="9761"/>
                    <a:pt x="3365" y="9983"/>
                    <a:pt x="3919" y="9983"/>
                  </a:cubicBezTo>
                  <a:cubicBezTo>
                    <a:pt x="4548" y="9983"/>
                    <a:pt x="5213" y="9650"/>
                    <a:pt x="5731" y="9280"/>
                  </a:cubicBezTo>
                  <a:cubicBezTo>
                    <a:pt x="5989" y="9095"/>
                    <a:pt x="6174" y="8910"/>
                    <a:pt x="6359" y="8763"/>
                  </a:cubicBezTo>
                  <a:cubicBezTo>
                    <a:pt x="5879" y="7801"/>
                    <a:pt x="5435" y="6840"/>
                    <a:pt x="4991" y="5879"/>
                  </a:cubicBezTo>
                  <a:cubicBezTo>
                    <a:pt x="4954" y="5879"/>
                    <a:pt x="4917" y="5879"/>
                    <a:pt x="4843" y="5842"/>
                  </a:cubicBezTo>
                  <a:lnTo>
                    <a:pt x="4326" y="5842"/>
                  </a:lnTo>
                  <a:cubicBezTo>
                    <a:pt x="4178" y="5842"/>
                    <a:pt x="3993" y="5842"/>
                    <a:pt x="3882" y="5879"/>
                  </a:cubicBezTo>
                  <a:cubicBezTo>
                    <a:pt x="3771" y="5879"/>
                    <a:pt x="3697" y="5916"/>
                    <a:pt x="3697" y="5953"/>
                  </a:cubicBezTo>
                  <a:cubicBezTo>
                    <a:pt x="3697" y="5953"/>
                    <a:pt x="3697" y="6027"/>
                    <a:pt x="3771" y="6101"/>
                  </a:cubicBezTo>
                  <a:cubicBezTo>
                    <a:pt x="3845" y="6249"/>
                    <a:pt x="3808" y="6433"/>
                    <a:pt x="3697" y="6544"/>
                  </a:cubicBezTo>
                  <a:cubicBezTo>
                    <a:pt x="3623" y="6581"/>
                    <a:pt x="3586" y="6581"/>
                    <a:pt x="3512" y="6581"/>
                  </a:cubicBezTo>
                  <a:cubicBezTo>
                    <a:pt x="3401" y="6581"/>
                    <a:pt x="3328" y="6544"/>
                    <a:pt x="3254" y="6470"/>
                  </a:cubicBezTo>
                  <a:cubicBezTo>
                    <a:pt x="3143" y="6286"/>
                    <a:pt x="3069" y="6101"/>
                    <a:pt x="3069" y="5916"/>
                  </a:cubicBezTo>
                  <a:cubicBezTo>
                    <a:pt x="3069" y="5768"/>
                    <a:pt x="3143" y="5620"/>
                    <a:pt x="3254" y="5509"/>
                  </a:cubicBezTo>
                  <a:cubicBezTo>
                    <a:pt x="3365" y="5398"/>
                    <a:pt x="3475" y="5361"/>
                    <a:pt x="3586" y="5324"/>
                  </a:cubicBezTo>
                  <a:cubicBezTo>
                    <a:pt x="3808" y="5213"/>
                    <a:pt x="4067" y="5213"/>
                    <a:pt x="4326" y="5213"/>
                  </a:cubicBezTo>
                  <a:cubicBezTo>
                    <a:pt x="4178" y="5065"/>
                    <a:pt x="3993" y="4881"/>
                    <a:pt x="3808" y="4696"/>
                  </a:cubicBezTo>
                  <a:cubicBezTo>
                    <a:pt x="3217" y="4104"/>
                    <a:pt x="2477" y="3439"/>
                    <a:pt x="1997" y="3180"/>
                  </a:cubicBezTo>
                  <a:cubicBezTo>
                    <a:pt x="1849" y="3106"/>
                    <a:pt x="1738" y="3032"/>
                    <a:pt x="1664" y="3032"/>
                  </a:cubicBezTo>
                  <a:lnTo>
                    <a:pt x="1664" y="3069"/>
                  </a:lnTo>
                  <a:cubicBezTo>
                    <a:pt x="1627" y="3143"/>
                    <a:pt x="1590" y="3291"/>
                    <a:pt x="1590" y="3476"/>
                  </a:cubicBezTo>
                  <a:cubicBezTo>
                    <a:pt x="1590" y="3993"/>
                    <a:pt x="1738" y="4659"/>
                    <a:pt x="1812" y="4992"/>
                  </a:cubicBezTo>
                  <a:cubicBezTo>
                    <a:pt x="1849" y="5065"/>
                    <a:pt x="1849" y="5139"/>
                    <a:pt x="1849" y="5139"/>
                  </a:cubicBezTo>
                  <a:cubicBezTo>
                    <a:pt x="1886" y="5324"/>
                    <a:pt x="1812" y="5472"/>
                    <a:pt x="1627" y="5509"/>
                  </a:cubicBezTo>
                  <a:cubicBezTo>
                    <a:pt x="1627" y="5509"/>
                    <a:pt x="1590" y="5546"/>
                    <a:pt x="1553" y="5546"/>
                  </a:cubicBezTo>
                  <a:cubicBezTo>
                    <a:pt x="1405" y="5546"/>
                    <a:pt x="1294" y="5435"/>
                    <a:pt x="1257" y="5287"/>
                  </a:cubicBezTo>
                  <a:cubicBezTo>
                    <a:pt x="1257" y="5287"/>
                    <a:pt x="998" y="4289"/>
                    <a:pt x="998" y="3476"/>
                  </a:cubicBezTo>
                  <a:cubicBezTo>
                    <a:pt x="998" y="3291"/>
                    <a:pt x="998" y="3143"/>
                    <a:pt x="1035" y="2995"/>
                  </a:cubicBezTo>
                  <a:cubicBezTo>
                    <a:pt x="1072" y="2810"/>
                    <a:pt x="1146" y="2662"/>
                    <a:pt x="1294" y="2551"/>
                  </a:cubicBezTo>
                  <a:cubicBezTo>
                    <a:pt x="1368" y="2478"/>
                    <a:pt x="1516" y="2404"/>
                    <a:pt x="1664" y="2404"/>
                  </a:cubicBezTo>
                  <a:lnTo>
                    <a:pt x="1812" y="2441"/>
                  </a:lnTo>
                  <a:cubicBezTo>
                    <a:pt x="1960" y="2478"/>
                    <a:pt x="2108" y="2551"/>
                    <a:pt x="2292" y="2625"/>
                  </a:cubicBezTo>
                  <a:cubicBezTo>
                    <a:pt x="2477" y="2736"/>
                    <a:pt x="2625" y="2847"/>
                    <a:pt x="2810" y="2995"/>
                  </a:cubicBezTo>
                  <a:cubicBezTo>
                    <a:pt x="3180" y="3291"/>
                    <a:pt x="3586" y="3661"/>
                    <a:pt x="3956" y="3993"/>
                  </a:cubicBezTo>
                  <a:cubicBezTo>
                    <a:pt x="4104" y="4104"/>
                    <a:pt x="4215" y="4252"/>
                    <a:pt x="4326" y="4363"/>
                  </a:cubicBezTo>
                  <a:cubicBezTo>
                    <a:pt x="3845" y="3254"/>
                    <a:pt x="3401" y="2145"/>
                    <a:pt x="2921" y="1036"/>
                  </a:cubicBezTo>
                  <a:cubicBezTo>
                    <a:pt x="2884" y="962"/>
                    <a:pt x="2847" y="888"/>
                    <a:pt x="2847" y="814"/>
                  </a:cubicBezTo>
                  <a:cubicBezTo>
                    <a:pt x="2699" y="629"/>
                    <a:pt x="2551" y="481"/>
                    <a:pt x="2366" y="370"/>
                  </a:cubicBezTo>
                  <a:cubicBezTo>
                    <a:pt x="2071" y="111"/>
                    <a:pt x="1775" y="0"/>
                    <a:pt x="1442"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42"/>
            <p:cNvSpPr/>
            <p:nvPr/>
          </p:nvSpPr>
          <p:spPr>
            <a:xfrm>
              <a:off x="2414800" y="1576450"/>
              <a:ext cx="110925" cy="105150"/>
            </a:xfrm>
            <a:custGeom>
              <a:rect b="b" l="l" r="r" t="t"/>
              <a:pathLst>
                <a:path extrusionOk="0" h="4206" w="4437">
                  <a:moveTo>
                    <a:pt x="666" y="1"/>
                  </a:moveTo>
                  <a:cubicBezTo>
                    <a:pt x="518" y="1"/>
                    <a:pt x="407" y="75"/>
                    <a:pt x="296" y="148"/>
                  </a:cubicBezTo>
                  <a:cubicBezTo>
                    <a:pt x="148" y="259"/>
                    <a:pt x="74" y="407"/>
                    <a:pt x="37" y="592"/>
                  </a:cubicBezTo>
                  <a:cubicBezTo>
                    <a:pt x="0" y="740"/>
                    <a:pt x="0" y="888"/>
                    <a:pt x="0" y="1073"/>
                  </a:cubicBezTo>
                  <a:cubicBezTo>
                    <a:pt x="0" y="1886"/>
                    <a:pt x="259" y="2884"/>
                    <a:pt x="259" y="2884"/>
                  </a:cubicBezTo>
                  <a:cubicBezTo>
                    <a:pt x="290" y="3038"/>
                    <a:pt x="424" y="3115"/>
                    <a:pt x="553" y="3115"/>
                  </a:cubicBezTo>
                  <a:cubicBezTo>
                    <a:pt x="579" y="3115"/>
                    <a:pt x="604" y="3112"/>
                    <a:pt x="629" y="3106"/>
                  </a:cubicBezTo>
                  <a:cubicBezTo>
                    <a:pt x="814" y="3069"/>
                    <a:pt x="888" y="2921"/>
                    <a:pt x="851" y="2736"/>
                  </a:cubicBezTo>
                  <a:cubicBezTo>
                    <a:pt x="851" y="2736"/>
                    <a:pt x="851" y="2662"/>
                    <a:pt x="814" y="2589"/>
                  </a:cubicBezTo>
                  <a:cubicBezTo>
                    <a:pt x="740" y="2256"/>
                    <a:pt x="592" y="1590"/>
                    <a:pt x="592" y="1073"/>
                  </a:cubicBezTo>
                  <a:cubicBezTo>
                    <a:pt x="592" y="888"/>
                    <a:pt x="629" y="740"/>
                    <a:pt x="666" y="666"/>
                  </a:cubicBezTo>
                  <a:lnTo>
                    <a:pt x="666" y="629"/>
                  </a:lnTo>
                  <a:cubicBezTo>
                    <a:pt x="740" y="629"/>
                    <a:pt x="851" y="703"/>
                    <a:pt x="999" y="777"/>
                  </a:cubicBezTo>
                  <a:cubicBezTo>
                    <a:pt x="1479" y="1036"/>
                    <a:pt x="2219" y="1701"/>
                    <a:pt x="2810" y="2293"/>
                  </a:cubicBezTo>
                  <a:cubicBezTo>
                    <a:pt x="2998" y="2480"/>
                    <a:pt x="3185" y="2653"/>
                    <a:pt x="3344" y="2810"/>
                  </a:cubicBezTo>
                  <a:lnTo>
                    <a:pt x="3344" y="2810"/>
                  </a:lnTo>
                  <a:cubicBezTo>
                    <a:pt x="3339" y="2810"/>
                    <a:pt x="3333" y="2810"/>
                    <a:pt x="3328" y="2810"/>
                  </a:cubicBezTo>
                  <a:cubicBezTo>
                    <a:pt x="3106" y="2810"/>
                    <a:pt x="2847" y="2810"/>
                    <a:pt x="2588" y="2921"/>
                  </a:cubicBezTo>
                  <a:cubicBezTo>
                    <a:pt x="2477" y="2958"/>
                    <a:pt x="2367" y="2995"/>
                    <a:pt x="2256" y="3106"/>
                  </a:cubicBezTo>
                  <a:cubicBezTo>
                    <a:pt x="2145" y="3217"/>
                    <a:pt x="2071" y="3365"/>
                    <a:pt x="2071" y="3513"/>
                  </a:cubicBezTo>
                  <a:cubicBezTo>
                    <a:pt x="2071" y="3698"/>
                    <a:pt x="2145" y="3883"/>
                    <a:pt x="2256" y="4067"/>
                  </a:cubicBezTo>
                  <a:cubicBezTo>
                    <a:pt x="2323" y="4157"/>
                    <a:pt x="2417" y="4206"/>
                    <a:pt x="2514" y="4206"/>
                  </a:cubicBezTo>
                  <a:cubicBezTo>
                    <a:pt x="2577" y="4206"/>
                    <a:pt x="2641" y="4185"/>
                    <a:pt x="2699" y="4141"/>
                  </a:cubicBezTo>
                  <a:cubicBezTo>
                    <a:pt x="2810" y="4030"/>
                    <a:pt x="2847" y="3846"/>
                    <a:pt x="2773" y="3698"/>
                  </a:cubicBezTo>
                  <a:cubicBezTo>
                    <a:pt x="2715" y="3610"/>
                    <a:pt x="2703" y="3569"/>
                    <a:pt x="2700" y="3537"/>
                  </a:cubicBezTo>
                  <a:lnTo>
                    <a:pt x="2700" y="3537"/>
                  </a:lnTo>
                  <a:cubicBezTo>
                    <a:pt x="2742" y="3515"/>
                    <a:pt x="2803" y="3476"/>
                    <a:pt x="2884" y="3476"/>
                  </a:cubicBezTo>
                  <a:cubicBezTo>
                    <a:pt x="3032" y="3439"/>
                    <a:pt x="3180" y="3439"/>
                    <a:pt x="3328" y="3439"/>
                  </a:cubicBezTo>
                  <a:lnTo>
                    <a:pt x="3845" y="3439"/>
                  </a:lnTo>
                  <a:cubicBezTo>
                    <a:pt x="3919" y="3476"/>
                    <a:pt x="3956" y="3476"/>
                    <a:pt x="3993" y="3476"/>
                  </a:cubicBezTo>
                  <a:lnTo>
                    <a:pt x="4067" y="3476"/>
                  </a:lnTo>
                  <a:cubicBezTo>
                    <a:pt x="4087" y="3482"/>
                    <a:pt x="4108" y="3485"/>
                    <a:pt x="4129" y="3485"/>
                  </a:cubicBezTo>
                  <a:cubicBezTo>
                    <a:pt x="4228" y="3485"/>
                    <a:pt x="4339" y="3419"/>
                    <a:pt x="4400" y="3328"/>
                  </a:cubicBezTo>
                  <a:cubicBezTo>
                    <a:pt x="4437" y="3217"/>
                    <a:pt x="4437" y="3069"/>
                    <a:pt x="4326" y="2958"/>
                  </a:cubicBezTo>
                  <a:cubicBezTo>
                    <a:pt x="4326" y="2958"/>
                    <a:pt x="3697" y="2293"/>
                    <a:pt x="2958" y="1590"/>
                  </a:cubicBezTo>
                  <a:cubicBezTo>
                    <a:pt x="2588" y="1258"/>
                    <a:pt x="2182" y="888"/>
                    <a:pt x="1812" y="592"/>
                  </a:cubicBezTo>
                  <a:cubicBezTo>
                    <a:pt x="1627" y="444"/>
                    <a:pt x="1479" y="333"/>
                    <a:pt x="1294" y="222"/>
                  </a:cubicBezTo>
                  <a:cubicBezTo>
                    <a:pt x="1110" y="148"/>
                    <a:pt x="962" y="75"/>
                    <a:pt x="814" y="38"/>
                  </a:cubicBezTo>
                  <a:lnTo>
                    <a:pt x="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42"/>
            <p:cNvSpPr/>
            <p:nvPr/>
          </p:nvSpPr>
          <p:spPr>
            <a:xfrm>
              <a:off x="2375050" y="1500650"/>
              <a:ext cx="196900" cy="281025"/>
            </a:xfrm>
            <a:custGeom>
              <a:rect b="b" l="l" r="r" t="t"/>
              <a:pathLst>
                <a:path extrusionOk="0" h="11241" w="7876">
                  <a:moveTo>
                    <a:pt x="2034" y="629"/>
                  </a:moveTo>
                  <a:cubicBezTo>
                    <a:pt x="2367" y="629"/>
                    <a:pt x="2663" y="740"/>
                    <a:pt x="2958" y="999"/>
                  </a:cubicBezTo>
                  <a:cubicBezTo>
                    <a:pt x="3402" y="1332"/>
                    <a:pt x="3772" y="1850"/>
                    <a:pt x="4030" y="2330"/>
                  </a:cubicBezTo>
                  <a:cubicBezTo>
                    <a:pt x="4141" y="2552"/>
                    <a:pt x="4215" y="2737"/>
                    <a:pt x="4289" y="2885"/>
                  </a:cubicBezTo>
                  <a:cubicBezTo>
                    <a:pt x="4326" y="2959"/>
                    <a:pt x="4363" y="3033"/>
                    <a:pt x="4363" y="3070"/>
                  </a:cubicBezTo>
                  <a:lnTo>
                    <a:pt x="4400" y="3144"/>
                  </a:lnTo>
                  <a:lnTo>
                    <a:pt x="7162" y="9170"/>
                  </a:lnTo>
                  <a:lnTo>
                    <a:pt x="7162" y="9170"/>
                  </a:lnTo>
                  <a:cubicBezTo>
                    <a:pt x="7000" y="9350"/>
                    <a:pt x="6700" y="9639"/>
                    <a:pt x="6323" y="9909"/>
                  </a:cubicBezTo>
                  <a:cubicBezTo>
                    <a:pt x="5805" y="10279"/>
                    <a:pt x="5140" y="10612"/>
                    <a:pt x="4511" y="10612"/>
                  </a:cubicBezTo>
                  <a:cubicBezTo>
                    <a:pt x="3957" y="10612"/>
                    <a:pt x="3402" y="10390"/>
                    <a:pt x="2847" y="9687"/>
                  </a:cubicBezTo>
                  <a:cubicBezTo>
                    <a:pt x="1590" y="8024"/>
                    <a:pt x="592" y="5066"/>
                    <a:pt x="592" y="2996"/>
                  </a:cubicBezTo>
                  <a:cubicBezTo>
                    <a:pt x="592" y="2404"/>
                    <a:pt x="666" y="1887"/>
                    <a:pt x="814" y="1517"/>
                  </a:cubicBezTo>
                  <a:cubicBezTo>
                    <a:pt x="962" y="1147"/>
                    <a:pt x="1184" y="888"/>
                    <a:pt x="1479" y="777"/>
                  </a:cubicBezTo>
                  <a:cubicBezTo>
                    <a:pt x="1701" y="666"/>
                    <a:pt x="1886" y="629"/>
                    <a:pt x="2034" y="629"/>
                  </a:cubicBezTo>
                  <a:close/>
                  <a:moveTo>
                    <a:pt x="2034" y="1"/>
                  </a:moveTo>
                  <a:cubicBezTo>
                    <a:pt x="1775" y="1"/>
                    <a:pt x="1479" y="75"/>
                    <a:pt x="1221" y="186"/>
                  </a:cubicBezTo>
                  <a:cubicBezTo>
                    <a:pt x="740" y="408"/>
                    <a:pt x="444" y="814"/>
                    <a:pt x="259" y="1295"/>
                  </a:cubicBezTo>
                  <a:cubicBezTo>
                    <a:pt x="75" y="1776"/>
                    <a:pt x="1" y="2367"/>
                    <a:pt x="1" y="2996"/>
                  </a:cubicBezTo>
                  <a:cubicBezTo>
                    <a:pt x="1" y="5251"/>
                    <a:pt x="999" y="8245"/>
                    <a:pt x="2367" y="10057"/>
                  </a:cubicBezTo>
                  <a:cubicBezTo>
                    <a:pt x="2995" y="10870"/>
                    <a:pt x="3772" y="11240"/>
                    <a:pt x="4511" y="11240"/>
                  </a:cubicBezTo>
                  <a:cubicBezTo>
                    <a:pt x="5398" y="11203"/>
                    <a:pt x="6212" y="10759"/>
                    <a:pt x="6803" y="10316"/>
                  </a:cubicBezTo>
                  <a:cubicBezTo>
                    <a:pt x="7395" y="9872"/>
                    <a:pt x="7764" y="9429"/>
                    <a:pt x="7764" y="9429"/>
                  </a:cubicBezTo>
                  <a:cubicBezTo>
                    <a:pt x="7838" y="9318"/>
                    <a:pt x="7875" y="9207"/>
                    <a:pt x="7838" y="9096"/>
                  </a:cubicBezTo>
                  <a:lnTo>
                    <a:pt x="4955" y="2885"/>
                  </a:lnTo>
                  <a:lnTo>
                    <a:pt x="4943" y="2891"/>
                  </a:lnTo>
                  <a:lnTo>
                    <a:pt x="4943" y="2891"/>
                  </a:lnTo>
                  <a:cubicBezTo>
                    <a:pt x="4888" y="2749"/>
                    <a:pt x="4642" y="2133"/>
                    <a:pt x="4252" y="1517"/>
                  </a:cubicBezTo>
                  <a:cubicBezTo>
                    <a:pt x="3993" y="1147"/>
                    <a:pt x="3698" y="777"/>
                    <a:pt x="3365" y="482"/>
                  </a:cubicBezTo>
                  <a:cubicBezTo>
                    <a:pt x="2995" y="223"/>
                    <a:pt x="2552" y="1"/>
                    <a:pt x="20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42"/>
            <p:cNvSpPr/>
            <p:nvPr/>
          </p:nvSpPr>
          <p:spPr>
            <a:xfrm>
              <a:off x="3269750" y="1420400"/>
              <a:ext cx="156225" cy="275075"/>
            </a:xfrm>
            <a:custGeom>
              <a:rect b="b" l="l" r="r" t="t"/>
              <a:pathLst>
                <a:path extrusionOk="0" h="11003" w="6249">
                  <a:moveTo>
                    <a:pt x="3508" y="0"/>
                  </a:moveTo>
                  <a:cubicBezTo>
                    <a:pt x="1552" y="0"/>
                    <a:pt x="1220" y="3322"/>
                    <a:pt x="1220" y="3322"/>
                  </a:cubicBezTo>
                  <a:lnTo>
                    <a:pt x="0" y="10051"/>
                  </a:lnTo>
                  <a:cubicBezTo>
                    <a:pt x="0" y="10051"/>
                    <a:pt x="1358" y="11003"/>
                    <a:pt x="2713" y="11003"/>
                  </a:cubicBezTo>
                  <a:cubicBezTo>
                    <a:pt x="3560" y="11003"/>
                    <a:pt x="4405" y="10631"/>
                    <a:pt x="4917" y="9422"/>
                  </a:cubicBezTo>
                  <a:cubicBezTo>
                    <a:pt x="6248" y="6317"/>
                    <a:pt x="6063" y="438"/>
                    <a:pt x="3845" y="32"/>
                  </a:cubicBezTo>
                  <a:cubicBezTo>
                    <a:pt x="3728" y="10"/>
                    <a:pt x="3615" y="0"/>
                    <a:pt x="35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42"/>
            <p:cNvSpPr/>
            <p:nvPr/>
          </p:nvSpPr>
          <p:spPr>
            <a:xfrm>
              <a:off x="3286375" y="1428575"/>
              <a:ext cx="120175" cy="258825"/>
            </a:xfrm>
            <a:custGeom>
              <a:rect b="b" l="l" r="r" t="t"/>
              <a:pathLst>
                <a:path extrusionOk="0" h="10353" w="4807">
                  <a:moveTo>
                    <a:pt x="2847" y="0"/>
                  </a:moveTo>
                  <a:cubicBezTo>
                    <a:pt x="2478" y="0"/>
                    <a:pt x="2182" y="111"/>
                    <a:pt x="1923" y="370"/>
                  </a:cubicBezTo>
                  <a:cubicBezTo>
                    <a:pt x="1738" y="555"/>
                    <a:pt x="1590" y="777"/>
                    <a:pt x="1443" y="1072"/>
                  </a:cubicBezTo>
                  <a:cubicBezTo>
                    <a:pt x="1295" y="2736"/>
                    <a:pt x="1073" y="4400"/>
                    <a:pt x="777" y="6100"/>
                  </a:cubicBezTo>
                  <a:cubicBezTo>
                    <a:pt x="1036" y="5620"/>
                    <a:pt x="1775" y="4215"/>
                    <a:pt x="2441" y="3328"/>
                  </a:cubicBezTo>
                  <a:cubicBezTo>
                    <a:pt x="2700" y="2958"/>
                    <a:pt x="2958" y="2625"/>
                    <a:pt x="3254" y="2477"/>
                  </a:cubicBezTo>
                  <a:cubicBezTo>
                    <a:pt x="3365" y="2440"/>
                    <a:pt x="3439" y="2403"/>
                    <a:pt x="3550" y="2403"/>
                  </a:cubicBezTo>
                  <a:cubicBezTo>
                    <a:pt x="3735" y="2403"/>
                    <a:pt x="3920" y="2477"/>
                    <a:pt x="3993" y="2588"/>
                  </a:cubicBezTo>
                  <a:cubicBezTo>
                    <a:pt x="4104" y="2699"/>
                    <a:pt x="4178" y="2810"/>
                    <a:pt x="4215" y="2958"/>
                  </a:cubicBezTo>
                  <a:cubicBezTo>
                    <a:pt x="4363" y="3217"/>
                    <a:pt x="4400" y="3549"/>
                    <a:pt x="4474" y="3845"/>
                  </a:cubicBezTo>
                  <a:cubicBezTo>
                    <a:pt x="4548" y="4474"/>
                    <a:pt x="4585" y="5065"/>
                    <a:pt x="4585" y="5065"/>
                  </a:cubicBezTo>
                  <a:cubicBezTo>
                    <a:pt x="4585" y="5250"/>
                    <a:pt x="4437" y="5398"/>
                    <a:pt x="4289" y="5398"/>
                  </a:cubicBezTo>
                  <a:lnTo>
                    <a:pt x="4252" y="5398"/>
                  </a:lnTo>
                  <a:cubicBezTo>
                    <a:pt x="4104" y="5398"/>
                    <a:pt x="3957" y="5250"/>
                    <a:pt x="3957" y="5102"/>
                  </a:cubicBezTo>
                  <a:cubicBezTo>
                    <a:pt x="3957" y="5102"/>
                    <a:pt x="3957" y="5028"/>
                    <a:pt x="3957" y="4917"/>
                  </a:cubicBezTo>
                  <a:cubicBezTo>
                    <a:pt x="3957" y="4843"/>
                    <a:pt x="3957" y="4696"/>
                    <a:pt x="3920" y="4511"/>
                  </a:cubicBezTo>
                  <a:cubicBezTo>
                    <a:pt x="3883" y="4178"/>
                    <a:pt x="3846" y="3771"/>
                    <a:pt x="3735" y="3439"/>
                  </a:cubicBezTo>
                  <a:cubicBezTo>
                    <a:pt x="3698" y="3217"/>
                    <a:pt x="3587" y="3069"/>
                    <a:pt x="3550" y="3032"/>
                  </a:cubicBezTo>
                  <a:cubicBezTo>
                    <a:pt x="3476" y="3069"/>
                    <a:pt x="3291" y="3217"/>
                    <a:pt x="3106" y="3439"/>
                  </a:cubicBezTo>
                  <a:cubicBezTo>
                    <a:pt x="2921" y="3660"/>
                    <a:pt x="2736" y="3956"/>
                    <a:pt x="2552" y="4252"/>
                  </a:cubicBezTo>
                  <a:cubicBezTo>
                    <a:pt x="2182" y="4806"/>
                    <a:pt x="1849" y="5398"/>
                    <a:pt x="1590" y="5842"/>
                  </a:cubicBezTo>
                  <a:cubicBezTo>
                    <a:pt x="1812" y="5805"/>
                    <a:pt x="2071" y="5731"/>
                    <a:pt x="2293" y="5731"/>
                  </a:cubicBezTo>
                  <a:cubicBezTo>
                    <a:pt x="2441" y="5731"/>
                    <a:pt x="2626" y="5768"/>
                    <a:pt x="2773" y="5879"/>
                  </a:cubicBezTo>
                  <a:cubicBezTo>
                    <a:pt x="2958" y="5990"/>
                    <a:pt x="3032" y="6211"/>
                    <a:pt x="3032" y="6396"/>
                  </a:cubicBezTo>
                  <a:cubicBezTo>
                    <a:pt x="3032" y="6507"/>
                    <a:pt x="3032" y="6618"/>
                    <a:pt x="2995" y="6766"/>
                  </a:cubicBezTo>
                  <a:cubicBezTo>
                    <a:pt x="2958" y="6877"/>
                    <a:pt x="2810" y="6951"/>
                    <a:pt x="2700" y="6951"/>
                  </a:cubicBezTo>
                  <a:lnTo>
                    <a:pt x="2589" y="6951"/>
                  </a:lnTo>
                  <a:cubicBezTo>
                    <a:pt x="2441" y="6914"/>
                    <a:pt x="2330" y="6729"/>
                    <a:pt x="2404" y="6581"/>
                  </a:cubicBezTo>
                  <a:cubicBezTo>
                    <a:pt x="2404" y="6470"/>
                    <a:pt x="2441" y="6433"/>
                    <a:pt x="2441" y="6396"/>
                  </a:cubicBezTo>
                  <a:lnTo>
                    <a:pt x="2441" y="6359"/>
                  </a:lnTo>
                  <a:lnTo>
                    <a:pt x="2293" y="6359"/>
                  </a:lnTo>
                  <a:cubicBezTo>
                    <a:pt x="2108" y="6359"/>
                    <a:pt x="1849" y="6433"/>
                    <a:pt x="1627" y="6507"/>
                  </a:cubicBezTo>
                  <a:cubicBezTo>
                    <a:pt x="1406" y="6581"/>
                    <a:pt x="1184" y="6655"/>
                    <a:pt x="1110" y="6692"/>
                  </a:cubicBezTo>
                  <a:lnTo>
                    <a:pt x="1073" y="6692"/>
                  </a:lnTo>
                  <a:cubicBezTo>
                    <a:pt x="1036" y="6729"/>
                    <a:pt x="999" y="6729"/>
                    <a:pt x="962" y="6729"/>
                  </a:cubicBezTo>
                  <a:cubicBezTo>
                    <a:pt x="888" y="6729"/>
                    <a:pt x="777" y="6692"/>
                    <a:pt x="740" y="6655"/>
                  </a:cubicBezTo>
                  <a:cubicBezTo>
                    <a:pt x="703" y="6618"/>
                    <a:pt x="703" y="6618"/>
                    <a:pt x="703" y="6581"/>
                  </a:cubicBezTo>
                  <a:cubicBezTo>
                    <a:pt x="481" y="7653"/>
                    <a:pt x="259" y="8725"/>
                    <a:pt x="1" y="9761"/>
                  </a:cubicBezTo>
                  <a:cubicBezTo>
                    <a:pt x="112" y="9798"/>
                    <a:pt x="222" y="9871"/>
                    <a:pt x="333" y="9908"/>
                  </a:cubicBezTo>
                  <a:cubicBezTo>
                    <a:pt x="814" y="10130"/>
                    <a:pt x="1443" y="10352"/>
                    <a:pt x="2071" y="10352"/>
                  </a:cubicBezTo>
                  <a:cubicBezTo>
                    <a:pt x="2441" y="10352"/>
                    <a:pt x="2810" y="10278"/>
                    <a:pt x="3143" y="10093"/>
                  </a:cubicBezTo>
                  <a:cubicBezTo>
                    <a:pt x="3439" y="9871"/>
                    <a:pt x="3735" y="9539"/>
                    <a:pt x="3993" y="8984"/>
                  </a:cubicBezTo>
                  <a:cubicBezTo>
                    <a:pt x="4511" y="7764"/>
                    <a:pt x="4807" y="6063"/>
                    <a:pt x="4807" y="4474"/>
                  </a:cubicBezTo>
                  <a:cubicBezTo>
                    <a:pt x="4807" y="3586"/>
                    <a:pt x="4696" y="2773"/>
                    <a:pt x="4548" y="2071"/>
                  </a:cubicBezTo>
                  <a:cubicBezTo>
                    <a:pt x="4363" y="1331"/>
                    <a:pt x="4104" y="777"/>
                    <a:pt x="3809" y="444"/>
                  </a:cubicBezTo>
                  <a:cubicBezTo>
                    <a:pt x="3587" y="185"/>
                    <a:pt x="3365" y="74"/>
                    <a:pt x="3106"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42"/>
            <p:cNvSpPr/>
            <p:nvPr/>
          </p:nvSpPr>
          <p:spPr>
            <a:xfrm>
              <a:off x="3302100" y="1488650"/>
              <a:ext cx="98925" cy="113950"/>
            </a:xfrm>
            <a:custGeom>
              <a:rect b="b" l="l" r="r" t="t"/>
              <a:pathLst>
                <a:path extrusionOk="0" h="4558" w="3957">
                  <a:moveTo>
                    <a:pt x="2921" y="0"/>
                  </a:moveTo>
                  <a:cubicBezTo>
                    <a:pt x="2810" y="0"/>
                    <a:pt x="2736" y="37"/>
                    <a:pt x="2625" y="74"/>
                  </a:cubicBezTo>
                  <a:cubicBezTo>
                    <a:pt x="2329" y="222"/>
                    <a:pt x="2071" y="555"/>
                    <a:pt x="1812" y="925"/>
                  </a:cubicBezTo>
                  <a:cubicBezTo>
                    <a:pt x="961" y="2034"/>
                    <a:pt x="74" y="3882"/>
                    <a:pt x="37" y="3882"/>
                  </a:cubicBezTo>
                  <a:cubicBezTo>
                    <a:pt x="0" y="3993"/>
                    <a:pt x="0" y="4141"/>
                    <a:pt x="111" y="4252"/>
                  </a:cubicBezTo>
                  <a:cubicBezTo>
                    <a:pt x="157" y="4298"/>
                    <a:pt x="231" y="4329"/>
                    <a:pt x="307" y="4329"/>
                  </a:cubicBezTo>
                  <a:cubicBezTo>
                    <a:pt x="354" y="4329"/>
                    <a:pt x="401" y="4317"/>
                    <a:pt x="444" y="4289"/>
                  </a:cubicBezTo>
                  <a:lnTo>
                    <a:pt x="481" y="4289"/>
                  </a:lnTo>
                  <a:cubicBezTo>
                    <a:pt x="555" y="4252"/>
                    <a:pt x="777" y="4178"/>
                    <a:pt x="998" y="4104"/>
                  </a:cubicBezTo>
                  <a:cubicBezTo>
                    <a:pt x="1220" y="4030"/>
                    <a:pt x="1479" y="3956"/>
                    <a:pt x="1664" y="3956"/>
                  </a:cubicBezTo>
                  <a:cubicBezTo>
                    <a:pt x="1738" y="3956"/>
                    <a:pt x="1812" y="3956"/>
                    <a:pt x="1812" y="3993"/>
                  </a:cubicBezTo>
                  <a:cubicBezTo>
                    <a:pt x="1812" y="4030"/>
                    <a:pt x="1775" y="4067"/>
                    <a:pt x="1775" y="4178"/>
                  </a:cubicBezTo>
                  <a:cubicBezTo>
                    <a:pt x="1701" y="4326"/>
                    <a:pt x="1812" y="4511"/>
                    <a:pt x="1960" y="4548"/>
                  </a:cubicBezTo>
                  <a:cubicBezTo>
                    <a:pt x="1991" y="4554"/>
                    <a:pt x="2022" y="4557"/>
                    <a:pt x="2051" y="4557"/>
                  </a:cubicBezTo>
                  <a:cubicBezTo>
                    <a:pt x="2193" y="4557"/>
                    <a:pt x="2305" y="4485"/>
                    <a:pt x="2366" y="4363"/>
                  </a:cubicBezTo>
                  <a:cubicBezTo>
                    <a:pt x="2403" y="4215"/>
                    <a:pt x="2403" y="4104"/>
                    <a:pt x="2403" y="3993"/>
                  </a:cubicBezTo>
                  <a:cubicBezTo>
                    <a:pt x="2403" y="3808"/>
                    <a:pt x="2329" y="3587"/>
                    <a:pt x="2144" y="3476"/>
                  </a:cubicBezTo>
                  <a:cubicBezTo>
                    <a:pt x="1997" y="3365"/>
                    <a:pt x="1812" y="3328"/>
                    <a:pt x="1664" y="3328"/>
                  </a:cubicBezTo>
                  <a:cubicBezTo>
                    <a:pt x="1432" y="3328"/>
                    <a:pt x="1182" y="3382"/>
                    <a:pt x="965" y="3452"/>
                  </a:cubicBezTo>
                  <a:lnTo>
                    <a:pt x="965" y="3452"/>
                  </a:lnTo>
                  <a:cubicBezTo>
                    <a:pt x="1220" y="2989"/>
                    <a:pt x="1572" y="2392"/>
                    <a:pt x="1923" y="1849"/>
                  </a:cubicBezTo>
                  <a:cubicBezTo>
                    <a:pt x="2107" y="1553"/>
                    <a:pt x="2292" y="1257"/>
                    <a:pt x="2477" y="1036"/>
                  </a:cubicBezTo>
                  <a:cubicBezTo>
                    <a:pt x="2662" y="814"/>
                    <a:pt x="2847" y="666"/>
                    <a:pt x="2921" y="629"/>
                  </a:cubicBezTo>
                  <a:cubicBezTo>
                    <a:pt x="2958" y="666"/>
                    <a:pt x="3069" y="814"/>
                    <a:pt x="3106" y="1036"/>
                  </a:cubicBezTo>
                  <a:cubicBezTo>
                    <a:pt x="3217" y="1368"/>
                    <a:pt x="3254" y="1775"/>
                    <a:pt x="3291" y="2108"/>
                  </a:cubicBezTo>
                  <a:cubicBezTo>
                    <a:pt x="3328" y="2293"/>
                    <a:pt x="3328" y="2440"/>
                    <a:pt x="3328" y="2514"/>
                  </a:cubicBezTo>
                  <a:cubicBezTo>
                    <a:pt x="3328" y="2625"/>
                    <a:pt x="3328" y="2699"/>
                    <a:pt x="3328" y="2699"/>
                  </a:cubicBezTo>
                  <a:cubicBezTo>
                    <a:pt x="3328" y="2847"/>
                    <a:pt x="3475" y="2995"/>
                    <a:pt x="3660" y="2995"/>
                  </a:cubicBezTo>
                  <a:cubicBezTo>
                    <a:pt x="3808" y="2995"/>
                    <a:pt x="3956" y="2847"/>
                    <a:pt x="3956" y="2662"/>
                  </a:cubicBezTo>
                  <a:cubicBezTo>
                    <a:pt x="3956" y="2662"/>
                    <a:pt x="3919" y="2071"/>
                    <a:pt x="3845" y="1442"/>
                  </a:cubicBezTo>
                  <a:cubicBezTo>
                    <a:pt x="3771" y="1146"/>
                    <a:pt x="3734" y="814"/>
                    <a:pt x="3586" y="555"/>
                  </a:cubicBezTo>
                  <a:cubicBezTo>
                    <a:pt x="3549" y="407"/>
                    <a:pt x="3475" y="296"/>
                    <a:pt x="3364" y="185"/>
                  </a:cubicBezTo>
                  <a:cubicBezTo>
                    <a:pt x="3254" y="74"/>
                    <a:pt x="3106" y="0"/>
                    <a:pt x="29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42"/>
            <p:cNvSpPr/>
            <p:nvPr/>
          </p:nvSpPr>
          <p:spPr>
            <a:xfrm>
              <a:off x="3261425" y="1412850"/>
              <a:ext cx="159925" cy="290250"/>
            </a:xfrm>
            <a:custGeom>
              <a:rect b="b" l="l" r="r" t="t"/>
              <a:pathLst>
                <a:path extrusionOk="0" h="11610" w="6397">
                  <a:moveTo>
                    <a:pt x="4104" y="629"/>
                  </a:moveTo>
                  <a:cubicBezTo>
                    <a:pt x="4363" y="703"/>
                    <a:pt x="4585" y="814"/>
                    <a:pt x="4807" y="1073"/>
                  </a:cubicBezTo>
                  <a:cubicBezTo>
                    <a:pt x="5102" y="1406"/>
                    <a:pt x="5361" y="1960"/>
                    <a:pt x="5546" y="2700"/>
                  </a:cubicBezTo>
                  <a:cubicBezTo>
                    <a:pt x="5694" y="3402"/>
                    <a:pt x="5805" y="4215"/>
                    <a:pt x="5805" y="5103"/>
                  </a:cubicBezTo>
                  <a:cubicBezTo>
                    <a:pt x="5805" y="6692"/>
                    <a:pt x="5509" y="8393"/>
                    <a:pt x="4991" y="9613"/>
                  </a:cubicBezTo>
                  <a:cubicBezTo>
                    <a:pt x="4733" y="10168"/>
                    <a:pt x="4437" y="10500"/>
                    <a:pt x="4141" y="10722"/>
                  </a:cubicBezTo>
                  <a:cubicBezTo>
                    <a:pt x="3808" y="10907"/>
                    <a:pt x="3439" y="10981"/>
                    <a:pt x="3069" y="10981"/>
                  </a:cubicBezTo>
                  <a:cubicBezTo>
                    <a:pt x="2441" y="10981"/>
                    <a:pt x="1812" y="10759"/>
                    <a:pt x="1331" y="10537"/>
                  </a:cubicBezTo>
                  <a:cubicBezTo>
                    <a:pt x="1073" y="10427"/>
                    <a:pt x="888" y="10316"/>
                    <a:pt x="740" y="10242"/>
                  </a:cubicBezTo>
                  <a:cubicBezTo>
                    <a:pt x="714" y="10229"/>
                    <a:pt x="688" y="10216"/>
                    <a:pt x="664" y="10203"/>
                  </a:cubicBezTo>
                  <a:lnTo>
                    <a:pt x="664" y="10203"/>
                  </a:lnTo>
                  <a:lnTo>
                    <a:pt x="1886" y="3698"/>
                  </a:lnTo>
                  <a:lnTo>
                    <a:pt x="1886" y="3661"/>
                  </a:lnTo>
                  <a:lnTo>
                    <a:pt x="1886" y="3624"/>
                  </a:lnTo>
                  <a:cubicBezTo>
                    <a:pt x="1886" y="3476"/>
                    <a:pt x="1997" y="2663"/>
                    <a:pt x="2330" y="1923"/>
                  </a:cubicBezTo>
                  <a:cubicBezTo>
                    <a:pt x="2477" y="1554"/>
                    <a:pt x="2699" y="1221"/>
                    <a:pt x="2921" y="999"/>
                  </a:cubicBezTo>
                  <a:cubicBezTo>
                    <a:pt x="3180" y="740"/>
                    <a:pt x="3476" y="629"/>
                    <a:pt x="3845" y="629"/>
                  </a:cubicBezTo>
                  <a:close/>
                  <a:moveTo>
                    <a:pt x="3845" y="1"/>
                  </a:moveTo>
                  <a:cubicBezTo>
                    <a:pt x="3254" y="1"/>
                    <a:pt x="2773" y="260"/>
                    <a:pt x="2441" y="592"/>
                  </a:cubicBezTo>
                  <a:cubicBezTo>
                    <a:pt x="1923" y="1147"/>
                    <a:pt x="1664" y="1886"/>
                    <a:pt x="1479" y="2515"/>
                  </a:cubicBezTo>
                  <a:cubicBezTo>
                    <a:pt x="1294" y="3106"/>
                    <a:pt x="1257" y="3587"/>
                    <a:pt x="1257" y="3587"/>
                  </a:cubicBezTo>
                  <a:lnTo>
                    <a:pt x="37" y="10279"/>
                  </a:lnTo>
                  <a:cubicBezTo>
                    <a:pt x="0" y="10390"/>
                    <a:pt x="74" y="10537"/>
                    <a:pt x="148" y="10611"/>
                  </a:cubicBezTo>
                  <a:cubicBezTo>
                    <a:pt x="148" y="10611"/>
                    <a:pt x="518" y="10870"/>
                    <a:pt x="1073" y="11092"/>
                  </a:cubicBezTo>
                  <a:cubicBezTo>
                    <a:pt x="1590" y="11351"/>
                    <a:pt x="2330" y="11610"/>
                    <a:pt x="3069" y="11610"/>
                  </a:cubicBezTo>
                  <a:cubicBezTo>
                    <a:pt x="3550" y="11610"/>
                    <a:pt x="4030" y="11499"/>
                    <a:pt x="4474" y="11240"/>
                  </a:cubicBezTo>
                  <a:cubicBezTo>
                    <a:pt x="4881" y="10944"/>
                    <a:pt x="5287" y="10500"/>
                    <a:pt x="5546" y="9872"/>
                  </a:cubicBezTo>
                  <a:cubicBezTo>
                    <a:pt x="6101" y="8541"/>
                    <a:pt x="6396" y="6766"/>
                    <a:pt x="6396" y="5103"/>
                  </a:cubicBezTo>
                  <a:cubicBezTo>
                    <a:pt x="6396" y="3883"/>
                    <a:pt x="6248" y="2737"/>
                    <a:pt x="5916" y="1812"/>
                  </a:cubicBezTo>
                  <a:cubicBezTo>
                    <a:pt x="5768" y="1369"/>
                    <a:pt x="5546" y="962"/>
                    <a:pt x="5250" y="629"/>
                  </a:cubicBezTo>
                  <a:cubicBezTo>
                    <a:pt x="4991" y="334"/>
                    <a:pt x="4622" y="112"/>
                    <a:pt x="4215" y="38"/>
                  </a:cubicBezTo>
                  <a:cubicBezTo>
                    <a:pt x="4104" y="1"/>
                    <a:pt x="3956" y="1"/>
                    <a:pt x="38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42"/>
            <p:cNvSpPr/>
            <p:nvPr/>
          </p:nvSpPr>
          <p:spPr>
            <a:xfrm>
              <a:off x="2054325" y="1865750"/>
              <a:ext cx="1766300" cy="1469600"/>
            </a:xfrm>
            <a:custGeom>
              <a:rect b="b" l="l" r="r" t="t"/>
              <a:pathLst>
                <a:path extrusionOk="0" h="58784" w="70652">
                  <a:moveTo>
                    <a:pt x="28283" y="0"/>
                  </a:moveTo>
                  <a:cubicBezTo>
                    <a:pt x="28283" y="1"/>
                    <a:pt x="30021" y="13199"/>
                    <a:pt x="29097" y="15750"/>
                  </a:cubicBezTo>
                  <a:cubicBezTo>
                    <a:pt x="28135" y="18264"/>
                    <a:pt x="23218" y="19854"/>
                    <a:pt x="18597" y="20334"/>
                  </a:cubicBezTo>
                  <a:cubicBezTo>
                    <a:pt x="18132" y="20390"/>
                    <a:pt x="17648" y="20412"/>
                    <a:pt x="17149" y="20412"/>
                  </a:cubicBezTo>
                  <a:cubicBezTo>
                    <a:pt x="15982" y="20412"/>
                    <a:pt x="14739" y="20290"/>
                    <a:pt x="13495" y="20186"/>
                  </a:cubicBezTo>
                  <a:cubicBezTo>
                    <a:pt x="12212" y="20064"/>
                    <a:pt x="10929" y="19941"/>
                    <a:pt x="9714" y="19941"/>
                  </a:cubicBezTo>
                  <a:cubicBezTo>
                    <a:pt x="7640" y="19941"/>
                    <a:pt x="5766" y="20299"/>
                    <a:pt x="4437" y="21628"/>
                  </a:cubicBezTo>
                  <a:cubicBezTo>
                    <a:pt x="1258" y="24808"/>
                    <a:pt x="1" y="58784"/>
                    <a:pt x="1" y="58784"/>
                  </a:cubicBezTo>
                  <a:lnTo>
                    <a:pt x="30982" y="51316"/>
                  </a:lnTo>
                  <a:lnTo>
                    <a:pt x="41112" y="48802"/>
                  </a:lnTo>
                  <a:lnTo>
                    <a:pt x="70652" y="41851"/>
                  </a:lnTo>
                  <a:cubicBezTo>
                    <a:pt x="70652" y="41851"/>
                    <a:pt x="70578" y="24808"/>
                    <a:pt x="67398" y="21628"/>
                  </a:cubicBezTo>
                  <a:cubicBezTo>
                    <a:pt x="66069" y="20299"/>
                    <a:pt x="64196" y="19941"/>
                    <a:pt x="62122" y="19941"/>
                  </a:cubicBezTo>
                  <a:cubicBezTo>
                    <a:pt x="60907" y="19941"/>
                    <a:pt x="59624" y="20064"/>
                    <a:pt x="58340" y="20186"/>
                  </a:cubicBezTo>
                  <a:cubicBezTo>
                    <a:pt x="57097" y="20290"/>
                    <a:pt x="55853" y="20412"/>
                    <a:pt x="54686" y="20412"/>
                  </a:cubicBezTo>
                  <a:cubicBezTo>
                    <a:pt x="54188" y="20412"/>
                    <a:pt x="53703" y="20390"/>
                    <a:pt x="53239" y="20334"/>
                  </a:cubicBezTo>
                  <a:cubicBezTo>
                    <a:pt x="48617" y="19854"/>
                    <a:pt x="43700" y="18264"/>
                    <a:pt x="42739" y="15750"/>
                  </a:cubicBezTo>
                  <a:cubicBezTo>
                    <a:pt x="41815" y="13199"/>
                    <a:pt x="43552" y="1"/>
                    <a:pt x="43552" y="0"/>
                  </a:cubicBezTo>
                  <a:lnTo>
                    <a:pt x="43552" y="0"/>
                  </a:lnTo>
                  <a:lnTo>
                    <a:pt x="35899" y="1220"/>
                  </a:lnTo>
                  <a:lnTo>
                    <a:pt x="2828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42"/>
            <p:cNvSpPr/>
            <p:nvPr/>
          </p:nvSpPr>
          <p:spPr>
            <a:xfrm>
              <a:off x="2062650" y="2189250"/>
              <a:ext cx="1729325" cy="1135950"/>
            </a:xfrm>
            <a:custGeom>
              <a:rect b="b" l="l" r="r" t="t"/>
              <a:pathLst>
                <a:path extrusionOk="0" h="45438" w="69173">
                  <a:moveTo>
                    <a:pt x="61741" y="7320"/>
                  </a:moveTo>
                  <a:cubicBezTo>
                    <a:pt x="60411" y="7320"/>
                    <a:pt x="58969" y="7468"/>
                    <a:pt x="57527" y="7579"/>
                  </a:cubicBezTo>
                  <a:cubicBezTo>
                    <a:pt x="57490" y="8430"/>
                    <a:pt x="57453" y="9613"/>
                    <a:pt x="57453" y="10944"/>
                  </a:cubicBezTo>
                  <a:cubicBezTo>
                    <a:pt x="57453" y="13014"/>
                    <a:pt x="57564" y="15528"/>
                    <a:pt x="57934" y="18116"/>
                  </a:cubicBezTo>
                  <a:cubicBezTo>
                    <a:pt x="59967" y="17561"/>
                    <a:pt x="62814" y="16933"/>
                    <a:pt x="65660" y="16933"/>
                  </a:cubicBezTo>
                  <a:cubicBezTo>
                    <a:pt x="66548" y="16933"/>
                    <a:pt x="67435" y="17007"/>
                    <a:pt x="68285" y="17155"/>
                  </a:cubicBezTo>
                  <a:lnTo>
                    <a:pt x="69173" y="17155"/>
                  </a:lnTo>
                  <a:cubicBezTo>
                    <a:pt x="68914" y="15232"/>
                    <a:pt x="68655" y="13531"/>
                    <a:pt x="68322" y="12164"/>
                  </a:cubicBezTo>
                  <a:cubicBezTo>
                    <a:pt x="67916" y="10648"/>
                    <a:pt x="67398" y="9465"/>
                    <a:pt x="66843" y="8910"/>
                  </a:cubicBezTo>
                  <a:cubicBezTo>
                    <a:pt x="66215" y="8282"/>
                    <a:pt x="65476" y="7875"/>
                    <a:pt x="64588" y="7653"/>
                  </a:cubicBezTo>
                  <a:cubicBezTo>
                    <a:pt x="63738" y="7394"/>
                    <a:pt x="62777" y="7320"/>
                    <a:pt x="61778" y="7320"/>
                  </a:cubicBezTo>
                  <a:close/>
                  <a:moveTo>
                    <a:pt x="29355" y="0"/>
                  </a:moveTo>
                  <a:cubicBezTo>
                    <a:pt x="29355" y="629"/>
                    <a:pt x="29318" y="1183"/>
                    <a:pt x="29281" y="1664"/>
                  </a:cubicBezTo>
                  <a:cubicBezTo>
                    <a:pt x="29244" y="2181"/>
                    <a:pt x="29170" y="2588"/>
                    <a:pt x="29023" y="2921"/>
                  </a:cubicBezTo>
                  <a:cubicBezTo>
                    <a:pt x="28764" y="3623"/>
                    <a:pt x="28246" y="4215"/>
                    <a:pt x="27544" y="4769"/>
                  </a:cubicBezTo>
                  <a:cubicBezTo>
                    <a:pt x="26841" y="5324"/>
                    <a:pt x="25954" y="5768"/>
                    <a:pt x="24993" y="6174"/>
                  </a:cubicBezTo>
                  <a:cubicBezTo>
                    <a:pt x="23218" y="6877"/>
                    <a:pt x="21111" y="7357"/>
                    <a:pt x="19003" y="7616"/>
                  </a:cubicBezTo>
                  <a:cubicBezTo>
                    <a:pt x="19299" y="8393"/>
                    <a:pt x="19669" y="9317"/>
                    <a:pt x="20150" y="10315"/>
                  </a:cubicBezTo>
                  <a:cubicBezTo>
                    <a:pt x="24031" y="11313"/>
                    <a:pt x="30797" y="13864"/>
                    <a:pt x="31500" y="14936"/>
                  </a:cubicBezTo>
                  <a:cubicBezTo>
                    <a:pt x="31647" y="15121"/>
                    <a:pt x="31500" y="15195"/>
                    <a:pt x="31130" y="15195"/>
                  </a:cubicBezTo>
                  <a:cubicBezTo>
                    <a:pt x="29651" y="15195"/>
                    <a:pt x="24549" y="13716"/>
                    <a:pt x="21333" y="12755"/>
                  </a:cubicBezTo>
                  <a:lnTo>
                    <a:pt x="21333" y="12755"/>
                  </a:lnTo>
                  <a:cubicBezTo>
                    <a:pt x="21739" y="13531"/>
                    <a:pt x="22183" y="14308"/>
                    <a:pt x="22664" y="15121"/>
                  </a:cubicBezTo>
                  <a:cubicBezTo>
                    <a:pt x="24512" y="18153"/>
                    <a:pt x="26915" y="21258"/>
                    <a:pt x="29799" y="23218"/>
                  </a:cubicBezTo>
                  <a:cubicBezTo>
                    <a:pt x="31721" y="24512"/>
                    <a:pt x="33866" y="25325"/>
                    <a:pt x="36232" y="25325"/>
                  </a:cubicBezTo>
                  <a:cubicBezTo>
                    <a:pt x="36712" y="25325"/>
                    <a:pt x="37230" y="25288"/>
                    <a:pt x="37748" y="25214"/>
                  </a:cubicBezTo>
                  <a:cubicBezTo>
                    <a:pt x="42739" y="24475"/>
                    <a:pt x="46029" y="21258"/>
                    <a:pt x="48210" y="17561"/>
                  </a:cubicBezTo>
                  <a:cubicBezTo>
                    <a:pt x="48802" y="16526"/>
                    <a:pt x="49319" y="15491"/>
                    <a:pt x="49763" y="14456"/>
                  </a:cubicBezTo>
                  <a:lnTo>
                    <a:pt x="49763" y="14456"/>
                  </a:lnTo>
                  <a:cubicBezTo>
                    <a:pt x="47360" y="14641"/>
                    <a:pt x="43589" y="14899"/>
                    <a:pt x="41223" y="14899"/>
                  </a:cubicBezTo>
                  <a:cubicBezTo>
                    <a:pt x="40299" y="14899"/>
                    <a:pt x="39596" y="14862"/>
                    <a:pt x="39300" y="14751"/>
                  </a:cubicBezTo>
                  <a:cubicBezTo>
                    <a:pt x="38043" y="14382"/>
                    <a:pt x="46731" y="13125"/>
                    <a:pt x="50502" y="12607"/>
                  </a:cubicBezTo>
                  <a:cubicBezTo>
                    <a:pt x="51168" y="10722"/>
                    <a:pt x="51612" y="8947"/>
                    <a:pt x="51870" y="7579"/>
                  </a:cubicBezTo>
                  <a:cubicBezTo>
                    <a:pt x="48691" y="7172"/>
                    <a:pt x="45511" y="6211"/>
                    <a:pt x="43626" y="4769"/>
                  </a:cubicBezTo>
                  <a:cubicBezTo>
                    <a:pt x="42923" y="4215"/>
                    <a:pt x="42406" y="3623"/>
                    <a:pt x="42147" y="2921"/>
                  </a:cubicBezTo>
                  <a:cubicBezTo>
                    <a:pt x="41999" y="2588"/>
                    <a:pt x="41925" y="2181"/>
                    <a:pt x="41888" y="1664"/>
                  </a:cubicBezTo>
                  <a:cubicBezTo>
                    <a:pt x="41851" y="1257"/>
                    <a:pt x="41851" y="814"/>
                    <a:pt x="41814" y="333"/>
                  </a:cubicBezTo>
                  <a:cubicBezTo>
                    <a:pt x="40520" y="961"/>
                    <a:pt x="39042" y="1368"/>
                    <a:pt x="37378" y="1405"/>
                  </a:cubicBezTo>
                  <a:lnTo>
                    <a:pt x="36749" y="1405"/>
                  </a:lnTo>
                  <a:cubicBezTo>
                    <a:pt x="32978" y="1405"/>
                    <a:pt x="30723" y="740"/>
                    <a:pt x="29355" y="0"/>
                  </a:cubicBezTo>
                  <a:close/>
                  <a:moveTo>
                    <a:pt x="9391" y="7320"/>
                  </a:moveTo>
                  <a:cubicBezTo>
                    <a:pt x="8393" y="7320"/>
                    <a:pt x="7432" y="7394"/>
                    <a:pt x="6544" y="7653"/>
                  </a:cubicBezTo>
                  <a:cubicBezTo>
                    <a:pt x="5694" y="7875"/>
                    <a:pt x="4955" y="8282"/>
                    <a:pt x="4326" y="8910"/>
                  </a:cubicBezTo>
                  <a:cubicBezTo>
                    <a:pt x="4067" y="9169"/>
                    <a:pt x="3735" y="9871"/>
                    <a:pt x="3439" y="10833"/>
                  </a:cubicBezTo>
                  <a:cubicBezTo>
                    <a:pt x="3143" y="11831"/>
                    <a:pt x="2847" y="13088"/>
                    <a:pt x="2589" y="14567"/>
                  </a:cubicBezTo>
                  <a:cubicBezTo>
                    <a:pt x="2071" y="17524"/>
                    <a:pt x="1664" y="21258"/>
                    <a:pt x="1295" y="25140"/>
                  </a:cubicBezTo>
                  <a:cubicBezTo>
                    <a:pt x="592" y="32904"/>
                    <a:pt x="185" y="41112"/>
                    <a:pt x="38" y="44402"/>
                  </a:cubicBezTo>
                  <a:cubicBezTo>
                    <a:pt x="1" y="44846"/>
                    <a:pt x="1" y="45215"/>
                    <a:pt x="1" y="45437"/>
                  </a:cubicBezTo>
                  <a:lnTo>
                    <a:pt x="11351" y="42701"/>
                  </a:lnTo>
                  <a:cubicBezTo>
                    <a:pt x="11203" y="41592"/>
                    <a:pt x="11129" y="40446"/>
                    <a:pt x="11129" y="39337"/>
                  </a:cubicBezTo>
                  <a:cubicBezTo>
                    <a:pt x="11129" y="36121"/>
                    <a:pt x="11942" y="31795"/>
                    <a:pt x="12829" y="27469"/>
                  </a:cubicBezTo>
                  <a:cubicBezTo>
                    <a:pt x="13717" y="23107"/>
                    <a:pt x="14604" y="18781"/>
                    <a:pt x="14789" y="15676"/>
                  </a:cubicBezTo>
                  <a:cubicBezTo>
                    <a:pt x="14789" y="15195"/>
                    <a:pt x="14789" y="14751"/>
                    <a:pt x="14789" y="14345"/>
                  </a:cubicBezTo>
                  <a:cubicBezTo>
                    <a:pt x="14789" y="11646"/>
                    <a:pt x="14419" y="9317"/>
                    <a:pt x="13975" y="7616"/>
                  </a:cubicBezTo>
                  <a:cubicBezTo>
                    <a:pt x="12423" y="7468"/>
                    <a:pt x="10870" y="7320"/>
                    <a:pt x="9428" y="732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42"/>
            <p:cNvSpPr/>
            <p:nvPr/>
          </p:nvSpPr>
          <p:spPr>
            <a:xfrm>
              <a:off x="2790050" y="2053375"/>
              <a:ext cx="325375" cy="171025"/>
            </a:xfrm>
            <a:custGeom>
              <a:rect b="b" l="l" r="r" t="t"/>
              <a:pathLst>
                <a:path extrusionOk="0" h="6841" w="13015">
                  <a:moveTo>
                    <a:pt x="13014" y="0"/>
                  </a:moveTo>
                  <a:cubicBezTo>
                    <a:pt x="11979" y="1147"/>
                    <a:pt x="10907" y="1960"/>
                    <a:pt x="9798" y="2330"/>
                  </a:cubicBezTo>
                  <a:cubicBezTo>
                    <a:pt x="8836" y="2662"/>
                    <a:pt x="7875" y="2847"/>
                    <a:pt x="6914" y="2847"/>
                  </a:cubicBezTo>
                  <a:cubicBezTo>
                    <a:pt x="4474" y="2847"/>
                    <a:pt x="2108" y="1812"/>
                    <a:pt x="0" y="259"/>
                  </a:cubicBezTo>
                  <a:lnTo>
                    <a:pt x="0" y="259"/>
                  </a:lnTo>
                  <a:cubicBezTo>
                    <a:pt x="148" y="2071"/>
                    <a:pt x="259" y="3882"/>
                    <a:pt x="259" y="5361"/>
                  </a:cubicBezTo>
                  <a:lnTo>
                    <a:pt x="259" y="5435"/>
                  </a:lnTo>
                  <a:cubicBezTo>
                    <a:pt x="1627" y="6175"/>
                    <a:pt x="3882" y="6840"/>
                    <a:pt x="7653" y="6840"/>
                  </a:cubicBezTo>
                  <a:lnTo>
                    <a:pt x="8282" y="6840"/>
                  </a:lnTo>
                  <a:cubicBezTo>
                    <a:pt x="9946" y="6803"/>
                    <a:pt x="11424" y="6396"/>
                    <a:pt x="12718" y="5768"/>
                  </a:cubicBezTo>
                  <a:cubicBezTo>
                    <a:pt x="12718" y="5620"/>
                    <a:pt x="12718" y="5509"/>
                    <a:pt x="12718" y="5361"/>
                  </a:cubicBezTo>
                  <a:cubicBezTo>
                    <a:pt x="12718" y="3808"/>
                    <a:pt x="12829" y="1886"/>
                    <a:pt x="13014" y="0"/>
                  </a:cubicBezTo>
                  <a:close/>
                </a:path>
              </a:pathLst>
            </a:custGeom>
            <a:solidFill>
              <a:srgbClr val="4747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42"/>
            <p:cNvSpPr/>
            <p:nvPr/>
          </p:nvSpPr>
          <p:spPr>
            <a:xfrm>
              <a:off x="3013725" y="2504425"/>
              <a:ext cx="311500" cy="57325"/>
            </a:xfrm>
            <a:custGeom>
              <a:rect b="b" l="l" r="r" t="t"/>
              <a:pathLst>
                <a:path extrusionOk="0" h="2293" w="12460">
                  <a:moveTo>
                    <a:pt x="12459" y="0"/>
                  </a:moveTo>
                  <a:cubicBezTo>
                    <a:pt x="8688" y="518"/>
                    <a:pt x="0" y="1775"/>
                    <a:pt x="1257" y="2144"/>
                  </a:cubicBezTo>
                  <a:cubicBezTo>
                    <a:pt x="1553" y="2255"/>
                    <a:pt x="2256" y="2292"/>
                    <a:pt x="3180" y="2292"/>
                  </a:cubicBezTo>
                  <a:cubicBezTo>
                    <a:pt x="5546" y="2292"/>
                    <a:pt x="9317" y="2034"/>
                    <a:pt x="11720" y="1849"/>
                  </a:cubicBezTo>
                  <a:cubicBezTo>
                    <a:pt x="11979" y="1220"/>
                    <a:pt x="12238" y="629"/>
                    <a:pt x="12459" y="0"/>
                  </a:cubicBezTo>
                  <a:close/>
                </a:path>
              </a:pathLst>
            </a:custGeom>
            <a:solidFill>
              <a:srgbClr val="4747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42"/>
            <p:cNvSpPr/>
            <p:nvPr/>
          </p:nvSpPr>
          <p:spPr>
            <a:xfrm>
              <a:off x="2566375" y="2447125"/>
              <a:ext cx="287475" cy="122025"/>
            </a:xfrm>
            <a:custGeom>
              <a:rect b="b" l="l" r="r" t="t"/>
              <a:pathLst>
                <a:path extrusionOk="0" h="4881" w="11499">
                  <a:moveTo>
                    <a:pt x="1" y="0"/>
                  </a:moveTo>
                  <a:lnTo>
                    <a:pt x="1" y="0"/>
                  </a:lnTo>
                  <a:cubicBezTo>
                    <a:pt x="333" y="776"/>
                    <a:pt x="740" y="1590"/>
                    <a:pt x="1184" y="2440"/>
                  </a:cubicBezTo>
                  <a:cubicBezTo>
                    <a:pt x="4400" y="3401"/>
                    <a:pt x="9502" y="4880"/>
                    <a:pt x="10981" y="4880"/>
                  </a:cubicBezTo>
                  <a:cubicBezTo>
                    <a:pt x="11351" y="4880"/>
                    <a:pt x="11498" y="4806"/>
                    <a:pt x="11351" y="4621"/>
                  </a:cubicBezTo>
                  <a:cubicBezTo>
                    <a:pt x="10648" y="3549"/>
                    <a:pt x="3882" y="998"/>
                    <a:pt x="1" y="0"/>
                  </a:cubicBezTo>
                  <a:close/>
                </a:path>
              </a:pathLst>
            </a:custGeom>
            <a:solidFill>
              <a:srgbClr val="4747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42"/>
            <p:cNvSpPr/>
            <p:nvPr/>
          </p:nvSpPr>
          <p:spPr>
            <a:xfrm>
              <a:off x="2046025" y="1858000"/>
              <a:ext cx="1782000" cy="1485125"/>
            </a:xfrm>
            <a:custGeom>
              <a:rect b="b" l="l" r="r" t="t"/>
              <a:pathLst>
                <a:path extrusionOk="0" h="59405" w="71280">
                  <a:moveTo>
                    <a:pt x="28963" y="668"/>
                  </a:moveTo>
                  <a:lnTo>
                    <a:pt x="36194" y="1826"/>
                  </a:lnTo>
                  <a:lnTo>
                    <a:pt x="36305" y="1826"/>
                  </a:lnTo>
                  <a:lnTo>
                    <a:pt x="43536" y="668"/>
                  </a:lnTo>
                  <a:lnTo>
                    <a:pt x="43536" y="668"/>
                  </a:lnTo>
                  <a:cubicBezTo>
                    <a:pt x="43316" y="2351"/>
                    <a:pt x="42479" y="9033"/>
                    <a:pt x="42479" y="13176"/>
                  </a:cubicBezTo>
                  <a:cubicBezTo>
                    <a:pt x="42479" y="13842"/>
                    <a:pt x="42516" y="14433"/>
                    <a:pt x="42553" y="14914"/>
                  </a:cubicBezTo>
                  <a:cubicBezTo>
                    <a:pt x="42590" y="15431"/>
                    <a:pt x="42664" y="15838"/>
                    <a:pt x="42812" y="16171"/>
                  </a:cubicBezTo>
                  <a:cubicBezTo>
                    <a:pt x="43071" y="16873"/>
                    <a:pt x="43588" y="17465"/>
                    <a:pt x="44291" y="18019"/>
                  </a:cubicBezTo>
                  <a:cubicBezTo>
                    <a:pt x="46398" y="19609"/>
                    <a:pt x="50058" y="20607"/>
                    <a:pt x="53534" y="20977"/>
                  </a:cubicBezTo>
                  <a:cubicBezTo>
                    <a:pt x="54014" y="21014"/>
                    <a:pt x="54495" y="21014"/>
                    <a:pt x="54975" y="21014"/>
                  </a:cubicBezTo>
                  <a:cubicBezTo>
                    <a:pt x="57289" y="21014"/>
                    <a:pt x="59844" y="20568"/>
                    <a:pt x="62175" y="20568"/>
                  </a:cubicBezTo>
                  <a:cubicBezTo>
                    <a:pt x="62265" y="20568"/>
                    <a:pt x="62354" y="20569"/>
                    <a:pt x="62443" y="20570"/>
                  </a:cubicBezTo>
                  <a:cubicBezTo>
                    <a:pt x="63442" y="20570"/>
                    <a:pt x="64403" y="20644"/>
                    <a:pt x="65253" y="20903"/>
                  </a:cubicBezTo>
                  <a:cubicBezTo>
                    <a:pt x="66141" y="21125"/>
                    <a:pt x="66880" y="21532"/>
                    <a:pt x="67508" y="22160"/>
                  </a:cubicBezTo>
                  <a:cubicBezTo>
                    <a:pt x="68211" y="22826"/>
                    <a:pt x="68839" y="24489"/>
                    <a:pt x="69283" y="26486"/>
                  </a:cubicBezTo>
                  <a:cubicBezTo>
                    <a:pt x="69948" y="29517"/>
                    <a:pt x="70281" y="33436"/>
                    <a:pt x="70466" y="36616"/>
                  </a:cubicBezTo>
                  <a:cubicBezTo>
                    <a:pt x="70577" y="38168"/>
                    <a:pt x="70614" y="39573"/>
                    <a:pt x="70651" y="40572"/>
                  </a:cubicBezTo>
                  <a:cubicBezTo>
                    <a:pt x="70651" y="41168"/>
                    <a:pt x="70651" y="41622"/>
                    <a:pt x="70651" y="41890"/>
                  </a:cubicBezTo>
                  <a:lnTo>
                    <a:pt x="70651" y="41890"/>
                  </a:lnTo>
                  <a:lnTo>
                    <a:pt x="41370" y="48816"/>
                  </a:lnTo>
                  <a:lnTo>
                    <a:pt x="31240" y="51330"/>
                  </a:lnTo>
                  <a:lnTo>
                    <a:pt x="31240" y="51293"/>
                  </a:lnTo>
                  <a:lnTo>
                    <a:pt x="653" y="58703"/>
                  </a:lnTo>
                  <a:lnTo>
                    <a:pt x="653" y="58703"/>
                  </a:lnTo>
                  <a:cubicBezTo>
                    <a:pt x="666" y="58458"/>
                    <a:pt x="685" y="58104"/>
                    <a:pt x="703" y="57652"/>
                  </a:cubicBezTo>
                  <a:cubicBezTo>
                    <a:pt x="850" y="54362"/>
                    <a:pt x="1257" y="46154"/>
                    <a:pt x="1960" y="38390"/>
                  </a:cubicBezTo>
                  <a:cubicBezTo>
                    <a:pt x="2329" y="34508"/>
                    <a:pt x="2736" y="30774"/>
                    <a:pt x="3254" y="27817"/>
                  </a:cubicBezTo>
                  <a:cubicBezTo>
                    <a:pt x="3512" y="26338"/>
                    <a:pt x="3808" y="25081"/>
                    <a:pt x="4104" y="24083"/>
                  </a:cubicBezTo>
                  <a:cubicBezTo>
                    <a:pt x="4400" y="23121"/>
                    <a:pt x="4732" y="22419"/>
                    <a:pt x="4991" y="22160"/>
                  </a:cubicBezTo>
                  <a:cubicBezTo>
                    <a:pt x="5620" y="21532"/>
                    <a:pt x="6359" y="21125"/>
                    <a:pt x="7209" y="20903"/>
                  </a:cubicBezTo>
                  <a:cubicBezTo>
                    <a:pt x="8097" y="20644"/>
                    <a:pt x="9058" y="20570"/>
                    <a:pt x="10056" y="20570"/>
                  </a:cubicBezTo>
                  <a:cubicBezTo>
                    <a:pt x="10145" y="20569"/>
                    <a:pt x="10235" y="20568"/>
                    <a:pt x="10324" y="20568"/>
                  </a:cubicBezTo>
                  <a:cubicBezTo>
                    <a:pt x="12656" y="20568"/>
                    <a:pt x="15210" y="21014"/>
                    <a:pt x="17524" y="21014"/>
                  </a:cubicBezTo>
                  <a:cubicBezTo>
                    <a:pt x="18005" y="21014"/>
                    <a:pt x="18485" y="21014"/>
                    <a:pt x="18966" y="20977"/>
                  </a:cubicBezTo>
                  <a:cubicBezTo>
                    <a:pt x="21295" y="20718"/>
                    <a:pt x="23698" y="20201"/>
                    <a:pt x="25658" y="19424"/>
                  </a:cubicBezTo>
                  <a:cubicBezTo>
                    <a:pt x="26619" y="19018"/>
                    <a:pt x="27506" y="18574"/>
                    <a:pt x="28209" y="18019"/>
                  </a:cubicBezTo>
                  <a:cubicBezTo>
                    <a:pt x="28911" y="17465"/>
                    <a:pt x="29429" y="16873"/>
                    <a:pt x="29688" y="16171"/>
                  </a:cubicBezTo>
                  <a:cubicBezTo>
                    <a:pt x="29835" y="15838"/>
                    <a:pt x="29909" y="15431"/>
                    <a:pt x="29946" y="14914"/>
                  </a:cubicBezTo>
                  <a:cubicBezTo>
                    <a:pt x="29983" y="14433"/>
                    <a:pt x="30020" y="13842"/>
                    <a:pt x="30020" y="13176"/>
                  </a:cubicBezTo>
                  <a:cubicBezTo>
                    <a:pt x="30020" y="9033"/>
                    <a:pt x="29183" y="2351"/>
                    <a:pt x="28963" y="668"/>
                  </a:cubicBezTo>
                  <a:close/>
                  <a:moveTo>
                    <a:pt x="28586" y="0"/>
                  </a:moveTo>
                  <a:cubicBezTo>
                    <a:pt x="28522" y="0"/>
                    <a:pt x="28448" y="34"/>
                    <a:pt x="28394" y="89"/>
                  </a:cubicBezTo>
                  <a:cubicBezTo>
                    <a:pt x="28320" y="163"/>
                    <a:pt x="28283" y="273"/>
                    <a:pt x="28320" y="347"/>
                  </a:cubicBezTo>
                  <a:cubicBezTo>
                    <a:pt x="28320" y="347"/>
                    <a:pt x="28394" y="865"/>
                    <a:pt x="28467" y="1715"/>
                  </a:cubicBezTo>
                  <a:cubicBezTo>
                    <a:pt x="28800" y="4192"/>
                    <a:pt x="29392" y="9664"/>
                    <a:pt x="29392" y="13176"/>
                  </a:cubicBezTo>
                  <a:cubicBezTo>
                    <a:pt x="29392" y="13805"/>
                    <a:pt x="29355" y="14396"/>
                    <a:pt x="29318" y="14877"/>
                  </a:cubicBezTo>
                  <a:cubicBezTo>
                    <a:pt x="29281" y="15321"/>
                    <a:pt x="29207" y="15727"/>
                    <a:pt x="29133" y="15949"/>
                  </a:cubicBezTo>
                  <a:cubicBezTo>
                    <a:pt x="28911" y="16504"/>
                    <a:pt x="28467" y="17058"/>
                    <a:pt x="27839" y="17539"/>
                  </a:cubicBezTo>
                  <a:cubicBezTo>
                    <a:pt x="25917" y="19018"/>
                    <a:pt x="22330" y="20016"/>
                    <a:pt x="18892" y="20349"/>
                  </a:cubicBezTo>
                  <a:cubicBezTo>
                    <a:pt x="18448" y="20386"/>
                    <a:pt x="18005" y="20422"/>
                    <a:pt x="17524" y="20422"/>
                  </a:cubicBezTo>
                  <a:cubicBezTo>
                    <a:pt x="15195" y="20422"/>
                    <a:pt x="12533" y="19942"/>
                    <a:pt x="10056" y="19942"/>
                  </a:cubicBezTo>
                  <a:cubicBezTo>
                    <a:pt x="9021" y="19942"/>
                    <a:pt x="7986" y="20016"/>
                    <a:pt x="7062" y="20275"/>
                  </a:cubicBezTo>
                  <a:cubicBezTo>
                    <a:pt x="6137" y="20570"/>
                    <a:pt x="5250" y="21014"/>
                    <a:pt x="4548" y="21716"/>
                  </a:cubicBezTo>
                  <a:cubicBezTo>
                    <a:pt x="4067" y="22197"/>
                    <a:pt x="3734" y="23121"/>
                    <a:pt x="3364" y="24341"/>
                  </a:cubicBezTo>
                  <a:cubicBezTo>
                    <a:pt x="2181" y="28741"/>
                    <a:pt x="1331" y="37392"/>
                    <a:pt x="813" y="44971"/>
                  </a:cubicBezTo>
                  <a:cubicBezTo>
                    <a:pt x="259" y="52587"/>
                    <a:pt x="37" y="59094"/>
                    <a:pt x="37" y="59094"/>
                  </a:cubicBezTo>
                  <a:cubicBezTo>
                    <a:pt x="0" y="59168"/>
                    <a:pt x="74" y="59279"/>
                    <a:pt x="148" y="59316"/>
                  </a:cubicBezTo>
                  <a:cubicBezTo>
                    <a:pt x="202" y="59370"/>
                    <a:pt x="256" y="59404"/>
                    <a:pt x="325" y="59404"/>
                  </a:cubicBezTo>
                  <a:cubicBezTo>
                    <a:pt x="350" y="59404"/>
                    <a:pt x="377" y="59400"/>
                    <a:pt x="407" y="59390"/>
                  </a:cubicBezTo>
                  <a:lnTo>
                    <a:pt x="31388" y="51922"/>
                  </a:lnTo>
                  <a:lnTo>
                    <a:pt x="41518" y="49408"/>
                  </a:lnTo>
                  <a:lnTo>
                    <a:pt x="71058" y="42457"/>
                  </a:lnTo>
                  <a:cubicBezTo>
                    <a:pt x="71169" y="42420"/>
                    <a:pt x="71279" y="42272"/>
                    <a:pt x="71279" y="42124"/>
                  </a:cubicBezTo>
                  <a:cubicBezTo>
                    <a:pt x="71279" y="42124"/>
                    <a:pt x="71279" y="37873"/>
                    <a:pt x="70836" y="33214"/>
                  </a:cubicBezTo>
                  <a:cubicBezTo>
                    <a:pt x="70651" y="30848"/>
                    <a:pt x="70318" y="28445"/>
                    <a:pt x="69875" y="26375"/>
                  </a:cubicBezTo>
                  <a:cubicBezTo>
                    <a:pt x="69394" y="24304"/>
                    <a:pt x="68802" y="22604"/>
                    <a:pt x="67952" y="21716"/>
                  </a:cubicBezTo>
                  <a:cubicBezTo>
                    <a:pt x="67213" y="21014"/>
                    <a:pt x="66362" y="20570"/>
                    <a:pt x="65438" y="20275"/>
                  </a:cubicBezTo>
                  <a:cubicBezTo>
                    <a:pt x="64514" y="20016"/>
                    <a:pt x="63479" y="19942"/>
                    <a:pt x="62443" y="19942"/>
                  </a:cubicBezTo>
                  <a:cubicBezTo>
                    <a:pt x="59966" y="19942"/>
                    <a:pt x="57305" y="20422"/>
                    <a:pt x="54975" y="20422"/>
                  </a:cubicBezTo>
                  <a:cubicBezTo>
                    <a:pt x="54495" y="20422"/>
                    <a:pt x="54051" y="20386"/>
                    <a:pt x="53607" y="20349"/>
                  </a:cubicBezTo>
                  <a:cubicBezTo>
                    <a:pt x="51315" y="20127"/>
                    <a:pt x="48949" y="19609"/>
                    <a:pt x="47064" y="18833"/>
                  </a:cubicBezTo>
                  <a:cubicBezTo>
                    <a:pt x="46139" y="18463"/>
                    <a:pt x="45289" y="18019"/>
                    <a:pt x="44661" y="17539"/>
                  </a:cubicBezTo>
                  <a:cubicBezTo>
                    <a:pt x="44032" y="17058"/>
                    <a:pt x="43588" y="16504"/>
                    <a:pt x="43367" y="15949"/>
                  </a:cubicBezTo>
                  <a:cubicBezTo>
                    <a:pt x="43293" y="15727"/>
                    <a:pt x="43219" y="15321"/>
                    <a:pt x="43182" y="14877"/>
                  </a:cubicBezTo>
                  <a:cubicBezTo>
                    <a:pt x="43108" y="14396"/>
                    <a:pt x="43108" y="13805"/>
                    <a:pt x="43108" y="13176"/>
                  </a:cubicBezTo>
                  <a:cubicBezTo>
                    <a:pt x="43108" y="10847"/>
                    <a:pt x="43367" y="7631"/>
                    <a:pt x="43662" y="5006"/>
                  </a:cubicBezTo>
                  <a:cubicBezTo>
                    <a:pt x="43773" y="3712"/>
                    <a:pt x="43921" y="2529"/>
                    <a:pt x="44032" y="1715"/>
                  </a:cubicBezTo>
                  <a:cubicBezTo>
                    <a:pt x="44106" y="865"/>
                    <a:pt x="44180" y="347"/>
                    <a:pt x="44180" y="347"/>
                  </a:cubicBezTo>
                  <a:cubicBezTo>
                    <a:pt x="44180" y="273"/>
                    <a:pt x="44180" y="163"/>
                    <a:pt x="44106" y="89"/>
                  </a:cubicBezTo>
                  <a:cubicBezTo>
                    <a:pt x="44052" y="34"/>
                    <a:pt x="43978" y="0"/>
                    <a:pt x="43913" y="0"/>
                  </a:cubicBezTo>
                  <a:cubicBezTo>
                    <a:pt x="43890" y="0"/>
                    <a:pt x="43867" y="5"/>
                    <a:pt x="43847" y="15"/>
                  </a:cubicBezTo>
                  <a:lnTo>
                    <a:pt x="36231" y="1198"/>
                  </a:lnTo>
                  <a:lnTo>
                    <a:pt x="28652" y="15"/>
                  </a:lnTo>
                  <a:cubicBezTo>
                    <a:pt x="28633" y="5"/>
                    <a:pt x="28610" y="0"/>
                    <a:pt x="285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42"/>
            <p:cNvSpPr/>
            <p:nvPr/>
          </p:nvSpPr>
          <p:spPr>
            <a:xfrm>
              <a:off x="2348250" y="2372250"/>
              <a:ext cx="1243150" cy="890100"/>
            </a:xfrm>
            <a:custGeom>
              <a:rect b="b" l="l" r="r" t="t"/>
              <a:pathLst>
                <a:path extrusionOk="0" h="35604" w="49726">
                  <a:moveTo>
                    <a:pt x="40816" y="0"/>
                  </a:moveTo>
                  <a:cubicBezTo>
                    <a:pt x="39855" y="4917"/>
                    <a:pt x="36527" y="16711"/>
                    <a:pt x="26398" y="18190"/>
                  </a:cubicBezTo>
                  <a:cubicBezTo>
                    <a:pt x="25854" y="18271"/>
                    <a:pt x="25321" y="18310"/>
                    <a:pt x="24798" y="18310"/>
                  </a:cubicBezTo>
                  <a:cubicBezTo>
                    <a:pt x="15083" y="18310"/>
                    <a:pt x="8995" y="4879"/>
                    <a:pt x="7136" y="37"/>
                  </a:cubicBezTo>
                  <a:cubicBezTo>
                    <a:pt x="7025" y="74"/>
                    <a:pt x="6951" y="74"/>
                    <a:pt x="6840" y="74"/>
                  </a:cubicBezTo>
                  <a:cubicBezTo>
                    <a:pt x="6360" y="131"/>
                    <a:pt x="5864" y="155"/>
                    <a:pt x="5355" y="155"/>
                  </a:cubicBezTo>
                  <a:cubicBezTo>
                    <a:pt x="4533" y="155"/>
                    <a:pt x="3679" y="92"/>
                    <a:pt x="2810" y="0"/>
                  </a:cubicBezTo>
                  <a:lnTo>
                    <a:pt x="2810" y="0"/>
                  </a:lnTo>
                  <a:cubicBezTo>
                    <a:pt x="3328" y="2034"/>
                    <a:pt x="3808" y="4954"/>
                    <a:pt x="3661" y="8356"/>
                  </a:cubicBezTo>
                  <a:cubicBezTo>
                    <a:pt x="3328" y="14715"/>
                    <a:pt x="1" y="25695"/>
                    <a:pt x="1" y="32017"/>
                  </a:cubicBezTo>
                  <a:cubicBezTo>
                    <a:pt x="1" y="33200"/>
                    <a:pt x="111" y="34420"/>
                    <a:pt x="296" y="35603"/>
                  </a:cubicBezTo>
                  <a:lnTo>
                    <a:pt x="49726" y="23514"/>
                  </a:lnTo>
                  <a:cubicBezTo>
                    <a:pt x="49097" y="21443"/>
                    <a:pt x="48321" y="19225"/>
                    <a:pt x="47508" y="16785"/>
                  </a:cubicBezTo>
                  <a:cubicBezTo>
                    <a:pt x="45437" y="10352"/>
                    <a:pt x="45622" y="2958"/>
                    <a:pt x="45807" y="0"/>
                  </a:cubicBezTo>
                  <a:lnTo>
                    <a:pt x="45807" y="0"/>
                  </a:lnTo>
                  <a:cubicBezTo>
                    <a:pt x="44839" y="73"/>
                    <a:pt x="43855" y="146"/>
                    <a:pt x="42917" y="146"/>
                  </a:cubicBezTo>
                  <a:cubicBezTo>
                    <a:pt x="42423" y="146"/>
                    <a:pt x="41941" y="125"/>
                    <a:pt x="41482" y="74"/>
                  </a:cubicBezTo>
                  <a:cubicBezTo>
                    <a:pt x="41260" y="74"/>
                    <a:pt x="41038" y="37"/>
                    <a:pt x="4081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42"/>
            <p:cNvSpPr/>
            <p:nvPr/>
          </p:nvSpPr>
          <p:spPr>
            <a:xfrm>
              <a:off x="2340850" y="2363925"/>
              <a:ext cx="1259800" cy="906425"/>
            </a:xfrm>
            <a:custGeom>
              <a:rect b="b" l="l" r="r" t="t"/>
              <a:pathLst>
                <a:path extrusionOk="0" h="36257" w="50392">
                  <a:moveTo>
                    <a:pt x="45792" y="655"/>
                  </a:moveTo>
                  <a:cubicBezTo>
                    <a:pt x="45753" y="1510"/>
                    <a:pt x="45696" y="2635"/>
                    <a:pt x="45696" y="3957"/>
                  </a:cubicBezTo>
                  <a:cubicBezTo>
                    <a:pt x="45696" y="7580"/>
                    <a:pt x="46029" y="12608"/>
                    <a:pt x="47545" y="17192"/>
                  </a:cubicBezTo>
                  <a:cubicBezTo>
                    <a:pt x="48280" y="19539"/>
                    <a:pt x="49016" y="21653"/>
                    <a:pt x="49626" y="23630"/>
                  </a:cubicBezTo>
                  <a:lnTo>
                    <a:pt x="49626" y="23630"/>
                  </a:lnTo>
                  <a:lnTo>
                    <a:pt x="837" y="35562"/>
                  </a:lnTo>
                  <a:lnTo>
                    <a:pt x="837" y="35562"/>
                  </a:lnTo>
                  <a:cubicBezTo>
                    <a:pt x="683" y="34492"/>
                    <a:pt x="592" y="33421"/>
                    <a:pt x="592" y="32350"/>
                  </a:cubicBezTo>
                  <a:cubicBezTo>
                    <a:pt x="592" y="29244"/>
                    <a:pt x="1443" y="24919"/>
                    <a:pt x="2293" y="20593"/>
                  </a:cubicBezTo>
                  <a:cubicBezTo>
                    <a:pt x="3180" y="16268"/>
                    <a:pt x="4104" y="11905"/>
                    <a:pt x="4252" y="8689"/>
                  </a:cubicBezTo>
                  <a:cubicBezTo>
                    <a:pt x="4289" y="8245"/>
                    <a:pt x="4289" y="7801"/>
                    <a:pt x="4289" y="7358"/>
                  </a:cubicBezTo>
                  <a:cubicBezTo>
                    <a:pt x="4289" y="4705"/>
                    <a:pt x="3914" y="2428"/>
                    <a:pt x="3508" y="699"/>
                  </a:cubicBezTo>
                  <a:lnTo>
                    <a:pt x="3508" y="699"/>
                  </a:lnTo>
                  <a:cubicBezTo>
                    <a:pt x="4275" y="751"/>
                    <a:pt x="5016" y="777"/>
                    <a:pt x="5731" y="777"/>
                  </a:cubicBezTo>
                  <a:cubicBezTo>
                    <a:pt x="6249" y="777"/>
                    <a:pt x="6692" y="777"/>
                    <a:pt x="7173" y="740"/>
                  </a:cubicBezTo>
                  <a:cubicBezTo>
                    <a:pt x="7194" y="733"/>
                    <a:pt x="7213" y="728"/>
                    <a:pt x="7232" y="723"/>
                  </a:cubicBezTo>
                  <a:lnTo>
                    <a:pt x="7232" y="723"/>
                  </a:lnTo>
                  <a:cubicBezTo>
                    <a:pt x="8227" y="3215"/>
                    <a:pt x="10190" y="7635"/>
                    <a:pt x="13088" y="11536"/>
                  </a:cubicBezTo>
                  <a:cubicBezTo>
                    <a:pt x="14567" y="13532"/>
                    <a:pt x="16305" y="15380"/>
                    <a:pt x="18338" y="16748"/>
                  </a:cubicBezTo>
                  <a:cubicBezTo>
                    <a:pt x="20335" y="18116"/>
                    <a:pt x="22590" y="18967"/>
                    <a:pt x="25104" y="18967"/>
                  </a:cubicBezTo>
                  <a:cubicBezTo>
                    <a:pt x="25621" y="18967"/>
                    <a:pt x="26176" y="18930"/>
                    <a:pt x="26730" y="18856"/>
                  </a:cubicBezTo>
                  <a:cubicBezTo>
                    <a:pt x="31906" y="18079"/>
                    <a:pt x="35382" y="14678"/>
                    <a:pt x="37600" y="10870"/>
                  </a:cubicBezTo>
                  <a:cubicBezTo>
                    <a:pt x="39773" y="7235"/>
                    <a:pt x="40848" y="3189"/>
                    <a:pt x="41353" y="683"/>
                  </a:cubicBezTo>
                  <a:lnTo>
                    <a:pt x="41353" y="683"/>
                  </a:lnTo>
                  <a:cubicBezTo>
                    <a:pt x="41482" y="697"/>
                    <a:pt x="41611" y="719"/>
                    <a:pt x="41741" y="740"/>
                  </a:cubicBezTo>
                  <a:cubicBezTo>
                    <a:pt x="42221" y="777"/>
                    <a:pt x="42665" y="777"/>
                    <a:pt x="43145" y="777"/>
                  </a:cubicBezTo>
                  <a:cubicBezTo>
                    <a:pt x="44027" y="777"/>
                    <a:pt x="44910" y="719"/>
                    <a:pt x="45792" y="655"/>
                  </a:cubicBezTo>
                  <a:close/>
                  <a:moveTo>
                    <a:pt x="46103" y="1"/>
                  </a:moveTo>
                  <a:cubicBezTo>
                    <a:pt x="45068" y="112"/>
                    <a:pt x="44107" y="185"/>
                    <a:pt x="43145" y="185"/>
                  </a:cubicBezTo>
                  <a:cubicBezTo>
                    <a:pt x="42702" y="185"/>
                    <a:pt x="42258" y="149"/>
                    <a:pt x="41814" y="112"/>
                  </a:cubicBezTo>
                  <a:cubicBezTo>
                    <a:pt x="41593" y="75"/>
                    <a:pt x="41371" y="75"/>
                    <a:pt x="41149" y="38"/>
                  </a:cubicBezTo>
                  <a:cubicBezTo>
                    <a:pt x="41130" y="33"/>
                    <a:pt x="41111" y="31"/>
                    <a:pt x="41092" y="31"/>
                  </a:cubicBezTo>
                  <a:cubicBezTo>
                    <a:pt x="40965" y="31"/>
                    <a:pt x="40848" y="135"/>
                    <a:pt x="40816" y="296"/>
                  </a:cubicBezTo>
                  <a:cubicBezTo>
                    <a:pt x="40336" y="2736"/>
                    <a:pt x="39264" y="6877"/>
                    <a:pt x="37082" y="10574"/>
                  </a:cubicBezTo>
                  <a:cubicBezTo>
                    <a:pt x="34901" y="14271"/>
                    <a:pt x="31611" y="17488"/>
                    <a:pt x="26620" y="18227"/>
                  </a:cubicBezTo>
                  <a:cubicBezTo>
                    <a:pt x="26102" y="18301"/>
                    <a:pt x="25584" y="18338"/>
                    <a:pt x="25104" y="18338"/>
                  </a:cubicBezTo>
                  <a:cubicBezTo>
                    <a:pt x="22738" y="18338"/>
                    <a:pt x="20593" y="17525"/>
                    <a:pt x="18671" y="16231"/>
                  </a:cubicBezTo>
                  <a:cubicBezTo>
                    <a:pt x="15787" y="14271"/>
                    <a:pt x="13384" y="11166"/>
                    <a:pt x="11536" y="8134"/>
                  </a:cubicBezTo>
                  <a:cubicBezTo>
                    <a:pt x="9687" y="5103"/>
                    <a:pt x="8430" y="2071"/>
                    <a:pt x="7728" y="259"/>
                  </a:cubicBezTo>
                  <a:cubicBezTo>
                    <a:pt x="7654" y="149"/>
                    <a:pt x="7543" y="75"/>
                    <a:pt x="7395" y="75"/>
                  </a:cubicBezTo>
                  <a:cubicBezTo>
                    <a:pt x="7284" y="75"/>
                    <a:pt x="7210" y="112"/>
                    <a:pt x="7099" y="112"/>
                  </a:cubicBezTo>
                  <a:cubicBezTo>
                    <a:pt x="6655" y="149"/>
                    <a:pt x="6212" y="185"/>
                    <a:pt x="5731" y="185"/>
                  </a:cubicBezTo>
                  <a:cubicBezTo>
                    <a:pt x="4918" y="185"/>
                    <a:pt x="4031" y="112"/>
                    <a:pt x="3106" y="38"/>
                  </a:cubicBezTo>
                  <a:cubicBezTo>
                    <a:pt x="3032" y="38"/>
                    <a:pt x="2921" y="75"/>
                    <a:pt x="2847" y="149"/>
                  </a:cubicBezTo>
                  <a:cubicBezTo>
                    <a:pt x="2811" y="222"/>
                    <a:pt x="2774" y="333"/>
                    <a:pt x="2811" y="407"/>
                  </a:cubicBezTo>
                  <a:cubicBezTo>
                    <a:pt x="3254" y="2145"/>
                    <a:pt x="3661" y="4548"/>
                    <a:pt x="3661" y="7358"/>
                  </a:cubicBezTo>
                  <a:cubicBezTo>
                    <a:pt x="3661" y="7764"/>
                    <a:pt x="3661" y="8208"/>
                    <a:pt x="3661" y="8689"/>
                  </a:cubicBezTo>
                  <a:cubicBezTo>
                    <a:pt x="3476" y="11794"/>
                    <a:pt x="2589" y="16120"/>
                    <a:pt x="1701" y="20482"/>
                  </a:cubicBezTo>
                  <a:cubicBezTo>
                    <a:pt x="814" y="24808"/>
                    <a:pt x="1" y="29134"/>
                    <a:pt x="1" y="32350"/>
                  </a:cubicBezTo>
                  <a:cubicBezTo>
                    <a:pt x="1" y="33570"/>
                    <a:pt x="112" y="34790"/>
                    <a:pt x="260" y="36010"/>
                  </a:cubicBezTo>
                  <a:cubicBezTo>
                    <a:pt x="297" y="36084"/>
                    <a:pt x="333" y="36158"/>
                    <a:pt x="407" y="36195"/>
                  </a:cubicBezTo>
                  <a:cubicBezTo>
                    <a:pt x="451" y="36238"/>
                    <a:pt x="494" y="36256"/>
                    <a:pt x="545" y="36256"/>
                  </a:cubicBezTo>
                  <a:cubicBezTo>
                    <a:pt x="581" y="36256"/>
                    <a:pt x="620" y="36247"/>
                    <a:pt x="666" y="36232"/>
                  </a:cubicBezTo>
                  <a:lnTo>
                    <a:pt x="50001" y="24166"/>
                  </a:lnTo>
                  <a:lnTo>
                    <a:pt x="50001" y="24166"/>
                  </a:lnTo>
                  <a:cubicBezTo>
                    <a:pt x="50007" y="24166"/>
                    <a:pt x="50012" y="24166"/>
                    <a:pt x="50017" y="24166"/>
                  </a:cubicBezTo>
                  <a:cubicBezTo>
                    <a:pt x="50054" y="24166"/>
                    <a:pt x="50092" y="24159"/>
                    <a:pt x="50133" y="24143"/>
                  </a:cubicBezTo>
                  <a:cubicBezTo>
                    <a:pt x="50281" y="24106"/>
                    <a:pt x="50392" y="23921"/>
                    <a:pt x="50318" y="23773"/>
                  </a:cubicBezTo>
                  <a:lnTo>
                    <a:pt x="50318" y="23773"/>
                  </a:lnTo>
                  <a:cubicBezTo>
                    <a:pt x="50318" y="23773"/>
                    <a:pt x="50318" y="23773"/>
                    <a:pt x="50318" y="23773"/>
                  </a:cubicBezTo>
                  <a:cubicBezTo>
                    <a:pt x="50316" y="23764"/>
                    <a:pt x="50313" y="23755"/>
                    <a:pt x="50310" y="23747"/>
                  </a:cubicBezTo>
                  <a:lnTo>
                    <a:pt x="50310" y="23747"/>
                  </a:lnTo>
                  <a:cubicBezTo>
                    <a:pt x="49683" y="21647"/>
                    <a:pt x="48910" y="19437"/>
                    <a:pt x="48099" y="17007"/>
                  </a:cubicBezTo>
                  <a:cubicBezTo>
                    <a:pt x="46658" y="12534"/>
                    <a:pt x="46325" y="7543"/>
                    <a:pt x="46325" y="3957"/>
                  </a:cubicBezTo>
                  <a:cubicBezTo>
                    <a:pt x="46325" y="2478"/>
                    <a:pt x="46362" y="1221"/>
                    <a:pt x="46436" y="333"/>
                  </a:cubicBezTo>
                  <a:cubicBezTo>
                    <a:pt x="46436" y="259"/>
                    <a:pt x="46399" y="149"/>
                    <a:pt x="46325" y="112"/>
                  </a:cubicBezTo>
                  <a:cubicBezTo>
                    <a:pt x="46288" y="38"/>
                    <a:pt x="46177" y="1"/>
                    <a:pt x="46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42"/>
            <p:cNvSpPr/>
            <p:nvPr/>
          </p:nvSpPr>
          <p:spPr>
            <a:xfrm>
              <a:off x="2357500" y="766675"/>
              <a:ext cx="964950" cy="1349825"/>
            </a:xfrm>
            <a:custGeom>
              <a:rect b="b" l="l" r="r" t="t"/>
              <a:pathLst>
                <a:path extrusionOk="0" h="53993" w="38598">
                  <a:moveTo>
                    <a:pt x="19826" y="0"/>
                  </a:moveTo>
                  <a:cubicBezTo>
                    <a:pt x="15796" y="0"/>
                    <a:pt x="11036" y="1781"/>
                    <a:pt x="7949" y="4294"/>
                  </a:cubicBezTo>
                  <a:lnTo>
                    <a:pt x="7912" y="4368"/>
                  </a:lnTo>
                  <a:cubicBezTo>
                    <a:pt x="0" y="10949"/>
                    <a:pt x="851" y="22262"/>
                    <a:pt x="4511" y="30876"/>
                  </a:cubicBezTo>
                  <a:cubicBezTo>
                    <a:pt x="6581" y="35793"/>
                    <a:pt x="8540" y="40451"/>
                    <a:pt x="11424" y="44888"/>
                  </a:cubicBezTo>
                  <a:cubicBezTo>
                    <a:pt x="14525" y="49586"/>
                    <a:pt x="19218" y="53993"/>
                    <a:pt x="24245" y="53993"/>
                  </a:cubicBezTo>
                  <a:cubicBezTo>
                    <a:pt x="25151" y="53993"/>
                    <a:pt x="26068" y="53849"/>
                    <a:pt x="26989" y="53539"/>
                  </a:cubicBezTo>
                  <a:cubicBezTo>
                    <a:pt x="33052" y="51468"/>
                    <a:pt x="38598" y="35423"/>
                    <a:pt x="38450" y="23334"/>
                  </a:cubicBezTo>
                  <a:cubicBezTo>
                    <a:pt x="38339" y="16383"/>
                    <a:pt x="35677" y="8730"/>
                    <a:pt x="30390" y="3961"/>
                  </a:cubicBezTo>
                  <a:cubicBezTo>
                    <a:pt x="27617" y="1410"/>
                    <a:pt x="23957" y="79"/>
                    <a:pt x="20186" y="5"/>
                  </a:cubicBezTo>
                  <a:cubicBezTo>
                    <a:pt x="20067" y="2"/>
                    <a:pt x="19947" y="0"/>
                    <a:pt x="198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42"/>
            <p:cNvSpPr/>
            <p:nvPr/>
          </p:nvSpPr>
          <p:spPr>
            <a:xfrm>
              <a:off x="2466550" y="1083825"/>
              <a:ext cx="843875" cy="1025025"/>
            </a:xfrm>
            <a:custGeom>
              <a:rect b="b" l="l" r="r" t="t"/>
              <a:pathLst>
                <a:path extrusionOk="0" h="41001" w="33755">
                  <a:moveTo>
                    <a:pt x="21887" y="28579"/>
                  </a:moveTo>
                  <a:cubicBezTo>
                    <a:pt x="22886" y="28579"/>
                    <a:pt x="24327" y="28911"/>
                    <a:pt x="25067" y="29096"/>
                  </a:cubicBezTo>
                  <a:cubicBezTo>
                    <a:pt x="25178" y="29059"/>
                    <a:pt x="25289" y="29022"/>
                    <a:pt x="25326" y="28985"/>
                  </a:cubicBezTo>
                  <a:lnTo>
                    <a:pt x="25363" y="28948"/>
                  </a:lnTo>
                  <a:cubicBezTo>
                    <a:pt x="25400" y="28948"/>
                    <a:pt x="25437" y="28911"/>
                    <a:pt x="25510" y="28911"/>
                  </a:cubicBezTo>
                  <a:cubicBezTo>
                    <a:pt x="25547" y="28911"/>
                    <a:pt x="25621" y="28948"/>
                    <a:pt x="25695" y="28985"/>
                  </a:cubicBezTo>
                  <a:cubicBezTo>
                    <a:pt x="25769" y="29059"/>
                    <a:pt x="25843" y="29170"/>
                    <a:pt x="25806" y="29318"/>
                  </a:cubicBezTo>
                  <a:cubicBezTo>
                    <a:pt x="25806" y="29318"/>
                    <a:pt x="25547" y="30427"/>
                    <a:pt x="24845" y="31684"/>
                  </a:cubicBezTo>
                  <a:cubicBezTo>
                    <a:pt x="24106" y="32978"/>
                    <a:pt x="22923" y="34420"/>
                    <a:pt x="21000" y="35085"/>
                  </a:cubicBezTo>
                  <a:cubicBezTo>
                    <a:pt x="20556" y="35233"/>
                    <a:pt x="20150" y="35307"/>
                    <a:pt x="19706" y="35307"/>
                  </a:cubicBezTo>
                  <a:cubicBezTo>
                    <a:pt x="18005" y="35307"/>
                    <a:pt x="16490" y="34198"/>
                    <a:pt x="15417" y="33126"/>
                  </a:cubicBezTo>
                  <a:cubicBezTo>
                    <a:pt x="14308" y="32054"/>
                    <a:pt x="13643" y="31019"/>
                    <a:pt x="13643" y="30982"/>
                  </a:cubicBezTo>
                  <a:cubicBezTo>
                    <a:pt x="13569" y="30871"/>
                    <a:pt x="13569" y="30760"/>
                    <a:pt x="13643" y="30649"/>
                  </a:cubicBezTo>
                  <a:cubicBezTo>
                    <a:pt x="13680" y="30575"/>
                    <a:pt x="13791" y="30501"/>
                    <a:pt x="13902" y="30501"/>
                  </a:cubicBezTo>
                  <a:cubicBezTo>
                    <a:pt x="13902" y="30501"/>
                    <a:pt x="13939" y="30501"/>
                    <a:pt x="13939" y="30538"/>
                  </a:cubicBezTo>
                  <a:lnTo>
                    <a:pt x="14160" y="30538"/>
                  </a:lnTo>
                  <a:cubicBezTo>
                    <a:pt x="14641" y="30057"/>
                    <a:pt x="15750" y="29059"/>
                    <a:pt x="16601" y="29059"/>
                  </a:cubicBezTo>
                  <a:cubicBezTo>
                    <a:pt x="17710" y="29059"/>
                    <a:pt x="19447" y="29873"/>
                    <a:pt x="19447" y="29873"/>
                  </a:cubicBezTo>
                  <a:cubicBezTo>
                    <a:pt x="19447" y="29873"/>
                    <a:pt x="20261" y="28763"/>
                    <a:pt x="21518" y="28616"/>
                  </a:cubicBezTo>
                  <a:cubicBezTo>
                    <a:pt x="21629" y="28579"/>
                    <a:pt x="21776" y="28579"/>
                    <a:pt x="21887" y="28579"/>
                  </a:cubicBezTo>
                  <a:close/>
                  <a:moveTo>
                    <a:pt x="16896" y="0"/>
                  </a:moveTo>
                  <a:cubicBezTo>
                    <a:pt x="13754" y="0"/>
                    <a:pt x="10242" y="1072"/>
                    <a:pt x="6729" y="3956"/>
                  </a:cubicBezTo>
                  <a:cubicBezTo>
                    <a:pt x="2071" y="7838"/>
                    <a:pt x="518" y="13901"/>
                    <a:pt x="1" y="17044"/>
                  </a:cubicBezTo>
                  <a:cubicBezTo>
                    <a:pt x="149" y="17376"/>
                    <a:pt x="260" y="17746"/>
                    <a:pt x="407" y="18079"/>
                  </a:cubicBezTo>
                  <a:cubicBezTo>
                    <a:pt x="2478" y="22959"/>
                    <a:pt x="4437" y="27654"/>
                    <a:pt x="7321" y="32017"/>
                  </a:cubicBezTo>
                  <a:cubicBezTo>
                    <a:pt x="8874" y="34346"/>
                    <a:pt x="10796" y="36601"/>
                    <a:pt x="12940" y="38265"/>
                  </a:cubicBezTo>
                  <a:cubicBezTo>
                    <a:pt x="15085" y="39929"/>
                    <a:pt x="17451" y="41001"/>
                    <a:pt x="19854" y="41001"/>
                  </a:cubicBezTo>
                  <a:cubicBezTo>
                    <a:pt x="20741" y="41001"/>
                    <a:pt x="21629" y="40853"/>
                    <a:pt x="22553" y="40557"/>
                  </a:cubicBezTo>
                  <a:cubicBezTo>
                    <a:pt x="23921" y="40076"/>
                    <a:pt x="25363" y="38782"/>
                    <a:pt x="26694" y="36860"/>
                  </a:cubicBezTo>
                  <a:cubicBezTo>
                    <a:pt x="28024" y="34938"/>
                    <a:pt x="29244" y="32424"/>
                    <a:pt x="30317" y="29614"/>
                  </a:cubicBezTo>
                  <a:cubicBezTo>
                    <a:pt x="32239" y="24401"/>
                    <a:pt x="33570" y="18116"/>
                    <a:pt x="33755" y="12496"/>
                  </a:cubicBezTo>
                  <a:cubicBezTo>
                    <a:pt x="31648" y="7283"/>
                    <a:pt x="27692" y="3771"/>
                    <a:pt x="24216" y="1886"/>
                  </a:cubicBezTo>
                  <a:cubicBezTo>
                    <a:pt x="22146" y="777"/>
                    <a:pt x="19669" y="0"/>
                    <a:pt x="16896"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42"/>
            <p:cNvSpPr/>
            <p:nvPr/>
          </p:nvSpPr>
          <p:spPr>
            <a:xfrm>
              <a:off x="2395400" y="758475"/>
              <a:ext cx="930750" cy="1366100"/>
            </a:xfrm>
            <a:custGeom>
              <a:rect b="b" l="l" r="r" t="t"/>
              <a:pathLst>
                <a:path extrusionOk="0" h="54644" w="37230">
                  <a:moveTo>
                    <a:pt x="18670" y="629"/>
                  </a:moveTo>
                  <a:cubicBezTo>
                    <a:pt x="22367" y="703"/>
                    <a:pt x="25953" y="2034"/>
                    <a:pt x="28689" y="4511"/>
                  </a:cubicBezTo>
                  <a:cubicBezTo>
                    <a:pt x="33865" y="9206"/>
                    <a:pt x="36527" y="16785"/>
                    <a:pt x="36601" y="23662"/>
                  </a:cubicBezTo>
                  <a:cubicBezTo>
                    <a:pt x="36638" y="23810"/>
                    <a:pt x="36638" y="23995"/>
                    <a:pt x="36638" y="24179"/>
                  </a:cubicBezTo>
                  <a:cubicBezTo>
                    <a:pt x="36638" y="30132"/>
                    <a:pt x="35270" y="37008"/>
                    <a:pt x="33163" y="42628"/>
                  </a:cubicBezTo>
                  <a:cubicBezTo>
                    <a:pt x="32090" y="45438"/>
                    <a:pt x="30870" y="47952"/>
                    <a:pt x="29540" y="49874"/>
                  </a:cubicBezTo>
                  <a:cubicBezTo>
                    <a:pt x="28209" y="51796"/>
                    <a:pt x="26767" y="53090"/>
                    <a:pt x="25399" y="53571"/>
                  </a:cubicBezTo>
                  <a:cubicBezTo>
                    <a:pt x="24475" y="53867"/>
                    <a:pt x="23587" y="54015"/>
                    <a:pt x="22700" y="54015"/>
                  </a:cubicBezTo>
                  <a:cubicBezTo>
                    <a:pt x="20297" y="54015"/>
                    <a:pt x="17931" y="52943"/>
                    <a:pt x="15786" y="51279"/>
                  </a:cubicBezTo>
                  <a:cubicBezTo>
                    <a:pt x="13642" y="49615"/>
                    <a:pt x="11720" y="47360"/>
                    <a:pt x="10167" y="45031"/>
                  </a:cubicBezTo>
                  <a:cubicBezTo>
                    <a:pt x="7283" y="40668"/>
                    <a:pt x="5324" y="35973"/>
                    <a:pt x="3253" y="31093"/>
                  </a:cubicBezTo>
                  <a:cubicBezTo>
                    <a:pt x="1664" y="27285"/>
                    <a:pt x="592" y="229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3107"/>
                    <a:pt x="1072" y="27470"/>
                    <a:pt x="2699" y="31352"/>
                  </a:cubicBezTo>
                  <a:cubicBezTo>
                    <a:pt x="4769" y="36232"/>
                    <a:pt x="6729" y="40927"/>
                    <a:pt x="9649" y="45401"/>
                  </a:cubicBezTo>
                  <a:cubicBezTo>
                    <a:pt x="11239" y="47767"/>
                    <a:pt x="13199" y="50059"/>
                    <a:pt x="15417" y="51760"/>
                  </a:cubicBezTo>
                  <a:cubicBezTo>
                    <a:pt x="17598" y="53497"/>
                    <a:pt x="20112" y="54643"/>
                    <a:pt x="22700" y="54643"/>
                  </a:cubicBezTo>
                  <a:cubicBezTo>
                    <a:pt x="23661" y="54643"/>
                    <a:pt x="24622" y="54458"/>
                    <a:pt x="25584" y="54126"/>
                  </a:cubicBezTo>
                  <a:cubicBezTo>
                    <a:pt x="27173" y="53608"/>
                    <a:pt x="28652" y="52203"/>
                    <a:pt x="30020" y="50207"/>
                  </a:cubicBezTo>
                  <a:cubicBezTo>
                    <a:pt x="34161" y="44328"/>
                    <a:pt x="37229" y="33237"/>
                    <a:pt x="37229" y="24179"/>
                  </a:cubicBezTo>
                  <a:cubicBezTo>
                    <a:pt x="37229" y="23995"/>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42"/>
            <p:cNvSpPr/>
            <p:nvPr/>
          </p:nvSpPr>
          <p:spPr>
            <a:xfrm>
              <a:off x="2828875" y="1628375"/>
              <a:ext cx="212600" cy="129250"/>
            </a:xfrm>
            <a:custGeom>
              <a:rect b="b" l="l" r="r" t="t"/>
              <a:pathLst>
                <a:path extrusionOk="0" h="5170" w="8504">
                  <a:moveTo>
                    <a:pt x="6880" y="1"/>
                  </a:moveTo>
                  <a:cubicBezTo>
                    <a:pt x="6784" y="1"/>
                    <a:pt x="6682" y="40"/>
                    <a:pt x="6618" y="105"/>
                  </a:cubicBezTo>
                  <a:cubicBezTo>
                    <a:pt x="6544" y="253"/>
                    <a:pt x="6544" y="438"/>
                    <a:pt x="6692" y="549"/>
                  </a:cubicBezTo>
                  <a:cubicBezTo>
                    <a:pt x="6766" y="585"/>
                    <a:pt x="7062" y="881"/>
                    <a:pt x="7357" y="1251"/>
                  </a:cubicBezTo>
                  <a:cubicBezTo>
                    <a:pt x="7616" y="1621"/>
                    <a:pt x="7875" y="2138"/>
                    <a:pt x="7875" y="2619"/>
                  </a:cubicBezTo>
                  <a:cubicBezTo>
                    <a:pt x="7875" y="2730"/>
                    <a:pt x="7875" y="2841"/>
                    <a:pt x="7838" y="2952"/>
                  </a:cubicBezTo>
                  <a:cubicBezTo>
                    <a:pt x="7764" y="3284"/>
                    <a:pt x="7653" y="3469"/>
                    <a:pt x="7579" y="3543"/>
                  </a:cubicBezTo>
                  <a:cubicBezTo>
                    <a:pt x="7468" y="3617"/>
                    <a:pt x="7431" y="3617"/>
                    <a:pt x="7357" y="3617"/>
                  </a:cubicBezTo>
                  <a:cubicBezTo>
                    <a:pt x="7283" y="3617"/>
                    <a:pt x="7173" y="3617"/>
                    <a:pt x="7136" y="3580"/>
                  </a:cubicBezTo>
                  <a:lnTo>
                    <a:pt x="7062" y="3543"/>
                  </a:lnTo>
                  <a:cubicBezTo>
                    <a:pt x="7009" y="3517"/>
                    <a:pt x="6939" y="3491"/>
                    <a:pt x="6875" y="3491"/>
                  </a:cubicBezTo>
                  <a:cubicBezTo>
                    <a:pt x="6849" y="3491"/>
                    <a:pt x="6824" y="3495"/>
                    <a:pt x="6803" y="3506"/>
                  </a:cubicBezTo>
                  <a:cubicBezTo>
                    <a:pt x="6692" y="3506"/>
                    <a:pt x="6655" y="3580"/>
                    <a:pt x="6581" y="3654"/>
                  </a:cubicBezTo>
                  <a:cubicBezTo>
                    <a:pt x="6544" y="3728"/>
                    <a:pt x="6248" y="4172"/>
                    <a:pt x="5065" y="4467"/>
                  </a:cubicBezTo>
                  <a:cubicBezTo>
                    <a:pt x="4732" y="4541"/>
                    <a:pt x="4400" y="4541"/>
                    <a:pt x="4067" y="4541"/>
                  </a:cubicBezTo>
                  <a:cubicBezTo>
                    <a:pt x="3586" y="4541"/>
                    <a:pt x="3180" y="4504"/>
                    <a:pt x="2847" y="4430"/>
                  </a:cubicBezTo>
                  <a:cubicBezTo>
                    <a:pt x="2699" y="4393"/>
                    <a:pt x="2588" y="4357"/>
                    <a:pt x="2477" y="4320"/>
                  </a:cubicBezTo>
                  <a:lnTo>
                    <a:pt x="2403" y="4320"/>
                  </a:lnTo>
                  <a:lnTo>
                    <a:pt x="2366" y="4283"/>
                  </a:lnTo>
                  <a:cubicBezTo>
                    <a:pt x="2292" y="4283"/>
                    <a:pt x="2218" y="4283"/>
                    <a:pt x="2145" y="4320"/>
                  </a:cubicBezTo>
                  <a:cubicBezTo>
                    <a:pt x="2145" y="4320"/>
                    <a:pt x="1886" y="4393"/>
                    <a:pt x="1627" y="4393"/>
                  </a:cubicBezTo>
                  <a:cubicBezTo>
                    <a:pt x="1479" y="4393"/>
                    <a:pt x="1331" y="4393"/>
                    <a:pt x="1183" y="4320"/>
                  </a:cubicBezTo>
                  <a:cubicBezTo>
                    <a:pt x="1035" y="4246"/>
                    <a:pt x="888" y="4135"/>
                    <a:pt x="777" y="3950"/>
                  </a:cubicBezTo>
                  <a:cubicBezTo>
                    <a:pt x="666" y="3802"/>
                    <a:pt x="629" y="3617"/>
                    <a:pt x="629" y="3358"/>
                  </a:cubicBezTo>
                  <a:cubicBezTo>
                    <a:pt x="629" y="2952"/>
                    <a:pt x="777" y="2471"/>
                    <a:pt x="924" y="2064"/>
                  </a:cubicBezTo>
                  <a:cubicBezTo>
                    <a:pt x="1035" y="1879"/>
                    <a:pt x="1109" y="1695"/>
                    <a:pt x="1146" y="1584"/>
                  </a:cubicBezTo>
                  <a:cubicBezTo>
                    <a:pt x="1183" y="1547"/>
                    <a:pt x="1220" y="1473"/>
                    <a:pt x="1220" y="1473"/>
                  </a:cubicBezTo>
                  <a:lnTo>
                    <a:pt x="1257" y="1399"/>
                  </a:lnTo>
                  <a:cubicBezTo>
                    <a:pt x="1331" y="1251"/>
                    <a:pt x="1294" y="1066"/>
                    <a:pt x="1146" y="992"/>
                  </a:cubicBezTo>
                  <a:cubicBezTo>
                    <a:pt x="1097" y="968"/>
                    <a:pt x="1044" y="955"/>
                    <a:pt x="992" y="955"/>
                  </a:cubicBezTo>
                  <a:cubicBezTo>
                    <a:pt x="888" y="955"/>
                    <a:pt x="789" y="1004"/>
                    <a:pt x="740" y="1103"/>
                  </a:cubicBezTo>
                  <a:cubicBezTo>
                    <a:pt x="703" y="1103"/>
                    <a:pt x="555" y="1399"/>
                    <a:pt x="370" y="1842"/>
                  </a:cubicBezTo>
                  <a:cubicBezTo>
                    <a:pt x="185" y="2249"/>
                    <a:pt x="0" y="2804"/>
                    <a:pt x="0" y="3358"/>
                  </a:cubicBezTo>
                  <a:cubicBezTo>
                    <a:pt x="0" y="3691"/>
                    <a:pt x="74" y="4024"/>
                    <a:pt x="259" y="4283"/>
                  </a:cubicBezTo>
                  <a:cubicBezTo>
                    <a:pt x="444" y="4578"/>
                    <a:pt x="666" y="4763"/>
                    <a:pt x="924" y="4874"/>
                  </a:cubicBezTo>
                  <a:cubicBezTo>
                    <a:pt x="1183" y="4985"/>
                    <a:pt x="1405" y="5022"/>
                    <a:pt x="1627" y="5022"/>
                  </a:cubicBezTo>
                  <a:cubicBezTo>
                    <a:pt x="1934" y="5022"/>
                    <a:pt x="2171" y="4951"/>
                    <a:pt x="2287" y="4907"/>
                  </a:cubicBezTo>
                  <a:lnTo>
                    <a:pt x="2287" y="4907"/>
                  </a:lnTo>
                  <a:cubicBezTo>
                    <a:pt x="2545" y="4985"/>
                    <a:pt x="3248" y="5170"/>
                    <a:pt x="4067" y="5170"/>
                  </a:cubicBezTo>
                  <a:cubicBezTo>
                    <a:pt x="4437" y="5170"/>
                    <a:pt x="4806" y="5133"/>
                    <a:pt x="5176" y="5059"/>
                  </a:cubicBezTo>
                  <a:cubicBezTo>
                    <a:pt x="6212" y="4832"/>
                    <a:pt x="6730" y="4432"/>
                    <a:pt x="6966" y="4178"/>
                  </a:cubicBezTo>
                  <a:lnTo>
                    <a:pt x="6966" y="4178"/>
                  </a:lnTo>
                  <a:cubicBezTo>
                    <a:pt x="7072" y="4214"/>
                    <a:pt x="7205" y="4246"/>
                    <a:pt x="7357" y="4246"/>
                  </a:cubicBezTo>
                  <a:cubicBezTo>
                    <a:pt x="7542" y="4246"/>
                    <a:pt x="7801" y="4172"/>
                    <a:pt x="7986" y="3987"/>
                  </a:cubicBezTo>
                  <a:cubicBezTo>
                    <a:pt x="8208" y="3765"/>
                    <a:pt x="8356" y="3469"/>
                    <a:pt x="8430" y="3063"/>
                  </a:cubicBezTo>
                  <a:cubicBezTo>
                    <a:pt x="8466" y="2915"/>
                    <a:pt x="8503" y="2767"/>
                    <a:pt x="8503" y="2619"/>
                  </a:cubicBezTo>
                  <a:cubicBezTo>
                    <a:pt x="8503" y="1879"/>
                    <a:pt x="8134" y="1251"/>
                    <a:pt x="7764" y="807"/>
                  </a:cubicBezTo>
                  <a:cubicBezTo>
                    <a:pt x="7431" y="327"/>
                    <a:pt x="7062" y="68"/>
                    <a:pt x="7062" y="68"/>
                  </a:cubicBezTo>
                  <a:cubicBezTo>
                    <a:pt x="7015" y="21"/>
                    <a:pt x="6949" y="1"/>
                    <a:pt x="68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42"/>
            <p:cNvSpPr/>
            <p:nvPr/>
          </p:nvSpPr>
          <p:spPr>
            <a:xfrm>
              <a:off x="2814075" y="1814925"/>
              <a:ext cx="290250" cy="143775"/>
            </a:xfrm>
            <a:custGeom>
              <a:rect b="b" l="l" r="r" t="t"/>
              <a:pathLst>
                <a:path extrusionOk="0" h="5751" w="11610">
                  <a:moveTo>
                    <a:pt x="11609" y="0"/>
                  </a:moveTo>
                  <a:cubicBezTo>
                    <a:pt x="11609" y="0"/>
                    <a:pt x="8200" y="1857"/>
                    <a:pt x="3239" y="1857"/>
                  </a:cubicBezTo>
                  <a:cubicBezTo>
                    <a:pt x="2220" y="1857"/>
                    <a:pt x="1135" y="1779"/>
                    <a:pt x="1" y="1590"/>
                  </a:cubicBezTo>
                  <a:lnTo>
                    <a:pt x="1" y="1590"/>
                  </a:lnTo>
                  <a:cubicBezTo>
                    <a:pt x="1" y="1590"/>
                    <a:pt x="2638" y="5751"/>
                    <a:pt x="5799" y="5751"/>
                  </a:cubicBezTo>
                  <a:cubicBezTo>
                    <a:pt x="6189" y="5751"/>
                    <a:pt x="6587" y="5688"/>
                    <a:pt x="6988" y="5546"/>
                  </a:cubicBezTo>
                  <a:cubicBezTo>
                    <a:pt x="10648" y="4289"/>
                    <a:pt x="11609" y="0"/>
                    <a:pt x="116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42"/>
            <p:cNvSpPr/>
            <p:nvPr/>
          </p:nvSpPr>
          <p:spPr>
            <a:xfrm>
              <a:off x="2830725" y="1828775"/>
              <a:ext cx="260650" cy="122025"/>
            </a:xfrm>
            <a:custGeom>
              <a:rect b="b" l="l" r="r" t="t"/>
              <a:pathLst>
                <a:path extrusionOk="0" h="4881" w="10426">
                  <a:moveTo>
                    <a:pt x="10426" y="1"/>
                  </a:moveTo>
                  <a:lnTo>
                    <a:pt x="10426" y="1"/>
                  </a:lnTo>
                  <a:cubicBezTo>
                    <a:pt x="9206" y="555"/>
                    <a:pt x="6359" y="1590"/>
                    <a:pt x="2588" y="1590"/>
                  </a:cubicBezTo>
                  <a:cubicBezTo>
                    <a:pt x="1775" y="1590"/>
                    <a:pt x="887" y="1553"/>
                    <a:pt x="0" y="1442"/>
                  </a:cubicBezTo>
                  <a:lnTo>
                    <a:pt x="0" y="1442"/>
                  </a:lnTo>
                  <a:cubicBezTo>
                    <a:pt x="0" y="1442"/>
                    <a:pt x="37" y="1479"/>
                    <a:pt x="37" y="1479"/>
                  </a:cubicBezTo>
                  <a:cubicBezTo>
                    <a:pt x="333" y="1886"/>
                    <a:pt x="740" y="2367"/>
                    <a:pt x="1257" y="2884"/>
                  </a:cubicBezTo>
                  <a:cubicBezTo>
                    <a:pt x="2292" y="3919"/>
                    <a:pt x="3697" y="4881"/>
                    <a:pt x="5139" y="4881"/>
                  </a:cubicBezTo>
                  <a:cubicBezTo>
                    <a:pt x="5509" y="4881"/>
                    <a:pt x="5842" y="4844"/>
                    <a:pt x="6211" y="4696"/>
                  </a:cubicBezTo>
                  <a:cubicBezTo>
                    <a:pt x="7838" y="4141"/>
                    <a:pt x="8910" y="2958"/>
                    <a:pt x="9613" y="1812"/>
                  </a:cubicBezTo>
                  <a:cubicBezTo>
                    <a:pt x="10019" y="1147"/>
                    <a:pt x="10278" y="481"/>
                    <a:pt x="1042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42"/>
            <p:cNvSpPr/>
            <p:nvPr/>
          </p:nvSpPr>
          <p:spPr>
            <a:xfrm>
              <a:off x="2805750" y="1806900"/>
              <a:ext cx="306900" cy="159625"/>
            </a:xfrm>
            <a:custGeom>
              <a:rect b="b" l="l" r="r" t="t"/>
              <a:pathLst>
                <a:path extrusionOk="0" h="6385" w="12276">
                  <a:moveTo>
                    <a:pt x="11443" y="879"/>
                  </a:moveTo>
                  <a:cubicBezTo>
                    <a:pt x="11288" y="1343"/>
                    <a:pt x="11019" y="2008"/>
                    <a:pt x="10612" y="2687"/>
                  </a:cubicBezTo>
                  <a:cubicBezTo>
                    <a:pt x="9909" y="3833"/>
                    <a:pt x="8837" y="5016"/>
                    <a:pt x="7210" y="5571"/>
                  </a:cubicBezTo>
                  <a:cubicBezTo>
                    <a:pt x="6841" y="5719"/>
                    <a:pt x="6508" y="5756"/>
                    <a:pt x="6138" y="5756"/>
                  </a:cubicBezTo>
                  <a:cubicBezTo>
                    <a:pt x="4696" y="5756"/>
                    <a:pt x="3291" y="4794"/>
                    <a:pt x="2256" y="3759"/>
                  </a:cubicBezTo>
                  <a:cubicBezTo>
                    <a:pt x="1739" y="3242"/>
                    <a:pt x="1332" y="2761"/>
                    <a:pt x="1036" y="2354"/>
                  </a:cubicBezTo>
                  <a:cubicBezTo>
                    <a:pt x="1024" y="2339"/>
                    <a:pt x="1012" y="2324"/>
                    <a:pt x="1000" y="2309"/>
                  </a:cubicBezTo>
                  <a:lnTo>
                    <a:pt x="1000" y="2309"/>
                  </a:lnTo>
                  <a:cubicBezTo>
                    <a:pt x="1908" y="2419"/>
                    <a:pt x="2771" y="2465"/>
                    <a:pt x="3587" y="2465"/>
                  </a:cubicBezTo>
                  <a:cubicBezTo>
                    <a:pt x="7348" y="2465"/>
                    <a:pt x="10219" y="1410"/>
                    <a:pt x="11443" y="879"/>
                  </a:cubicBezTo>
                  <a:close/>
                  <a:moveTo>
                    <a:pt x="11932" y="1"/>
                  </a:moveTo>
                  <a:cubicBezTo>
                    <a:pt x="11886" y="1"/>
                    <a:pt x="11841" y="10"/>
                    <a:pt x="11795" y="25"/>
                  </a:cubicBezTo>
                  <a:lnTo>
                    <a:pt x="11758" y="62"/>
                  </a:lnTo>
                  <a:cubicBezTo>
                    <a:pt x="11388" y="247"/>
                    <a:pt x="8171" y="1874"/>
                    <a:pt x="3587" y="1874"/>
                  </a:cubicBezTo>
                  <a:cubicBezTo>
                    <a:pt x="2589" y="1874"/>
                    <a:pt x="1517" y="1800"/>
                    <a:pt x="371" y="1615"/>
                  </a:cubicBezTo>
                  <a:cubicBezTo>
                    <a:pt x="343" y="1606"/>
                    <a:pt x="315" y="1601"/>
                    <a:pt x="288" y="1601"/>
                  </a:cubicBezTo>
                  <a:cubicBezTo>
                    <a:pt x="207" y="1601"/>
                    <a:pt x="130" y="1643"/>
                    <a:pt x="75" y="1726"/>
                  </a:cubicBezTo>
                  <a:cubicBezTo>
                    <a:pt x="1" y="1837"/>
                    <a:pt x="1" y="1948"/>
                    <a:pt x="75" y="2059"/>
                  </a:cubicBezTo>
                  <a:cubicBezTo>
                    <a:pt x="75" y="2096"/>
                    <a:pt x="740" y="3131"/>
                    <a:pt x="1849" y="4203"/>
                  </a:cubicBezTo>
                  <a:cubicBezTo>
                    <a:pt x="2922" y="5275"/>
                    <a:pt x="4437" y="6384"/>
                    <a:pt x="6138" y="6384"/>
                  </a:cubicBezTo>
                  <a:cubicBezTo>
                    <a:pt x="6582" y="6384"/>
                    <a:pt x="6988" y="6310"/>
                    <a:pt x="7432" y="6162"/>
                  </a:cubicBezTo>
                  <a:cubicBezTo>
                    <a:pt x="9355" y="5497"/>
                    <a:pt x="10538" y="4055"/>
                    <a:pt x="11277" y="2761"/>
                  </a:cubicBezTo>
                  <a:cubicBezTo>
                    <a:pt x="11979" y="1504"/>
                    <a:pt x="12238" y="395"/>
                    <a:pt x="12238" y="395"/>
                  </a:cubicBezTo>
                  <a:cubicBezTo>
                    <a:pt x="12275" y="247"/>
                    <a:pt x="12201" y="136"/>
                    <a:pt x="12127" y="62"/>
                  </a:cubicBezTo>
                  <a:cubicBezTo>
                    <a:pt x="12062" y="19"/>
                    <a:pt x="11997" y="1"/>
                    <a:pt x="11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42"/>
            <p:cNvSpPr/>
            <p:nvPr/>
          </p:nvSpPr>
          <p:spPr>
            <a:xfrm>
              <a:off x="2814075" y="1798525"/>
              <a:ext cx="290250" cy="66100"/>
            </a:xfrm>
            <a:custGeom>
              <a:rect b="b" l="l" r="r" t="t"/>
              <a:pathLst>
                <a:path extrusionOk="0" h="2644" w="11610">
                  <a:moveTo>
                    <a:pt x="8052" y="0"/>
                  </a:moveTo>
                  <a:cubicBezTo>
                    <a:pt x="7895" y="0"/>
                    <a:pt x="7749" y="9"/>
                    <a:pt x="7617" y="28"/>
                  </a:cubicBezTo>
                  <a:cubicBezTo>
                    <a:pt x="6360" y="175"/>
                    <a:pt x="5546" y="1285"/>
                    <a:pt x="5546" y="1285"/>
                  </a:cubicBezTo>
                  <a:cubicBezTo>
                    <a:pt x="5546" y="1285"/>
                    <a:pt x="3809" y="471"/>
                    <a:pt x="2700" y="471"/>
                  </a:cubicBezTo>
                  <a:cubicBezTo>
                    <a:pt x="1590" y="471"/>
                    <a:pt x="1" y="2246"/>
                    <a:pt x="1" y="2246"/>
                  </a:cubicBezTo>
                  <a:cubicBezTo>
                    <a:pt x="1" y="2246"/>
                    <a:pt x="1748" y="2643"/>
                    <a:pt x="4072" y="2643"/>
                  </a:cubicBezTo>
                  <a:cubicBezTo>
                    <a:pt x="6397" y="2643"/>
                    <a:pt x="9299" y="2246"/>
                    <a:pt x="11609" y="656"/>
                  </a:cubicBezTo>
                  <a:cubicBezTo>
                    <a:pt x="11609" y="656"/>
                    <a:pt x="9433" y="0"/>
                    <a:pt x="80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42"/>
            <p:cNvSpPr/>
            <p:nvPr/>
          </p:nvSpPr>
          <p:spPr>
            <a:xfrm>
              <a:off x="2814075" y="1798275"/>
              <a:ext cx="290250" cy="65650"/>
            </a:xfrm>
            <a:custGeom>
              <a:rect b="b" l="l" r="r" t="t"/>
              <a:pathLst>
                <a:path extrusionOk="0" h="2626" w="11610">
                  <a:moveTo>
                    <a:pt x="7986" y="1"/>
                  </a:moveTo>
                  <a:cubicBezTo>
                    <a:pt x="7875" y="1"/>
                    <a:pt x="7728" y="1"/>
                    <a:pt x="7617" y="38"/>
                  </a:cubicBezTo>
                  <a:cubicBezTo>
                    <a:pt x="6360" y="185"/>
                    <a:pt x="5546" y="1295"/>
                    <a:pt x="5546" y="1295"/>
                  </a:cubicBezTo>
                  <a:cubicBezTo>
                    <a:pt x="5546" y="1295"/>
                    <a:pt x="3809" y="481"/>
                    <a:pt x="2700" y="481"/>
                  </a:cubicBezTo>
                  <a:cubicBezTo>
                    <a:pt x="1590" y="481"/>
                    <a:pt x="1" y="2256"/>
                    <a:pt x="1" y="2256"/>
                  </a:cubicBezTo>
                  <a:cubicBezTo>
                    <a:pt x="1" y="2256"/>
                    <a:pt x="1738" y="2625"/>
                    <a:pt x="4067" y="2625"/>
                  </a:cubicBezTo>
                  <a:cubicBezTo>
                    <a:pt x="6397" y="2625"/>
                    <a:pt x="9280" y="2256"/>
                    <a:pt x="11609" y="666"/>
                  </a:cubicBezTo>
                  <a:cubicBezTo>
                    <a:pt x="11609" y="666"/>
                    <a:pt x="9354" y="1"/>
                    <a:pt x="798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42"/>
            <p:cNvSpPr/>
            <p:nvPr/>
          </p:nvSpPr>
          <p:spPr>
            <a:xfrm>
              <a:off x="2805750" y="1790875"/>
              <a:ext cx="305975" cy="81375"/>
            </a:xfrm>
            <a:custGeom>
              <a:rect b="b" l="l" r="r" t="t"/>
              <a:pathLst>
                <a:path extrusionOk="0" h="3255" w="12239">
                  <a:moveTo>
                    <a:pt x="8319" y="592"/>
                  </a:moveTo>
                  <a:cubicBezTo>
                    <a:pt x="8985" y="592"/>
                    <a:pt x="9872" y="777"/>
                    <a:pt x="10575" y="925"/>
                  </a:cubicBezTo>
                  <a:cubicBezTo>
                    <a:pt x="10806" y="971"/>
                    <a:pt x="11009" y="1018"/>
                    <a:pt x="11183" y="1064"/>
                  </a:cubicBezTo>
                  <a:lnTo>
                    <a:pt x="11183" y="1064"/>
                  </a:lnTo>
                  <a:cubicBezTo>
                    <a:pt x="9062" y="2285"/>
                    <a:pt x="6499" y="2626"/>
                    <a:pt x="4400" y="2626"/>
                  </a:cubicBezTo>
                  <a:cubicBezTo>
                    <a:pt x="3254" y="2626"/>
                    <a:pt x="2256" y="2552"/>
                    <a:pt x="1517" y="2441"/>
                  </a:cubicBezTo>
                  <a:cubicBezTo>
                    <a:pt x="1309" y="2418"/>
                    <a:pt x="1116" y="2380"/>
                    <a:pt x="955" y="2346"/>
                  </a:cubicBezTo>
                  <a:lnTo>
                    <a:pt x="955" y="2346"/>
                  </a:lnTo>
                  <a:cubicBezTo>
                    <a:pt x="1146" y="2167"/>
                    <a:pt x="1393" y="1947"/>
                    <a:pt x="1665" y="1738"/>
                  </a:cubicBezTo>
                  <a:cubicBezTo>
                    <a:pt x="1886" y="1554"/>
                    <a:pt x="2145" y="1406"/>
                    <a:pt x="2404" y="1295"/>
                  </a:cubicBezTo>
                  <a:cubicBezTo>
                    <a:pt x="2626" y="1184"/>
                    <a:pt x="2848" y="1110"/>
                    <a:pt x="3033" y="1110"/>
                  </a:cubicBezTo>
                  <a:cubicBezTo>
                    <a:pt x="3513" y="1110"/>
                    <a:pt x="4216" y="1295"/>
                    <a:pt x="4770" y="1480"/>
                  </a:cubicBezTo>
                  <a:cubicBezTo>
                    <a:pt x="5066" y="1591"/>
                    <a:pt x="5288" y="1664"/>
                    <a:pt x="5473" y="1738"/>
                  </a:cubicBezTo>
                  <a:cubicBezTo>
                    <a:pt x="5584" y="1775"/>
                    <a:pt x="5657" y="1812"/>
                    <a:pt x="5694" y="1849"/>
                  </a:cubicBezTo>
                  <a:lnTo>
                    <a:pt x="5768" y="1886"/>
                  </a:lnTo>
                  <a:cubicBezTo>
                    <a:pt x="5796" y="1896"/>
                    <a:pt x="5828" y="1900"/>
                    <a:pt x="5863" y="1900"/>
                  </a:cubicBezTo>
                  <a:cubicBezTo>
                    <a:pt x="5965" y="1900"/>
                    <a:pt x="6083" y="1859"/>
                    <a:pt x="6138" y="1775"/>
                  </a:cubicBezTo>
                  <a:cubicBezTo>
                    <a:pt x="6175" y="1701"/>
                    <a:pt x="6397" y="1443"/>
                    <a:pt x="6693" y="1184"/>
                  </a:cubicBezTo>
                  <a:cubicBezTo>
                    <a:pt x="7025" y="925"/>
                    <a:pt x="7469" y="703"/>
                    <a:pt x="7987" y="629"/>
                  </a:cubicBezTo>
                  <a:cubicBezTo>
                    <a:pt x="8098" y="592"/>
                    <a:pt x="8208" y="592"/>
                    <a:pt x="8319" y="592"/>
                  </a:cubicBezTo>
                  <a:close/>
                  <a:moveTo>
                    <a:pt x="7913" y="1"/>
                  </a:moveTo>
                  <a:cubicBezTo>
                    <a:pt x="7210" y="112"/>
                    <a:pt x="6619" y="444"/>
                    <a:pt x="6249" y="777"/>
                  </a:cubicBezTo>
                  <a:cubicBezTo>
                    <a:pt x="6067" y="941"/>
                    <a:pt x="5921" y="1095"/>
                    <a:pt x="5820" y="1210"/>
                  </a:cubicBezTo>
                  <a:lnTo>
                    <a:pt x="5820" y="1210"/>
                  </a:lnTo>
                  <a:cubicBezTo>
                    <a:pt x="5634" y="1135"/>
                    <a:pt x="5339" y="1018"/>
                    <a:pt x="4992" y="888"/>
                  </a:cubicBezTo>
                  <a:cubicBezTo>
                    <a:pt x="4400" y="703"/>
                    <a:pt x="3661" y="481"/>
                    <a:pt x="3033" y="481"/>
                  </a:cubicBezTo>
                  <a:cubicBezTo>
                    <a:pt x="2663" y="481"/>
                    <a:pt x="2330" y="629"/>
                    <a:pt x="1997" y="814"/>
                  </a:cubicBezTo>
                  <a:cubicBezTo>
                    <a:pt x="999" y="1332"/>
                    <a:pt x="112" y="2330"/>
                    <a:pt x="112" y="2330"/>
                  </a:cubicBezTo>
                  <a:cubicBezTo>
                    <a:pt x="38" y="2404"/>
                    <a:pt x="1" y="2515"/>
                    <a:pt x="38" y="2626"/>
                  </a:cubicBezTo>
                  <a:cubicBezTo>
                    <a:pt x="75" y="2737"/>
                    <a:pt x="149" y="2811"/>
                    <a:pt x="260" y="2848"/>
                  </a:cubicBezTo>
                  <a:cubicBezTo>
                    <a:pt x="260" y="2848"/>
                    <a:pt x="2034" y="3254"/>
                    <a:pt x="4400" y="3254"/>
                  </a:cubicBezTo>
                  <a:cubicBezTo>
                    <a:pt x="6767" y="3254"/>
                    <a:pt x="9724" y="2848"/>
                    <a:pt x="12090" y="1221"/>
                  </a:cubicBezTo>
                  <a:cubicBezTo>
                    <a:pt x="12201" y="1147"/>
                    <a:pt x="12238" y="1036"/>
                    <a:pt x="12238" y="888"/>
                  </a:cubicBezTo>
                  <a:cubicBezTo>
                    <a:pt x="12201" y="777"/>
                    <a:pt x="12127" y="703"/>
                    <a:pt x="12016" y="666"/>
                  </a:cubicBezTo>
                  <a:cubicBezTo>
                    <a:pt x="12016" y="666"/>
                    <a:pt x="11462" y="481"/>
                    <a:pt x="10722" y="334"/>
                  </a:cubicBezTo>
                  <a:cubicBezTo>
                    <a:pt x="9983" y="149"/>
                    <a:pt x="9059" y="1"/>
                    <a:pt x="83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42"/>
            <p:cNvSpPr/>
            <p:nvPr/>
          </p:nvSpPr>
          <p:spPr>
            <a:xfrm>
              <a:off x="3056225" y="1479400"/>
              <a:ext cx="52725" cy="99850"/>
            </a:xfrm>
            <a:custGeom>
              <a:rect b="b" l="l" r="r" t="t"/>
              <a:pathLst>
                <a:path extrusionOk="0" h="3994" w="2109">
                  <a:moveTo>
                    <a:pt x="999" y="1"/>
                  </a:moveTo>
                  <a:cubicBezTo>
                    <a:pt x="445" y="38"/>
                    <a:pt x="1" y="925"/>
                    <a:pt x="38" y="2034"/>
                  </a:cubicBezTo>
                  <a:cubicBezTo>
                    <a:pt x="38" y="3106"/>
                    <a:pt x="519" y="3994"/>
                    <a:pt x="1073" y="3994"/>
                  </a:cubicBezTo>
                  <a:cubicBezTo>
                    <a:pt x="1665" y="3957"/>
                    <a:pt x="2108" y="3069"/>
                    <a:pt x="2071" y="1960"/>
                  </a:cubicBezTo>
                  <a:cubicBezTo>
                    <a:pt x="2071" y="888"/>
                    <a:pt x="1591" y="1"/>
                    <a:pt x="9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42"/>
            <p:cNvSpPr/>
            <p:nvPr/>
          </p:nvSpPr>
          <p:spPr>
            <a:xfrm>
              <a:off x="2738300" y="1507125"/>
              <a:ext cx="52700" cy="99850"/>
            </a:xfrm>
            <a:custGeom>
              <a:rect b="b" l="l" r="r" t="t"/>
              <a:pathLst>
                <a:path extrusionOk="0" h="3994" w="2108">
                  <a:moveTo>
                    <a:pt x="998" y="1"/>
                  </a:moveTo>
                  <a:cubicBezTo>
                    <a:pt x="444" y="38"/>
                    <a:pt x="0" y="925"/>
                    <a:pt x="37" y="2034"/>
                  </a:cubicBezTo>
                  <a:cubicBezTo>
                    <a:pt x="37" y="3106"/>
                    <a:pt x="518" y="3994"/>
                    <a:pt x="1109" y="3994"/>
                  </a:cubicBezTo>
                  <a:cubicBezTo>
                    <a:pt x="1664" y="3957"/>
                    <a:pt x="2107" y="3069"/>
                    <a:pt x="2070" y="1997"/>
                  </a:cubicBezTo>
                  <a:cubicBezTo>
                    <a:pt x="2070" y="888"/>
                    <a:pt x="1590" y="1"/>
                    <a:pt x="9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42"/>
            <p:cNvSpPr/>
            <p:nvPr/>
          </p:nvSpPr>
          <p:spPr>
            <a:xfrm>
              <a:off x="2618125" y="1404550"/>
              <a:ext cx="187650" cy="83925"/>
            </a:xfrm>
            <a:custGeom>
              <a:rect b="b" l="l" r="r" t="t"/>
              <a:pathLst>
                <a:path extrusionOk="0" h="3357" w="7506">
                  <a:moveTo>
                    <a:pt x="6138" y="0"/>
                  </a:moveTo>
                  <a:cubicBezTo>
                    <a:pt x="3883" y="0"/>
                    <a:pt x="2367" y="702"/>
                    <a:pt x="1406" y="1442"/>
                  </a:cubicBezTo>
                  <a:cubicBezTo>
                    <a:pt x="482" y="2144"/>
                    <a:pt x="112" y="2884"/>
                    <a:pt x="75" y="2921"/>
                  </a:cubicBezTo>
                  <a:cubicBezTo>
                    <a:pt x="1" y="3069"/>
                    <a:pt x="75" y="3253"/>
                    <a:pt x="223" y="3327"/>
                  </a:cubicBezTo>
                  <a:cubicBezTo>
                    <a:pt x="262" y="3347"/>
                    <a:pt x="305" y="3356"/>
                    <a:pt x="347" y="3356"/>
                  </a:cubicBezTo>
                  <a:cubicBezTo>
                    <a:pt x="462" y="3356"/>
                    <a:pt x="575" y="3288"/>
                    <a:pt x="629" y="3180"/>
                  </a:cubicBezTo>
                  <a:cubicBezTo>
                    <a:pt x="666" y="3143"/>
                    <a:pt x="1036" y="2477"/>
                    <a:pt x="1886" y="1849"/>
                  </a:cubicBezTo>
                  <a:cubicBezTo>
                    <a:pt x="2737" y="1220"/>
                    <a:pt x="4068" y="629"/>
                    <a:pt x="6138" y="629"/>
                  </a:cubicBezTo>
                  <a:cubicBezTo>
                    <a:pt x="6471" y="629"/>
                    <a:pt x="6804" y="629"/>
                    <a:pt x="7173" y="666"/>
                  </a:cubicBezTo>
                  <a:cubicBezTo>
                    <a:pt x="7321" y="666"/>
                    <a:pt x="7506" y="555"/>
                    <a:pt x="7506" y="370"/>
                  </a:cubicBezTo>
                  <a:cubicBezTo>
                    <a:pt x="7506" y="222"/>
                    <a:pt x="7395" y="74"/>
                    <a:pt x="7210" y="37"/>
                  </a:cubicBezTo>
                  <a:cubicBezTo>
                    <a:pt x="6840" y="0"/>
                    <a:pt x="6508" y="0"/>
                    <a:pt x="61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42"/>
            <p:cNvSpPr/>
            <p:nvPr/>
          </p:nvSpPr>
          <p:spPr>
            <a:xfrm>
              <a:off x="2980450" y="1388825"/>
              <a:ext cx="199675" cy="71950"/>
            </a:xfrm>
            <a:custGeom>
              <a:rect b="b" l="l" r="r" t="t"/>
              <a:pathLst>
                <a:path extrusionOk="0" h="2878" w="7987">
                  <a:moveTo>
                    <a:pt x="2958" y="1"/>
                  </a:moveTo>
                  <a:cubicBezTo>
                    <a:pt x="1368" y="1"/>
                    <a:pt x="222" y="518"/>
                    <a:pt x="222" y="555"/>
                  </a:cubicBezTo>
                  <a:cubicBezTo>
                    <a:pt x="37" y="629"/>
                    <a:pt x="0" y="777"/>
                    <a:pt x="37" y="962"/>
                  </a:cubicBezTo>
                  <a:cubicBezTo>
                    <a:pt x="92" y="1070"/>
                    <a:pt x="205" y="1139"/>
                    <a:pt x="320" y="1139"/>
                  </a:cubicBezTo>
                  <a:cubicBezTo>
                    <a:pt x="362" y="1139"/>
                    <a:pt x="404" y="1129"/>
                    <a:pt x="444" y="1110"/>
                  </a:cubicBezTo>
                  <a:lnTo>
                    <a:pt x="481" y="1110"/>
                  </a:lnTo>
                  <a:cubicBezTo>
                    <a:pt x="555" y="1073"/>
                    <a:pt x="1627" y="629"/>
                    <a:pt x="2958" y="629"/>
                  </a:cubicBezTo>
                  <a:cubicBezTo>
                    <a:pt x="4326" y="629"/>
                    <a:pt x="5990" y="1073"/>
                    <a:pt x="7395" y="2773"/>
                  </a:cubicBezTo>
                  <a:cubicBezTo>
                    <a:pt x="7459" y="2838"/>
                    <a:pt x="7548" y="2877"/>
                    <a:pt x="7641" y="2877"/>
                  </a:cubicBezTo>
                  <a:cubicBezTo>
                    <a:pt x="7708" y="2877"/>
                    <a:pt x="7776" y="2857"/>
                    <a:pt x="7838" y="2810"/>
                  </a:cubicBezTo>
                  <a:cubicBezTo>
                    <a:pt x="7986" y="2699"/>
                    <a:pt x="7986" y="2515"/>
                    <a:pt x="7875" y="2367"/>
                  </a:cubicBezTo>
                  <a:cubicBezTo>
                    <a:pt x="6359" y="518"/>
                    <a:pt x="4437" y="1"/>
                    <a:pt x="29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42"/>
            <p:cNvSpPr/>
            <p:nvPr/>
          </p:nvSpPr>
          <p:spPr>
            <a:xfrm>
              <a:off x="2362125" y="766675"/>
              <a:ext cx="956625" cy="758050"/>
            </a:xfrm>
            <a:custGeom>
              <a:rect b="b" l="l" r="r" t="t"/>
              <a:pathLst>
                <a:path extrusionOk="0" h="30322" w="38265">
                  <a:moveTo>
                    <a:pt x="19641" y="0"/>
                  </a:moveTo>
                  <a:cubicBezTo>
                    <a:pt x="15611" y="0"/>
                    <a:pt x="10851" y="1781"/>
                    <a:pt x="7764" y="4294"/>
                  </a:cubicBezTo>
                  <a:lnTo>
                    <a:pt x="7727" y="4368"/>
                  </a:lnTo>
                  <a:cubicBezTo>
                    <a:pt x="0" y="10801"/>
                    <a:pt x="629" y="21744"/>
                    <a:pt x="4067" y="30321"/>
                  </a:cubicBezTo>
                  <a:cubicBezTo>
                    <a:pt x="4474" y="27401"/>
                    <a:pt x="5952" y="20783"/>
                    <a:pt x="10906" y="16642"/>
                  </a:cubicBezTo>
                  <a:cubicBezTo>
                    <a:pt x="14418" y="13746"/>
                    <a:pt x="17918" y="12680"/>
                    <a:pt x="21094" y="12680"/>
                  </a:cubicBezTo>
                  <a:cubicBezTo>
                    <a:pt x="23837" y="12680"/>
                    <a:pt x="26337" y="13475"/>
                    <a:pt x="28393" y="14572"/>
                  </a:cubicBezTo>
                  <a:cubicBezTo>
                    <a:pt x="32017" y="16531"/>
                    <a:pt x="36194" y="20265"/>
                    <a:pt x="38191" y="25922"/>
                  </a:cubicBezTo>
                  <a:cubicBezTo>
                    <a:pt x="38265" y="25034"/>
                    <a:pt x="38265" y="24184"/>
                    <a:pt x="38265" y="23334"/>
                  </a:cubicBezTo>
                  <a:cubicBezTo>
                    <a:pt x="38154" y="16383"/>
                    <a:pt x="35492" y="8730"/>
                    <a:pt x="30205" y="3961"/>
                  </a:cubicBezTo>
                  <a:cubicBezTo>
                    <a:pt x="27432" y="1410"/>
                    <a:pt x="23772" y="79"/>
                    <a:pt x="20001" y="5"/>
                  </a:cubicBezTo>
                  <a:cubicBezTo>
                    <a:pt x="19882" y="2"/>
                    <a:pt x="19762" y="0"/>
                    <a:pt x="196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42"/>
            <p:cNvSpPr/>
            <p:nvPr/>
          </p:nvSpPr>
          <p:spPr>
            <a:xfrm>
              <a:off x="2402775" y="765875"/>
              <a:ext cx="915975" cy="758850"/>
            </a:xfrm>
            <a:custGeom>
              <a:rect b="b" l="l" r="r" t="t"/>
              <a:pathLst>
                <a:path extrusionOk="0" h="30354" w="36639">
                  <a:moveTo>
                    <a:pt x="18116" y="0"/>
                  </a:moveTo>
                  <a:cubicBezTo>
                    <a:pt x="14050" y="0"/>
                    <a:pt x="9243" y="1775"/>
                    <a:pt x="6138" y="4326"/>
                  </a:cubicBezTo>
                  <a:lnTo>
                    <a:pt x="6101" y="4400"/>
                  </a:lnTo>
                  <a:cubicBezTo>
                    <a:pt x="1701" y="8060"/>
                    <a:pt x="1" y="13199"/>
                    <a:pt x="1" y="18523"/>
                  </a:cubicBezTo>
                  <a:cubicBezTo>
                    <a:pt x="1" y="22552"/>
                    <a:pt x="962" y="26656"/>
                    <a:pt x="2441" y="30353"/>
                  </a:cubicBezTo>
                  <a:cubicBezTo>
                    <a:pt x="2848" y="27433"/>
                    <a:pt x="4326" y="20815"/>
                    <a:pt x="9280" y="16674"/>
                  </a:cubicBezTo>
                  <a:cubicBezTo>
                    <a:pt x="12793" y="13790"/>
                    <a:pt x="16305" y="12718"/>
                    <a:pt x="19447" y="12718"/>
                  </a:cubicBezTo>
                  <a:cubicBezTo>
                    <a:pt x="22220" y="12718"/>
                    <a:pt x="24697" y="13495"/>
                    <a:pt x="26767" y="14604"/>
                  </a:cubicBezTo>
                  <a:cubicBezTo>
                    <a:pt x="30391" y="16563"/>
                    <a:pt x="34568" y="20297"/>
                    <a:pt x="36565" y="25954"/>
                  </a:cubicBezTo>
                  <a:cubicBezTo>
                    <a:pt x="36602" y="25214"/>
                    <a:pt x="36639" y="24512"/>
                    <a:pt x="36639" y="23846"/>
                  </a:cubicBezTo>
                  <a:cubicBezTo>
                    <a:pt x="36639" y="23662"/>
                    <a:pt x="36639" y="23514"/>
                    <a:pt x="36639" y="23366"/>
                  </a:cubicBezTo>
                  <a:cubicBezTo>
                    <a:pt x="36528" y="16415"/>
                    <a:pt x="33866" y="8762"/>
                    <a:pt x="28579" y="3993"/>
                  </a:cubicBezTo>
                  <a:cubicBezTo>
                    <a:pt x="25806" y="1442"/>
                    <a:pt x="22146" y="111"/>
                    <a:pt x="18375" y="37"/>
                  </a:cubicBezTo>
                  <a:cubicBezTo>
                    <a:pt x="18301" y="0"/>
                    <a:pt x="18190" y="0"/>
                    <a:pt x="1811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42"/>
            <p:cNvSpPr/>
            <p:nvPr/>
          </p:nvSpPr>
          <p:spPr>
            <a:xfrm>
              <a:off x="2395400" y="758475"/>
              <a:ext cx="930750" cy="773825"/>
            </a:xfrm>
            <a:custGeom>
              <a:rect b="b" l="l" r="r" t="t"/>
              <a:pathLst>
                <a:path extrusionOk="0" h="30953" w="37230">
                  <a:moveTo>
                    <a:pt x="18670" y="629"/>
                  </a:moveTo>
                  <a:cubicBezTo>
                    <a:pt x="22367" y="703"/>
                    <a:pt x="25953" y="2034"/>
                    <a:pt x="28689" y="4511"/>
                  </a:cubicBezTo>
                  <a:cubicBezTo>
                    <a:pt x="33865" y="9206"/>
                    <a:pt x="36527" y="16785"/>
                    <a:pt x="36601" y="23662"/>
                  </a:cubicBezTo>
                  <a:cubicBezTo>
                    <a:pt x="36638" y="23810"/>
                    <a:pt x="36638" y="23958"/>
                    <a:pt x="36638" y="24142"/>
                  </a:cubicBezTo>
                  <a:cubicBezTo>
                    <a:pt x="36638" y="24359"/>
                    <a:pt x="36634" y="24579"/>
                    <a:pt x="36627" y="24801"/>
                  </a:cubicBezTo>
                  <a:lnTo>
                    <a:pt x="36627" y="24801"/>
                  </a:lnTo>
                  <a:cubicBezTo>
                    <a:pt x="34452" y="19811"/>
                    <a:pt x="30612" y="16444"/>
                    <a:pt x="27210" y="14641"/>
                  </a:cubicBezTo>
                  <a:cubicBezTo>
                    <a:pt x="25103" y="13532"/>
                    <a:pt x="22552" y="12718"/>
                    <a:pt x="19742" y="12718"/>
                  </a:cubicBezTo>
                  <a:cubicBezTo>
                    <a:pt x="19691" y="12718"/>
                    <a:pt x="19639" y="12718"/>
                    <a:pt x="19587" y="12718"/>
                  </a:cubicBezTo>
                  <a:cubicBezTo>
                    <a:pt x="16411" y="12718"/>
                    <a:pt x="12883" y="13838"/>
                    <a:pt x="9391" y="16748"/>
                  </a:cubicBezTo>
                  <a:cubicBezTo>
                    <a:pt x="4897" y="20487"/>
                    <a:pt x="3226" y="26176"/>
                    <a:pt x="2622" y="29478"/>
                  </a:cubicBezTo>
                  <a:lnTo>
                    <a:pt x="2622" y="29478"/>
                  </a:lnTo>
                  <a:cubicBezTo>
                    <a:pt x="1378" y="26095"/>
                    <a:pt x="592" y="223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2885"/>
                    <a:pt x="961" y="27026"/>
                    <a:pt x="2477" y="30760"/>
                  </a:cubicBezTo>
                  <a:cubicBezTo>
                    <a:pt x="2509" y="30856"/>
                    <a:pt x="2624" y="30952"/>
                    <a:pt x="2727" y="30952"/>
                  </a:cubicBezTo>
                  <a:cubicBezTo>
                    <a:pt x="2742" y="30952"/>
                    <a:pt x="2758" y="30950"/>
                    <a:pt x="2773" y="30945"/>
                  </a:cubicBezTo>
                  <a:cubicBezTo>
                    <a:pt x="2921" y="30945"/>
                    <a:pt x="3032" y="30834"/>
                    <a:pt x="3069" y="30686"/>
                  </a:cubicBezTo>
                  <a:cubicBezTo>
                    <a:pt x="3438" y="27802"/>
                    <a:pt x="4917" y="21259"/>
                    <a:pt x="9797" y="17229"/>
                  </a:cubicBezTo>
                  <a:cubicBezTo>
                    <a:pt x="13235" y="14345"/>
                    <a:pt x="16637" y="13310"/>
                    <a:pt x="19742" y="13310"/>
                  </a:cubicBezTo>
                  <a:cubicBezTo>
                    <a:pt x="22441" y="13310"/>
                    <a:pt x="24918" y="14086"/>
                    <a:pt x="26915" y="15195"/>
                  </a:cubicBezTo>
                  <a:cubicBezTo>
                    <a:pt x="30501" y="17081"/>
                    <a:pt x="34604" y="20778"/>
                    <a:pt x="36601" y="26324"/>
                  </a:cubicBezTo>
                  <a:cubicBezTo>
                    <a:pt x="36638" y="26472"/>
                    <a:pt x="36786" y="26545"/>
                    <a:pt x="36934" y="26545"/>
                  </a:cubicBezTo>
                  <a:cubicBezTo>
                    <a:pt x="37082" y="26509"/>
                    <a:pt x="37192" y="26398"/>
                    <a:pt x="37192" y="26250"/>
                  </a:cubicBezTo>
                  <a:cubicBezTo>
                    <a:pt x="37229" y="25547"/>
                    <a:pt x="37229" y="24808"/>
                    <a:pt x="37229" y="24142"/>
                  </a:cubicBezTo>
                  <a:cubicBezTo>
                    <a:pt x="37229" y="23958"/>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42"/>
            <p:cNvSpPr/>
            <p:nvPr/>
          </p:nvSpPr>
          <p:spPr>
            <a:xfrm>
              <a:off x="2412950" y="1071800"/>
              <a:ext cx="186725" cy="151600"/>
            </a:xfrm>
            <a:custGeom>
              <a:rect b="b" l="l" r="r" t="t"/>
              <a:pathLst>
                <a:path extrusionOk="0" h="6064" w="7469">
                  <a:moveTo>
                    <a:pt x="296" y="1"/>
                  </a:moveTo>
                  <a:cubicBezTo>
                    <a:pt x="111" y="1"/>
                    <a:pt x="0" y="148"/>
                    <a:pt x="0" y="333"/>
                  </a:cubicBezTo>
                  <a:cubicBezTo>
                    <a:pt x="0" y="370"/>
                    <a:pt x="111" y="1775"/>
                    <a:pt x="925" y="3180"/>
                  </a:cubicBezTo>
                  <a:cubicBezTo>
                    <a:pt x="1368" y="3919"/>
                    <a:pt x="1960" y="4622"/>
                    <a:pt x="2810" y="5176"/>
                  </a:cubicBezTo>
                  <a:cubicBezTo>
                    <a:pt x="3698" y="5731"/>
                    <a:pt x="4807" y="6064"/>
                    <a:pt x="6212" y="6064"/>
                  </a:cubicBezTo>
                  <a:cubicBezTo>
                    <a:pt x="6544" y="6064"/>
                    <a:pt x="6840" y="6064"/>
                    <a:pt x="7173" y="6027"/>
                  </a:cubicBezTo>
                  <a:cubicBezTo>
                    <a:pt x="7321" y="5990"/>
                    <a:pt x="7469" y="5842"/>
                    <a:pt x="7432" y="5694"/>
                  </a:cubicBezTo>
                  <a:cubicBezTo>
                    <a:pt x="7432" y="5509"/>
                    <a:pt x="7284" y="5398"/>
                    <a:pt x="7099" y="5398"/>
                  </a:cubicBezTo>
                  <a:cubicBezTo>
                    <a:pt x="6803" y="5435"/>
                    <a:pt x="6507" y="5472"/>
                    <a:pt x="6212" y="5472"/>
                  </a:cubicBezTo>
                  <a:cubicBezTo>
                    <a:pt x="4918" y="5472"/>
                    <a:pt x="3919" y="5140"/>
                    <a:pt x="3143" y="4659"/>
                  </a:cubicBezTo>
                  <a:cubicBezTo>
                    <a:pt x="1997" y="3919"/>
                    <a:pt x="1368" y="2847"/>
                    <a:pt x="1036" y="1923"/>
                  </a:cubicBezTo>
                  <a:cubicBezTo>
                    <a:pt x="851" y="1479"/>
                    <a:pt x="740" y="1036"/>
                    <a:pt x="666" y="740"/>
                  </a:cubicBezTo>
                  <a:cubicBezTo>
                    <a:pt x="666" y="592"/>
                    <a:pt x="629" y="481"/>
                    <a:pt x="629" y="407"/>
                  </a:cubicBezTo>
                  <a:lnTo>
                    <a:pt x="629" y="333"/>
                  </a:lnTo>
                  <a:lnTo>
                    <a:pt x="629" y="296"/>
                  </a:lnTo>
                  <a:cubicBezTo>
                    <a:pt x="592" y="111"/>
                    <a:pt x="444" y="1"/>
                    <a:pt x="2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42"/>
            <p:cNvSpPr/>
            <p:nvPr/>
          </p:nvSpPr>
          <p:spPr>
            <a:xfrm>
              <a:off x="2476725" y="948875"/>
              <a:ext cx="202425" cy="210750"/>
            </a:xfrm>
            <a:custGeom>
              <a:rect b="b" l="l" r="r" t="t"/>
              <a:pathLst>
                <a:path extrusionOk="0" h="8430" w="8097">
                  <a:moveTo>
                    <a:pt x="333" y="0"/>
                  </a:moveTo>
                  <a:cubicBezTo>
                    <a:pt x="148" y="0"/>
                    <a:pt x="0" y="111"/>
                    <a:pt x="0" y="296"/>
                  </a:cubicBezTo>
                  <a:cubicBezTo>
                    <a:pt x="0" y="296"/>
                    <a:pt x="0" y="407"/>
                    <a:pt x="0" y="555"/>
                  </a:cubicBezTo>
                  <a:cubicBezTo>
                    <a:pt x="0" y="1257"/>
                    <a:pt x="74" y="3217"/>
                    <a:pt x="999" y="4992"/>
                  </a:cubicBezTo>
                  <a:cubicBezTo>
                    <a:pt x="1479" y="5879"/>
                    <a:pt x="2145" y="6766"/>
                    <a:pt x="3143" y="7395"/>
                  </a:cubicBezTo>
                  <a:cubicBezTo>
                    <a:pt x="4141" y="8023"/>
                    <a:pt x="5435" y="8430"/>
                    <a:pt x="7099" y="8430"/>
                  </a:cubicBezTo>
                  <a:cubicBezTo>
                    <a:pt x="7321" y="8430"/>
                    <a:pt x="7542" y="8393"/>
                    <a:pt x="7801" y="8393"/>
                  </a:cubicBezTo>
                  <a:cubicBezTo>
                    <a:pt x="7949" y="8393"/>
                    <a:pt x="8097" y="8245"/>
                    <a:pt x="8060" y="8060"/>
                  </a:cubicBezTo>
                  <a:cubicBezTo>
                    <a:pt x="8060" y="7912"/>
                    <a:pt x="7912" y="7764"/>
                    <a:pt x="7764" y="7764"/>
                  </a:cubicBezTo>
                  <a:cubicBezTo>
                    <a:pt x="7542" y="7801"/>
                    <a:pt x="7321" y="7801"/>
                    <a:pt x="7099" y="7801"/>
                  </a:cubicBezTo>
                  <a:cubicBezTo>
                    <a:pt x="5546" y="7801"/>
                    <a:pt x="4363" y="7432"/>
                    <a:pt x="3476" y="6877"/>
                  </a:cubicBezTo>
                  <a:cubicBezTo>
                    <a:pt x="2145" y="6027"/>
                    <a:pt x="1442" y="4696"/>
                    <a:pt x="1036" y="3476"/>
                  </a:cubicBezTo>
                  <a:cubicBezTo>
                    <a:pt x="666" y="2219"/>
                    <a:pt x="592" y="1073"/>
                    <a:pt x="592" y="555"/>
                  </a:cubicBezTo>
                  <a:cubicBezTo>
                    <a:pt x="592" y="481"/>
                    <a:pt x="592" y="407"/>
                    <a:pt x="592" y="370"/>
                  </a:cubicBezTo>
                  <a:lnTo>
                    <a:pt x="592" y="333"/>
                  </a:lnTo>
                  <a:cubicBezTo>
                    <a:pt x="629" y="148"/>
                    <a:pt x="481" y="0"/>
                    <a:pt x="3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42"/>
            <p:cNvSpPr/>
            <p:nvPr/>
          </p:nvSpPr>
          <p:spPr>
            <a:xfrm>
              <a:off x="2547900" y="866825"/>
              <a:ext cx="254200" cy="232725"/>
            </a:xfrm>
            <a:custGeom>
              <a:rect b="b" l="l" r="r" t="t"/>
              <a:pathLst>
                <a:path extrusionOk="0" h="9309" w="10168">
                  <a:moveTo>
                    <a:pt x="346" y="0"/>
                  </a:moveTo>
                  <a:cubicBezTo>
                    <a:pt x="304" y="0"/>
                    <a:pt x="262" y="9"/>
                    <a:pt x="222" y="29"/>
                  </a:cubicBezTo>
                  <a:cubicBezTo>
                    <a:pt x="74" y="103"/>
                    <a:pt x="0" y="251"/>
                    <a:pt x="74" y="436"/>
                  </a:cubicBezTo>
                  <a:cubicBezTo>
                    <a:pt x="74" y="436"/>
                    <a:pt x="924" y="2580"/>
                    <a:pt x="2588" y="4761"/>
                  </a:cubicBezTo>
                  <a:cubicBezTo>
                    <a:pt x="3401" y="5870"/>
                    <a:pt x="4437" y="6980"/>
                    <a:pt x="5620" y="7830"/>
                  </a:cubicBezTo>
                  <a:cubicBezTo>
                    <a:pt x="6840" y="8680"/>
                    <a:pt x="8245" y="9272"/>
                    <a:pt x="9834" y="9309"/>
                  </a:cubicBezTo>
                  <a:cubicBezTo>
                    <a:pt x="10019" y="9309"/>
                    <a:pt x="10167" y="9161"/>
                    <a:pt x="10167" y="9013"/>
                  </a:cubicBezTo>
                  <a:cubicBezTo>
                    <a:pt x="10167" y="8828"/>
                    <a:pt x="10019" y="8680"/>
                    <a:pt x="9871" y="8680"/>
                  </a:cubicBezTo>
                  <a:cubicBezTo>
                    <a:pt x="8429" y="8643"/>
                    <a:pt x="7135" y="8126"/>
                    <a:pt x="5989" y="7312"/>
                  </a:cubicBezTo>
                  <a:cubicBezTo>
                    <a:pt x="4289" y="6129"/>
                    <a:pt x="2921" y="4318"/>
                    <a:pt x="2034" y="2839"/>
                  </a:cubicBezTo>
                  <a:cubicBezTo>
                    <a:pt x="1553" y="2099"/>
                    <a:pt x="1220" y="1434"/>
                    <a:pt x="998" y="953"/>
                  </a:cubicBezTo>
                  <a:cubicBezTo>
                    <a:pt x="850" y="732"/>
                    <a:pt x="777" y="510"/>
                    <a:pt x="703" y="399"/>
                  </a:cubicBezTo>
                  <a:cubicBezTo>
                    <a:pt x="703" y="325"/>
                    <a:pt x="666" y="288"/>
                    <a:pt x="666" y="251"/>
                  </a:cubicBezTo>
                  <a:lnTo>
                    <a:pt x="629" y="177"/>
                  </a:lnTo>
                  <a:cubicBezTo>
                    <a:pt x="575" y="69"/>
                    <a:pt x="461" y="0"/>
                    <a:pt x="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42"/>
            <p:cNvSpPr/>
            <p:nvPr/>
          </p:nvSpPr>
          <p:spPr>
            <a:xfrm>
              <a:off x="2789125" y="769900"/>
              <a:ext cx="105400" cy="317825"/>
            </a:xfrm>
            <a:custGeom>
              <a:rect b="b" l="l" r="r" t="t"/>
              <a:pathLst>
                <a:path extrusionOk="0" h="12713" w="4216">
                  <a:moveTo>
                    <a:pt x="364" y="1"/>
                  </a:moveTo>
                  <a:cubicBezTo>
                    <a:pt x="280" y="1"/>
                    <a:pt x="191" y="39"/>
                    <a:pt x="111" y="98"/>
                  </a:cubicBezTo>
                  <a:cubicBezTo>
                    <a:pt x="0" y="246"/>
                    <a:pt x="37" y="431"/>
                    <a:pt x="148" y="542"/>
                  </a:cubicBezTo>
                  <a:cubicBezTo>
                    <a:pt x="333" y="727"/>
                    <a:pt x="3624" y="3832"/>
                    <a:pt x="3587" y="9156"/>
                  </a:cubicBezTo>
                  <a:cubicBezTo>
                    <a:pt x="3587" y="10154"/>
                    <a:pt x="3476" y="11189"/>
                    <a:pt x="3217" y="12335"/>
                  </a:cubicBezTo>
                  <a:cubicBezTo>
                    <a:pt x="3180" y="12483"/>
                    <a:pt x="3291" y="12668"/>
                    <a:pt x="3476" y="12705"/>
                  </a:cubicBezTo>
                  <a:cubicBezTo>
                    <a:pt x="3495" y="12710"/>
                    <a:pt x="3515" y="12712"/>
                    <a:pt x="3534" y="12712"/>
                  </a:cubicBezTo>
                  <a:cubicBezTo>
                    <a:pt x="3669" y="12712"/>
                    <a:pt x="3813" y="12607"/>
                    <a:pt x="3845" y="12446"/>
                  </a:cubicBezTo>
                  <a:cubicBezTo>
                    <a:pt x="4104" y="11300"/>
                    <a:pt x="4215" y="10191"/>
                    <a:pt x="4215" y="9156"/>
                  </a:cubicBezTo>
                  <a:cubicBezTo>
                    <a:pt x="4215" y="6272"/>
                    <a:pt x="3291" y="4017"/>
                    <a:pt x="2404" y="2464"/>
                  </a:cubicBezTo>
                  <a:cubicBezTo>
                    <a:pt x="1479" y="911"/>
                    <a:pt x="592" y="98"/>
                    <a:pt x="555" y="98"/>
                  </a:cubicBezTo>
                  <a:cubicBezTo>
                    <a:pt x="503" y="29"/>
                    <a:pt x="436" y="1"/>
                    <a:pt x="3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42"/>
            <p:cNvSpPr/>
            <p:nvPr/>
          </p:nvSpPr>
          <p:spPr>
            <a:xfrm>
              <a:off x="3008175" y="797525"/>
              <a:ext cx="96150" cy="329525"/>
            </a:xfrm>
            <a:custGeom>
              <a:rect b="b" l="l" r="r" t="t"/>
              <a:pathLst>
                <a:path extrusionOk="0" h="13181" w="3846">
                  <a:moveTo>
                    <a:pt x="349" y="1"/>
                  </a:moveTo>
                  <a:cubicBezTo>
                    <a:pt x="249" y="1"/>
                    <a:pt x="142" y="50"/>
                    <a:pt x="74" y="139"/>
                  </a:cubicBezTo>
                  <a:cubicBezTo>
                    <a:pt x="1" y="250"/>
                    <a:pt x="1" y="472"/>
                    <a:pt x="148" y="546"/>
                  </a:cubicBezTo>
                  <a:lnTo>
                    <a:pt x="185" y="583"/>
                  </a:lnTo>
                  <a:cubicBezTo>
                    <a:pt x="333" y="731"/>
                    <a:pt x="1110" y="1359"/>
                    <a:pt x="1812" y="2468"/>
                  </a:cubicBezTo>
                  <a:cubicBezTo>
                    <a:pt x="2551" y="3540"/>
                    <a:pt x="3217" y="5056"/>
                    <a:pt x="3217" y="6942"/>
                  </a:cubicBezTo>
                  <a:cubicBezTo>
                    <a:pt x="3217" y="8568"/>
                    <a:pt x="2699" y="10528"/>
                    <a:pt x="1184" y="12709"/>
                  </a:cubicBezTo>
                  <a:cubicBezTo>
                    <a:pt x="1110" y="12820"/>
                    <a:pt x="1147" y="13042"/>
                    <a:pt x="1258" y="13116"/>
                  </a:cubicBezTo>
                  <a:cubicBezTo>
                    <a:pt x="1316" y="13160"/>
                    <a:pt x="1380" y="13180"/>
                    <a:pt x="1443" y="13180"/>
                  </a:cubicBezTo>
                  <a:cubicBezTo>
                    <a:pt x="1540" y="13180"/>
                    <a:pt x="1634" y="13131"/>
                    <a:pt x="1701" y="13042"/>
                  </a:cubicBezTo>
                  <a:cubicBezTo>
                    <a:pt x="3254" y="10787"/>
                    <a:pt x="3845" y="8716"/>
                    <a:pt x="3845" y="6942"/>
                  </a:cubicBezTo>
                  <a:cubicBezTo>
                    <a:pt x="3845" y="4797"/>
                    <a:pt x="2995" y="3060"/>
                    <a:pt x="2182" y="1877"/>
                  </a:cubicBezTo>
                  <a:cubicBezTo>
                    <a:pt x="1368" y="731"/>
                    <a:pt x="555" y="102"/>
                    <a:pt x="518" y="65"/>
                  </a:cubicBezTo>
                  <a:cubicBezTo>
                    <a:pt x="474" y="21"/>
                    <a:pt x="413" y="1"/>
                    <a:pt x="3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42"/>
            <p:cNvSpPr/>
            <p:nvPr/>
          </p:nvSpPr>
          <p:spPr>
            <a:xfrm>
              <a:off x="3163450" y="1008025"/>
              <a:ext cx="75825" cy="198750"/>
            </a:xfrm>
            <a:custGeom>
              <a:rect b="b" l="l" r="r" t="t"/>
              <a:pathLst>
                <a:path extrusionOk="0" h="7950" w="3033">
                  <a:moveTo>
                    <a:pt x="2699" y="1"/>
                  </a:moveTo>
                  <a:cubicBezTo>
                    <a:pt x="2515" y="38"/>
                    <a:pt x="2404" y="185"/>
                    <a:pt x="2404" y="333"/>
                  </a:cubicBezTo>
                  <a:cubicBezTo>
                    <a:pt x="2404" y="592"/>
                    <a:pt x="2441" y="851"/>
                    <a:pt x="2441" y="1073"/>
                  </a:cubicBezTo>
                  <a:cubicBezTo>
                    <a:pt x="2441" y="3069"/>
                    <a:pt x="1849" y="4659"/>
                    <a:pt x="1258" y="5768"/>
                  </a:cubicBezTo>
                  <a:cubicBezTo>
                    <a:pt x="962" y="6323"/>
                    <a:pt x="666" y="6729"/>
                    <a:pt x="444" y="6988"/>
                  </a:cubicBezTo>
                  <a:cubicBezTo>
                    <a:pt x="333" y="7136"/>
                    <a:pt x="259" y="7247"/>
                    <a:pt x="185" y="7321"/>
                  </a:cubicBezTo>
                  <a:lnTo>
                    <a:pt x="111" y="7395"/>
                  </a:lnTo>
                  <a:lnTo>
                    <a:pt x="111" y="7432"/>
                  </a:lnTo>
                  <a:cubicBezTo>
                    <a:pt x="1" y="7543"/>
                    <a:pt x="1" y="7727"/>
                    <a:pt x="111" y="7838"/>
                  </a:cubicBezTo>
                  <a:cubicBezTo>
                    <a:pt x="167" y="7912"/>
                    <a:pt x="241" y="7949"/>
                    <a:pt x="319" y="7949"/>
                  </a:cubicBezTo>
                  <a:cubicBezTo>
                    <a:pt x="398" y="7949"/>
                    <a:pt x="481" y="7912"/>
                    <a:pt x="555" y="7838"/>
                  </a:cubicBezTo>
                  <a:cubicBezTo>
                    <a:pt x="555" y="7838"/>
                    <a:pt x="3032" y="5361"/>
                    <a:pt x="3032" y="1073"/>
                  </a:cubicBezTo>
                  <a:cubicBezTo>
                    <a:pt x="3032" y="814"/>
                    <a:pt x="3032" y="555"/>
                    <a:pt x="3032" y="296"/>
                  </a:cubicBezTo>
                  <a:cubicBezTo>
                    <a:pt x="2995" y="148"/>
                    <a:pt x="2847" y="1"/>
                    <a:pt x="2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42"/>
            <p:cNvSpPr/>
            <p:nvPr/>
          </p:nvSpPr>
          <p:spPr>
            <a:xfrm>
              <a:off x="3098750" y="2625175"/>
              <a:ext cx="1443725" cy="1942225"/>
            </a:xfrm>
            <a:custGeom>
              <a:rect b="b" l="l" r="r" t="t"/>
              <a:pathLst>
                <a:path extrusionOk="0" h="77689" w="57749">
                  <a:moveTo>
                    <a:pt x="26992" y="1"/>
                  </a:moveTo>
                  <a:cubicBezTo>
                    <a:pt x="22788" y="1"/>
                    <a:pt x="13098" y="970"/>
                    <a:pt x="6914" y="7186"/>
                  </a:cubicBezTo>
                  <a:cubicBezTo>
                    <a:pt x="6914" y="7186"/>
                    <a:pt x="2515" y="12805"/>
                    <a:pt x="1258" y="23490"/>
                  </a:cubicBezTo>
                  <a:cubicBezTo>
                    <a:pt x="1" y="34174"/>
                    <a:pt x="1442" y="77689"/>
                    <a:pt x="1442" y="77689"/>
                  </a:cubicBezTo>
                  <a:lnTo>
                    <a:pt x="57749" y="74435"/>
                  </a:lnTo>
                  <a:cubicBezTo>
                    <a:pt x="57749" y="74435"/>
                    <a:pt x="46251" y="20791"/>
                    <a:pt x="41851" y="11770"/>
                  </a:cubicBezTo>
                  <a:cubicBezTo>
                    <a:pt x="37452" y="2786"/>
                    <a:pt x="31167" y="272"/>
                    <a:pt x="28468" y="50"/>
                  </a:cubicBezTo>
                  <a:cubicBezTo>
                    <a:pt x="28115" y="22"/>
                    <a:pt x="27614" y="1"/>
                    <a:pt x="269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42"/>
            <p:cNvSpPr/>
            <p:nvPr/>
          </p:nvSpPr>
          <p:spPr>
            <a:xfrm>
              <a:off x="3109850" y="2618100"/>
              <a:ext cx="1440950" cy="1957625"/>
            </a:xfrm>
            <a:custGeom>
              <a:rect b="b" l="l" r="r" t="t"/>
              <a:pathLst>
                <a:path extrusionOk="0" h="78305" w="57638">
                  <a:moveTo>
                    <a:pt x="26582" y="592"/>
                  </a:moveTo>
                  <a:cubicBezTo>
                    <a:pt x="27174" y="592"/>
                    <a:pt x="27654" y="629"/>
                    <a:pt x="27987" y="629"/>
                  </a:cubicBezTo>
                  <a:cubicBezTo>
                    <a:pt x="29281" y="740"/>
                    <a:pt x="31499" y="1405"/>
                    <a:pt x="33902" y="3143"/>
                  </a:cubicBezTo>
                  <a:cubicBezTo>
                    <a:pt x="36305" y="4918"/>
                    <a:pt x="38967" y="7727"/>
                    <a:pt x="41149" y="12201"/>
                  </a:cubicBezTo>
                  <a:cubicBezTo>
                    <a:pt x="42221" y="14382"/>
                    <a:pt x="43773" y="19447"/>
                    <a:pt x="45437" y="25732"/>
                  </a:cubicBezTo>
                  <a:cubicBezTo>
                    <a:pt x="47988" y="35160"/>
                    <a:pt x="50872" y="47434"/>
                    <a:pt x="53127" y="57342"/>
                  </a:cubicBezTo>
                  <a:cubicBezTo>
                    <a:pt x="54273" y="62296"/>
                    <a:pt x="55234" y="66659"/>
                    <a:pt x="55900" y="69801"/>
                  </a:cubicBezTo>
                  <a:cubicBezTo>
                    <a:pt x="56270" y="71354"/>
                    <a:pt x="56528" y="72611"/>
                    <a:pt x="56713" y="73461"/>
                  </a:cubicBezTo>
                  <a:cubicBezTo>
                    <a:pt x="56805" y="73886"/>
                    <a:pt x="56879" y="74218"/>
                    <a:pt x="56930" y="74444"/>
                  </a:cubicBezTo>
                  <a:lnTo>
                    <a:pt x="56930" y="74444"/>
                  </a:lnTo>
                  <a:lnTo>
                    <a:pt x="1322" y="77657"/>
                  </a:lnTo>
                  <a:lnTo>
                    <a:pt x="1322" y="77657"/>
                  </a:lnTo>
                  <a:cubicBezTo>
                    <a:pt x="1307" y="77139"/>
                    <a:pt x="1273" y="75999"/>
                    <a:pt x="1220" y="74386"/>
                  </a:cubicBezTo>
                  <a:cubicBezTo>
                    <a:pt x="998" y="67620"/>
                    <a:pt x="592" y="52536"/>
                    <a:pt x="592" y="40188"/>
                  </a:cubicBezTo>
                  <a:cubicBezTo>
                    <a:pt x="592" y="33163"/>
                    <a:pt x="740" y="26989"/>
                    <a:pt x="1109" y="23810"/>
                  </a:cubicBezTo>
                  <a:cubicBezTo>
                    <a:pt x="1738" y="18523"/>
                    <a:pt x="3143" y="14456"/>
                    <a:pt x="4400" y="11757"/>
                  </a:cubicBezTo>
                  <a:cubicBezTo>
                    <a:pt x="4991" y="10389"/>
                    <a:pt x="5583" y="9354"/>
                    <a:pt x="6026" y="8652"/>
                  </a:cubicBezTo>
                  <a:cubicBezTo>
                    <a:pt x="6211" y="8319"/>
                    <a:pt x="6396" y="8060"/>
                    <a:pt x="6507" y="7912"/>
                  </a:cubicBezTo>
                  <a:cubicBezTo>
                    <a:pt x="6581" y="7801"/>
                    <a:pt x="6618" y="7727"/>
                    <a:pt x="6655" y="7690"/>
                  </a:cubicBezTo>
                  <a:lnTo>
                    <a:pt x="6673" y="7672"/>
                  </a:lnTo>
                  <a:lnTo>
                    <a:pt x="6673" y="7672"/>
                  </a:lnTo>
                  <a:lnTo>
                    <a:pt x="6692" y="7690"/>
                  </a:lnTo>
                  <a:cubicBezTo>
                    <a:pt x="9724" y="4622"/>
                    <a:pt x="13679" y="2847"/>
                    <a:pt x="17376" y="1849"/>
                  </a:cubicBezTo>
                  <a:cubicBezTo>
                    <a:pt x="21074" y="851"/>
                    <a:pt x="24512" y="592"/>
                    <a:pt x="26582" y="592"/>
                  </a:cubicBezTo>
                  <a:close/>
                  <a:moveTo>
                    <a:pt x="26582" y="1"/>
                  </a:moveTo>
                  <a:cubicBezTo>
                    <a:pt x="24475" y="1"/>
                    <a:pt x="20963" y="222"/>
                    <a:pt x="17192" y="1258"/>
                  </a:cubicBezTo>
                  <a:cubicBezTo>
                    <a:pt x="13421" y="2256"/>
                    <a:pt x="9391" y="4067"/>
                    <a:pt x="6248" y="7247"/>
                  </a:cubicBezTo>
                  <a:lnTo>
                    <a:pt x="6211" y="7247"/>
                  </a:lnTo>
                  <a:cubicBezTo>
                    <a:pt x="6174" y="7284"/>
                    <a:pt x="1775" y="13014"/>
                    <a:pt x="518" y="23736"/>
                  </a:cubicBezTo>
                  <a:cubicBezTo>
                    <a:pt x="111" y="26989"/>
                    <a:pt x="0" y="33126"/>
                    <a:pt x="0" y="40188"/>
                  </a:cubicBezTo>
                  <a:cubicBezTo>
                    <a:pt x="0" y="56677"/>
                    <a:pt x="703" y="78009"/>
                    <a:pt x="703" y="78009"/>
                  </a:cubicBezTo>
                  <a:cubicBezTo>
                    <a:pt x="703" y="78083"/>
                    <a:pt x="740" y="78157"/>
                    <a:pt x="814" y="78231"/>
                  </a:cubicBezTo>
                  <a:cubicBezTo>
                    <a:pt x="851" y="78268"/>
                    <a:pt x="962" y="78305"/>
                    <a:pt x="1035" y="78305"/>
                  </a:cubicBezTo>
                  <a:lnTo>
                    <a:pt x="57342" y="75051"/>
                  </a:lnTo>
                  <a:cubicBezTo>
                    <a:pt x="57416" y="75014"/>
                    <a:pt x="57490" y="74977"/>
                    <a:pt x="57563" y="74903"/>
                  </a:cubicBezTo>
                  <a:cubicBezTo>
                    <a:pt x="57600" y="74829"/>
                    <a:pt x="57637" y="74755"/>
                    <a:pt x="57600" y="74681"/>
                  </a:cubicBezTo>
                  <a:cubicBezTo>
                    <a:pt x="57600" y="74681"/>
                    <a:pt x="54717" y="61261"/>
                    <a:pt x="51315" y="46695"/>
                  </a:cubicBezTo>
                  <a:cubicBezTo>
                    <a:pt x="49578" y="39411"/>
                    <a:pt x="47729" y="31869"/>
                    <a:pt x="46029" y="25584"/>
                  </a:cubicBezTo>
                  <a:cubicBezTo>
                    <a:pt x="44328" y="19262"/>
                    <a:pt x="42812" y="14234"/>
                    <a:pt x="41703" y="11905"/>
                  </a:cubicBezTo>
                  <a:cubicBezTo>
                    <a:pt x="39485" y="7395"/>
                    <a:pt x="36749" y="4474"/>
                    <a:pt x="34272" y="2662"/>
                  </a:cubicBezTo>
                  <a:cubicBezTo>
                    <a:pt x="31758" y="851"/>
                    <a:pt x="29466" y="148"/>
                    <a:pt x="28024" y="38"/>
                  </a:cubicBezTo>
                  <a:cubicBezTo>
                    <a:pt x="27691" y="1"/>
                    <a:pt x="27174" y="1"/>
                    <a:pt x="265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42"/>
            <p:cNvSpPr/>
            <p:nvPr/>
          </p:nvSpPr>
          <p:spPr>
            <a:xfrm>
              <a:off x="3163450" y="3439150"/>
              <a:ext cx="191350" cy="241775"/>
            </a:xfrm>
            <a:custGeom>
              <a:rect b="b" l="l" r="r" t="t"/>
              <a:pathLst>
                <a:path extrusionOk="0" h="9671" w="7654">
                  <a:moveTo>
                    <a:pt x="1684" y="1"/>
                  </a:moveTo>
                  <a:cubicBezTo>
                    <a:pt x="776" y="1"/>
                    <a:pt x="1" y="458"/>
                    <a:pt x="1" y="2022"/>
                  </a:cubicBezTo>
                  <a:cubicBezTo>
                    <a:pt x="1" y="5793"/>
                    <a:pt x="3069" y="9157"/>
                    <a:pt x="4511" y="9564"/>
                  </a:cubicBezTo>
                  <a:cubicBezTo>
                    <a:pt x="4776" y="9637"/>
                    <a:pt x="5034" y="9671"/>
                    <a:pt x="5281" y="9671"/>
                  </a:cubicBezTo>
                  <a:cubicBezTo>
                    <a:pt x="6407" y="9671"/>
                    <a:pt x="7287" y="8965"/>
                    <a:pt x="7469" y="8085"/>
                  </a:cubicBezTo>
                  <a:cubicBezTo>
                    <a:pt x="7653" y="7050"/>
                    <a:pt x="4511" y="913"/>
                    <a:pt x="4511" y="913"/>
                  </a:cubicBezTo>
                  <a:cubicBezTo>
                    <a:pt x="4511" y="913"/>
                    <a:pt x="2965" y="1"/>
                    <a:pt x="1684" y="1"/>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42"/>
            <p:cNvSpPr/>
            <p:nvPr/>
          </p:nvSpPr>
          <p:spPr>
            <a:xfrm>
              <a:off x="3156050" y="3431450"/>
              <a:ext cx="201525" cy="256975"/>
            </a:xfrm>
            <a:custGeom>
              <a:rect b="b" l="l" r="r" t="t"/>
              <a:pathLst>
                <a:path extrusionOk="0" h="10279" w="8061">
                  <a:moveTo>
                    <a:pt x="1997" y="629"/>
                  </a:moveTo>
                  <a:cubicBezTo>
                    <a:pt x="2552" y="629"/>
                    <a:pt x="3254" y="814"/>
                    <a:pt x="3772" y="1036"/>
                  </a:cubicBezTo>
                  <a:cubicBezTo>
                    <a:pt x="4031" y="1147"/>
                    <a:pt x="4252" y="1258"/>
                    <a:pt x="4400" y="1332"/>
                  </a:cubicBezTo>
                  <a:cubicBezTo>
                    <a:pt x="4474" y="1406"/>
                    <a:pt x="4548" y="1406"/>
                    <a:pt x="4585" y="1443"/>
                  </a:cubicBezTo>
                  <a:lnTo>
                    <a:pt x="4589" y="1445"/>
                  </a:lnTo>
                  <a:lnTo>
                    <a:pt x="4589" y="1445"/>
                  </a:lnTo>
                  <a:cubicBezTo>
                    <a:pt x="4658" y="1573"/>
                    <a:pt x="4806" y="1857"/>
                    <a:pt x="4992" y="2256"/>
                  </a:cubicBezTo>
                  <a:cubicBezTo>
                    <a:pt x="5399" y="3106"/>
                    <a:pt x="6027" y="4400"/>
                    <a:pt x="6545" y="5583"/>
                  </a:cubicBezTo>
                  <a:cubicBezTo>
                    <a:pt x="6803" y="6175"/>
                    <a:pt x="7025" y="6766"/>
                    <a:pt x="7210" y="7247"/>
                  </a:cubicBezTo>
                  <a:cubicBezTo>
                    <a:pt x="7358" y="7728"/>
                    <a:pt x="7469" y="8134"/>
                    <a:pt x="7432" y="8282"/>
                  </a:cubicBezTo>
                  <a:lnTo>
                    <a:pt x="7432" y="8356"/>
                  </a:lnTo>
                  <a:cubicBezTo>
                    <a:pt x="7321" y="9022"/>
                    <a:pt x="6582" y="9687"/>
                    <a:pt x="5583" y="9687"/>
                  </a:cubicBezTo>
                  <a:cubicBezTo>
                    <a:pt x="5362" y="9687"/>
                    <a:pt x="5140" y="9650"/>
                    <a:pt x="4918" y="9576"/>
                  </a:cubicBezTo>
                  <a:cubicBezTo>
                    <a:pt x="4622" y="9502"/>
                    <a:pt x="4178" y="9243"/>
                    <a:pt x="3698" y="8800"/>
                  </a:cubicBezTo>
                  <a:cubicBezTo>
                    <a:pt x="2293" y="7580"/>
                    <a:pt x="592" y="5029"/>
                    <a:pt x="629" y="2330"/>
                  </a:cubicBezTo>
                  <a:cubicBezTo>
                    <a:pt x="629" y="1591"/>
                    <a:pt x="814" y="1184"/>
                    <a:pt x="1036" y="962"/>
                  </a:cubicBezTo>
                  <a:cubicBezTo>
                    <a:pt x="1258" y="740"/>
                    <a:pt x="1591" y="629"/>
                    <a:pt x="1997" y="629"/>
                  </a:cubicBezTo>
                  <a:close/>
                  <a:moveTo>
                    <a:pt x="1997" y="1"/>
                  </a:moveTo>
                  <a:cubicBezTo>
                    <a:pt x="1480" y="1"/>
                    <a:pt x="962" y="149"/>
                    <a:pt x="592" y="518"/>
                  </a:cubicBezTo>
                  <a:cubicBezTo>
                    <a:pt x="223" y="925"/>
                    <a:pt x="1" y="1517"/>
                    <a:pt x="1" y="2330"/>
                  </a:cubicBezTo>
                  <a:cubicBezTo>
                    <a:pt x="1" y="4289"/>
                    <a:pt x="777" y="6138"/>
                    <a:pt x="1775" y="7543"/>
                  </a:cubicBezTo>
                  <a:cubicBezTo>
                    <a:pt x="2256" y="8245"/>
                    <a:pt x="2774" y="8837"/>
                    <a:pt x="3291" y="9280"/>
                  </a:cubicBezTo>
                  <a:cubicBezTo>
                    <a:pt x="3809" y="9724"/>
                    <a:pt x="4289" y="10057"/>
                    <a:pt x="4733" y="10168"/>
                  </a:cubicBezTo>
                  <a:cubicBezTo>
                    <a:pt x="5029" y="10242"/>
                    <a:pt x="5325" y="10279"/>
                    <a:pt x="5583" y="10279"/>
                  </a:cubicBezTo>
                  <a:cubicBezTo>
                    <a:pt x="6840" y="10279"/>
                    <a:pt x="7839" y="9502"/>
                    <a:pt x="8060" y="8467"/>
                  </a:cubicBezTo>
                  <a:cubicBezTo>
                    <a:pt x="8060" y="8393"/>
                    <a:pt x="8060" y="8356"/>
                    <a:pt x="8060" y="8282"/>
                  </a:cubicBezTo>
                  <a:cubicBezTo>
                    <a:pt x="8060" y="8060"/>
                    <a:pt x="8023" y="7839"/>
                    <a:pt x="7913" y="7506"/>
                  </a:cubicBezTo>
                  <a:cubicBezTo>
                    <a:pt x="7617" y="6508"/>
                    <a:pt x="6914" y="4881"/>
                    <a:pt x="6286" y="3550"/>
                  </a:cubicBezTo>
                  <a:cubicBezTo>
                    <a:pt x="5657" y="2182"/>
                    <a:pt x="5103" y="1073"/>
                    <a:pt x="5103" y="1073"/>
                  </a:cubicBezTo>
                  <a:lnTo>
                    <a:pt x="4955" y="962"/>
                  </a:lnTo>
                  <a:cubicBezTo>
                    <a:pt x="4955" y="925"/>
                    <a:pt x="4548" y="703"/>
                    <a:pt x="3994" y="481"/>
                  </a:cubicBezTo>
                  <a:cubicBezTo>
                    <a:pt x="3439" y="260"/>
                    <a:pt x="2700" y="1"/>
                    <a:pt x="19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42"/>
            <p:cNvSpPr/>
            <p:nvPr/>
          </p:nvSpPr>
          <p:spPr>
            <a:xfrm>
              <a:off x="3194875" y="3486925"/>
              <a:ext cx="112775" cy="128475"/>
            </a:xfrm>
            <a:custGeom>
              <a:rect b="b" l="l" r="r" t="t"/>
              <a:pathLst>
                <a:path extrusionOk="0" h="5139" w="4511">
                  <a:moveTo>
                    <a:pt x="1368" y="0"/>
                  </a:moveTo>
                  <a:cubicBezTo>
                    <a:pt x="851" y="0"/>
                    <a:pt x="481" y="185"/>
                    <a:pt x="259" y="481"/>
                  </a:cubicBezTo>
                  <a:cubicBezTo>
                    <a:pt x="38" y="776"/>
                    <a:pt x="1" y="1146"/>
                    <a:pt x="1" y="1442"/>
                  </a:cubicBezTo>
                  <a:cubicBezTo>
                    <a:pt x="1" y="1996"/>
                    <a:pt x="148" y="2440"/>
                    <a:pt x="148" y="2477"/>
                  </a:cubicBezTo>
                  <a:cubicBezTo>
                    <a:pt x="206" y="2593"/>
                    <a:pt x="309" y="2685"/>
                    <a:pt x="439" y="2685"/>
                  </a:cubicBezTo>
                  <a:cubicBezTo>
                    <a:pt x="476" y="2685"/>
                    <a:pt x="515" y="2678"/>
                    <a:pt x="555" y="2662"/>
                  </a:cubicBezTo>
                  <a:cubicBezTo>
                    <a:pt x="703" y="2625"/>
                    <a:pt x="777" y="2440"/>
                    <a:pt x="740" y="2292"/>
                  </a:cubicBezTo>
                  <a:lnTo>
                    <a:pt x="740" y="2255"/>
                  </a:lnTo>
                  <a:cubicBezTo>
                    <a:pt x="703" y="2181"/>
                    <a:pt x="592" y="1812"/>
                    <a:pt x="592" y="1442"/>
                  </a:cubicBezTo>
                  <a:cubicBezTo>
                    <a:pt x="592" y="1220"/>
                    <a:pt x="666" y="998"/>
                    <a:pt x="740" y="850"/>
                  </a:cubicBezTo>
                  <a:cubicBezTo>
                    <a:pt x="851" y="703"/>
                    <a:pt x="999" y="629"/>
                    <a:pt x="1368" y="592"/>
                  </a:cubicBezTo>
                  <a:cubicBezTo>
                    <a:pt x="1405" y="592"/>
                    <a:pt x="1479" y="592"/>
                    <a:pt x="1553" y="629"/>
                  </a:cubicBezTo>
                  <a:cubicBezTo>
                    <a:pt x="1923" y="666"/>
                    <a:pt x="2293" y="813"/>
                    <a:pt x="2589" y="1072"/>
                  </a:cubicBezTo>
                  <a:cubicBezTo>
                    <a:pt x="3032" y="1442"/>
                    <a:pt x="3365" y="1960"/>
                    <a:pt x="3587" y="2403"/>
                  </a:cubicBezTo>
                  <a:cubicBezTo>
                    <a:pt x="3629" y="2487"/>
                    <a:pt x="3665" y="2571"/>
                    <a:pt x="3697" y="2651"/>
                  </a:cubicBezTo>
                  <a:lnTo>
                    <a:pt x="3697" y="2651"/>
                  </a:lnTo>
                  <a:cubicBezTo>
                    <a:pt x="3536" y="2615"/>
                    <a:pt x="3358" y="2588"/>
                    <a:pt x="3180" y="2588"/>
                  </a:cubicBezTo>
                  <a:cubicBezTo>
                    <a:pt x="2921" y="2588"/>
                    <a:pt x="2625" y="2662"/>
                    <a:pt x="2404" y="2810"/>
                  </a:cubicBezTo>
                  <a:cubicBezTo>
                    <a:pt x="2145" y="2995"/>
                    <a:pt x="1997" y="3327"/>
                    <a:pt x="1997" y="3697"/>
                  </a:cubicBezTo>
                  <a:cubicBezTo>
                    <a:pt x="1997" y="3993"/>
                    <a:pt x="2071" y="4215"/>
                    <a:pt x="2182" y="4437"/>
                  </a:cubicBezTo>
                  <a:cubicBezTo>
                    <a:pt x="2330" y="4732"/>
                    <a:pt x="2589" y="4917"/>
                    <a:pt x="2847" y="5028"/>
                  </a:cubicBezTo>
                  <a:cubicBezTo>
                    <a:pt x="3069" y="5102"/>
                    <a:pt x="3328" y="5139"/>
                    <a:pt x="3476" y="5139"/>
                  </a:cubicBezTo>
                  <a:cubicBezTo>
                    <a:pt x="3587" y="5139"/>
                    <a:pt x="3661" y="5102"/>
                    <a:pt x="3661" y="5102"/>
                  </a:cubicBezTo>
                  <a:cubicBezTo>
                    <a:pt x="3846" y="5102"/>
                    <a:pt x="3956" y="4954"/>
                    <a:pt x="3956" y="4769"/>
                  </a:cubicBezTo>
                  <a:cubicBezTo>
                    <a:pt x="3924" y="4608"/>
                    <a:pt x="3808" y="4503"/>
                    <a:pt x="3656" y="4503"/>
                  </a:cubicBezTo>
                  <a:cubicBezTo>
                    <a:pt x="3634" y="4503"/>
                    <a:pt x="3611" y="4506"/>
                    <a:pt x="3587" y="4510"/>
                  </a:cubicBezTo>
                  <a:lnTo>
                    <a:pt x="3476" y="4510"/>
                  </a:lnTo>
                  <a:cubicBezTo>
                    <a:pt x="3328" y="4510"/>
                    <a:pt x="3106" y="4474"/>
                    <a:pt x="2921" y="4363"/>
                  </a:cubicBezTo>
                  <a:cubicBezTo>
                    <a:pt x="2847" y="4326"/>
                    <a:pt x="2773" y="4252"/>
                    <a:pt x="2736" y="4141"/>
                  </a:cubicBezTo>
                  <a:cubicBezTo>
                    <a:pt x="2662" y="4030"/>
                    <a:pt x="2625" y="3919"/>
                    <a:pt x="2625" y="3697"/>
                  </a:cubicBezTo>
                  <a:cubicBezTo>
                    <a:pt x="2625" y="3438"/>
                    <a:pt x="2699" y="3364"/>
                    <a:pt x="2773" y="3327"/>
                  </a:cubicBezTo>
                  <a:cubicBezTo>
                    <a:pt x="2847" y="3253"/>
                    <a:pt x="2995" y="3217"/>
                    <a:pt x="3180" y="3217"/>
                  </a:cubicBezTo>
                  <a:cubicBezTo>
                    <a:pt x="3365" y="3217"/>
                    <a:pt x="3624" y="3253"/>
                    <a:pt x="3772" y="3327"/>
                  </a:cubicBezTo>
                  <a:cubicBezTo>
                    <a:pt x="3882" y="3327"/>
                    <a:pt x="3956" y="3364"/>
                    <a:pt x="3993" y="3364"/>
                  </a:cubicBezTo>
                  <a:lnTo>
                    <a:pt x="4067" y="3401"/>
                  </a:lnTo>
                  <a:cubicBezTo>
                    <a:pt x="4113" y="3417"/>
                    <a:pt x="4166" y="3426"/>
                    <a:pt x="4216" y="3426"/>
                  </a:cubicBezTo>
                  <a:cubicBezTo>
                    <a:pt x="4288" y="3426"/>
                    <a:pt x="4357" y="3408"/>
                    <a:pt x="4400" y="3364"/>
                  </a:cubicBezTo>
                  <a:cubicBezTo>
                    <a:pt x="4474" y="3253"/>
                    <a:pt x="4511" y="3143"/>
                    <a:pt x="4511" y="3032"/>
                  </a:cubicBezTo>
                  <a:cubicBezTo>
                    <a:pt x="4474" y="3032"/>
                    <a:pt x="4289" y="2329"/>
                    <a:pt x="3846" y="1627"/>
                  </a:cubicBezTo>
                  <a:cubicBezTo>
                    <a:pt x="3624" y="1257"/>
                    <a:pt x="3328" y="887"/>
                    <a:pt x="2958" y="592"/>
                  </a:cubicBezTo>
                  <a:cubicBezTo>
                    <a:pt x="2589" y="296"/>
                    <a:pt x="2145" y="37"/>
                    <a:pt x="15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42"/>
            <p:cNvSpPr/>
            <p:nvPr/>
          </p:nvSpPr>
          <p:spPr>
            <a:xfrm>
              <a:off x="2775250" y="4005425"/>
              <a:ext cx="2131400" cy="1273425"/>
            </a:xfrm>
            <a:custGeom>
              <a:rect b="b" l="l" r="r" t="t"/>
              <a:pathLst>
                <a:path extrusionOk="0" h="50937" w="85256">
                  <a:moveTo>
                    <a:pt x="39781" y="1"/>
                  </a:moveTo>
                  <a:cubicBezTo>
                    <a:pt x="39781" y="1"/>
                    <a:pt x="11314" y="16527"/>
                    <a:pt x="7358" y="18005"/>
                  </a:cubicBezTo>
                  <a:cubicBezTo>
                    <a:pt x="3365" y="19447"/>
                    <a:pt x="1" y="37896"/>
                    <a:pt x="1" y="37896"/>
                  </a:cubicBezTo>
                  <a:cubicBezTo>
                    <a:pt x="6441" y="42864"/>
                    <a:pt x="27866" y="50910"/>
                    <a:pt x="43560" y="50910"/>
                  </a:cubicBezTo>
                  <a:cubicBezTo>
                    <a:pt x="43631" y="50910"/>
                    <a:pt x="43703" y="50910"/>
                    <a:pt x="43774" y="50909"/>
                  </a:cubicBezTo>
                  <a:cubicBezTo>
                    <a:pt x="44591" y="50927"/>
                    <a:pt x="45414" y="50937"/>
                    <a:pt x="46242" y="50937"/>
                  </a:cubicBezTo>
                  <a:cubicBezTo>
                    <a:pt x="58947" y="50937"/>
                    <a:pt x="72899" y="48764"/>
                    <a:pt x="85255" y="43072"/>
                  </a:cubicBezTo>
                  <a:cubicBezTo>
                    <a:pt x="85255" y="43072"/>
                    <a:pt x="79746" y="14641"/>
                    <a:pt x="77676" y="12756"/>
                  </a:cubicBezTo>
                  <a:cubicBezTo>
                    <a:pt x="75569" y="10870"/>
                    <a:pt x="39781" y="1"/>
                    <a:pt x="397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42"/>
            <p:cNvSpPr/>
            <p:nvPr/>
          </p:nvSpPr>
          <p:spPr>
            <a:xfrm>
              <a:off x="2766950" y="3997650"/>
              <a:ext cx="2148000" cy="1288850"/>
            </a:xfrm>
            <a:custGeom>
              <a:rect b="b" l="l" r="r" t="t"/>
              <a:pathLst>
                <a:path extrusionOk="0" h="51554" w="85920">
                  <a:moveTo>
                    <a:pt x="40140" y="641"/>
                  </a:moveTo>
                  <a:cubicBezTo>
                    <a:pt x="40341" y="706"/>
                    <a:pt x="40833" y="866"/>
                    <a:pt x="41555" y="1088"/>
                  </a:cubicBezTo>
                  <a:cubicBezTo>
                    <a:pt x="44993" y="2123"/>
                    <a:pt x="53645" y="4785"/>
                    <a:pt x="61630" y="7410"/>
                  </a:cubicBezTo>
                  <a:cubicBezTo>
                    <a:pt x="65623" y="8704"/>
                    <a:pt x="69468" y="9998"/>
                    <a:pt x="72426" y="11033"/>
                  </a:cubicBezTo>
                  <a:cubicBezTo>
                    <a:pt x="73904" y="11588"/>
                    <a:pt x="75124" y="12068"/>
                    <a:pt x="76086" y="12438"/>
                  </a:cubicBezTo>
                  <a:cubicBezTo>
                    <a:pt x="76529" y="12660"/>
                    <a:pt x="76936" y="12808"/>
                    <a:pt x="77232" y="12956"/>
                  </a:cubicBezTo>
                  <a:cubicBezTo>
                    <a:pt x="77528" y="13103"/>
                    <a:pt x="77712" y="13251"/>
                    <a:pt x="77786" y="13288"/>
                  </a:cubicBezTo>
                  <a:cubicBezTo>
                    <a:pt x="77860" y="13362"/>
                    <a:pt x="78008" y="13584"/>
                    <a:pt x="78156" y="13880"/>
                  </a:cubicBezTo>
                  <a:cubicBezTo>
                    <a:pt x="78711" y="14989"/>
                    <a:pt x="79450" y="17429"/>
                    <a:pt x="80226" y="20424"/>
                  </a:cubicBezTo>
                  <a:cubicBezTo>
                    <a:pt x="81409" y="24897"/>
                    <a:pt x="82666" y="30665"/>
                    <a:pt x="83665" y="35286"/>
                  </a:cubicBezTo>
                  <a:cubicBezTo>
                    <a:pt x="84145" y="37615"/>
                    <a:pt x="84552" y="39648"/>
                    <a:pt x="84848" y="41090"/>
                  </a:cubicBezTo>
                  <a:cubicBezTo>
                    <a:pt x="85049" y="42095"/>
                    <a:pt x="85181" y="42827"/>
                    <a:pt x="85246" y="43193"/>
                  </a:cubicBezTo>
                  <a:lnTo>
                    <a:pt x="85246" y="43193"/>
                  </a:lnTo>
                  <a:cubicBezTo>
                    <a:pt x="73065" y="48771"/>
                    <a:pt x="59296" y="50925"/>
                    <a:pt x="46731" y="50925"/>
                  </a:cubicBezTo>
                  <a:cubicBezTo>
                    <a:pt x="45844" y="50925"/>
                    <a:pt x="44956" y="50925"/>
                    <a:pt x="44106" y="50888"/>
                  </a:cubicBezTo>
                  <a:lnTo>
                    <a:pt x="43810" y="50888"/>
                  </a:lnTo>
                  <a:cubicBezTo>
                    <a:pt x="36047" y="50888"/>
                    <a:pt x="26804" y="48891"/>
                    <a:pt x="18707" y="46266"/>
                  </a:cubicBezTo>
                  <a:cubicBezTo>
                    <a:pt x="14678" y="44972"/>
                    <a:pt x="10907" y="43493"/>
                    <a:pt x="7764" y="42052"/>
                  </a:cubicBezTo>
                  <a:cubicBezTo>
                    <a:pt x="4720" y="40655"/>
                    <a:pt x="2265" y="39258"/>
                    <a:pt x="669" y="38063"/>
                  </a:cubicBezTo>
                  <a:lnTo>
                    <a:pt x="669" y="38063"/>
                  </a:lnTo>
                  <a:cubicBezTo>
                    <a:pt x="698" y="37928"/>
                    <a:pt x="737" y="37724"/>
                    <a:pt x="777" y="37467"/>
                  </a:cubicBezTo>
                  <a:cubicBezTo>
                    <a:pt x="1146" y="35693"/>
                    <a:pt x="2071" y="31256"/>
                    <a:pt x="3328" y="27078"/>
                  </a:cubicBezTo>
                  <a:cubicBezTo>
                    <a:pt x="3956" y="25008"/>
                    <a:pt x="4695" y="23012"/>
                    <a:pt x="5472" y="21459"/>
                  </a:cubicBezTo>
                  <a:cubicBezTo>
                    <a:pt x="5842" y="20682"/>
                    <a:pt x="6248" y="20054"/>
                    <a:pt x="6655" y="19536"/>
                  </a:cubicBezTo>
                  <a:cubicBezTo>
                    <a:pt x="7025" y="19056"/>
                    <a:pt x="7431" y="18723"/>
                    <a:pt x="7801" y="18612"/>
                  </a:cubicBezTo>
                  <a:cubicBezTo>
                    <a:pt x="8319" y="18390"/>
                    <a:pt x="9206" y="17984"/>
                    <a:pt x="10352" y="17392"/>
                  </a:cubicBezTo>
                  <a:cubicBezTo>
                    <a:pt x="18132" y="13432"/>
                    <a:pt x="38392" y="1658"/>
                    <a:pt x="40140" y="641"/>
                  </a:cubicBezTo>
                  <a:close/>
                  <a:moveTo>
                    <a:pt x="40135" y="1"/>
                  </a:moveTo>
                  <a:cubicBezTo>
                    <a:pt x="40070" y="1"/>
                    <a:pt x="40018" y="27"/>
                    <a:pt x="39965" y="53"/>
                  </a:cubicBezTo>
                  <a:cubicBezTo>
                    <a:pt x="39965" y="53"/>
                    <a:pt x="39522" y="312"/>
                    <a:pt x="38745" y="755"/>
                  </a:cubicBezTo>
                  <a:cubicBezTo>
                    <a:pt x="35973" y="2345"/>
                    <a:pt x="29059" y="6338"/>
                    <a:pt x="22367" y="10109"/>
                  </a:cubicBezTo>
                  <a:cubicBezTo>
                    <a:pt x="19040" y="11994"/>
                    <a:pt x="15750" y="13806"/>
                    <a:pt x="13088" y="15248"/>
                  </a:cubicBezTo>
                  <a:cubicBezTo>
                    <a:pt x="10463" y="16690"/>
                    <a:pt x="8393" y="17725"/>
                    <a:pt x="7579" y="18021"/>
                  </a:cubicBezTo>
                  <a:cubicBezTo>
                    <a:pt x="6988" y="18242"/>
                    <a:pt x="6470" y="18723"/>
                    <a:pt x="5989" y="19389"/>
                  </a:cubicBezTo>
                  <a:cubicBezTo>
                    <a:pt x="5102" y="20572"/>
                    <a:pt x="4326" y="22309"/>
                    <a:pt x="3623" y="24306"/>
                  </a:cubicBezTo>
                  <a:cubicBezTo>
                    <a:pt x="1479" y="30184"/>
                    <a:pt x="37" y="38133"/>
                    <a:pt x="37" y="38133"/>
                  </a:cubicBezTo>
                  <a:cubicBezTo>
                    <a:pt x="0" y="38244"/>
                    <a:pt x="74" y="38354"/>
                    <a:pt x="148" y="38428"/>
                  </a:cubicBezTo>
                  <a:cubicBezTo>
                    <a:pt x="1775" y="39722"/>
                    <a:pt x="4363" y="41164"/>
                    <a:pt x="7505" y="42606"/>
                  </a:cubicBezTo>
                  <a:cubicBezTo>
                    <a:pt x="17007" y="47006"/>
                    <a:pt x="32017" y="51516"/>
                    <a:pt x="43810" y="51516"/>
                  </a:cubicBezTo>
                  <a:lnTo>
                    <a:pt x="44069" y="51516"/>
                  </a:lnTo>
                  <a:cubicBezTo>
                    <a:pt x="44956" y="51553"/>
                    <a:pt x="45844" y="51553"/>
                    <a:pt x="46731" y="51553"/>
                  </a:cubicBezTo>
                  <a:cubicBezTo>
                    <a:pt x="59449" y="51553"/>
                    <a:pt x="73387" y="49335"/>
                    <a:pt x="85735" y="43678"/>
                  </a:cubicBezTo>
                  <a:cubicBezTo>
                    <a:pt x="85846" y="43604"/>
                    <a:pt x="85920" y="43456"/>
                    <a:pt x="85920" y="43309"/>
                  </a:cubicBezTo>
                  <a:cubicBezTo>
                    <a:pt x="85920" y="43309"/>
                    <a:pt x="84515" y="36210"/>
                    <a:pt x="82888" y="28853"/>
                  </a:cubicBezTo>
                  <a:cubicBezTo>
                    <a:pt x="82075" y="25193"/>
                    <a:pt x="81188" y="21459"/>
                    <a:pt x="80374" y="18538"/>
                  </a:cubicBezTo>
                  <a:cubicBezTo>
                    <a:pt x="79968" y="17059"/>
                    <a:pt x="79561" y="15802"/>
                    <a:pt x="79228" y="14804"/>
                  </a:cubicBezTo>
                  <a:cubicBezTo>
                    <a:pt x="79043" y="14324"/>
                    <a:pt x="78858" y="13917"/>
                    <a:pt x="78711" y="13584"/>
                  </a:cubicBezTo>
                  <a:cubicBezTo>
                    <a:pt x="78526" y="13251"/>
                    <a:pt x="78378" y="13030"/>
                    <a:pt x="78193" y="12845"/>
                  </a:cubicBezTo>
                  <a:cubicBezTo>
                    <a:pt x="78008" y="12697"/>
                    <a:pt x="77749" y="12549"/>
                    <a:pt x="77380" y="12364"/>
                  </a:cubicBezTo>
                  <a:cubicBezTo>
                    <a:pt x="75938" y="11662"/>
                    <a:pt x="72906" y="10553"/>
                    <a:pt x="69135" y="9259"/>
                  </a:cubicBezTo>
                  <a:cubicBezTo>
                    <a:pt x="57896" y="5414"/>
                    <a:pt x="40224" y="16"/>
                    <a:pt x="40224" y="16"/>
                  </a:cubicBezTo>
                  <a:cubicBezTo>
                    <a:pt x="40192" y="5"/>
                    <a:pt x="40162" y="1"/>
                    <a:pt x="40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42"/>
            <p:cNvSpPr/>
            <p:nvPr/>
          </p:nvSpPr>
          <p:spPr>
            <a:xfrm>
              <a:off x="4551700" y="4889025"/>
              <a:ext cx="22200" cy="71200"/>
            </a:xfrm>
            <a:custGeom>
              <a:rect b="b" l="l" r="r" t="t"/>
              <a:pathLst>
                <a:path extrusionOk="0" h="2848" w="888">
                  <a:moveTo>
                    <a:pt x="592" y="1"/>
                  </a:moveTo>
                  <a:cubicBezTo>
                    <a:pt x="444" y="1"/>
                    <a:pt x="259" y="112"/>
                    <a:pt x="259" y="259"/>
                  </a:cubicBezTo>
                  <a:cubicBezTo>
                    <a:pt x="148" y="1073"/>
                    <a:pt x="74" y="1849"/>
                    <a:pt x="37" y="2515"/>
                  </a:cubicBezTo>
                  <a:cubicBezTo>
                    <a:pt x="0" y="2699"/>
                    <a:pt x="148" y="2847"/>
                    <a:pt x="333" y="2847"/>
                  </a:cubicBezTo>
                  <a:cubicBezTo>
                    <a:pt x="481" y="2847"/>
                    <a:pt x="629" y="2736"/>
                    <a:pt x="629" y="2552"/>
                  </a:cubicBezTo>
                  <a:cubicBezTo>
                    <a:pt x="666" y="1886"/>
                    <a:pt x="740" y="1147"/>
                    <a:pt x="851" y="370"/>
                  </a:cubicBezTo>
                  <a:cubicBezTo>
                    <a:pt x="888" y="185"/>
                    <a:pt x="777" y="38"/>
                    <a:pt x="5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42"/>
            <p:cNvSpPr/>
            <p:nvPr/>
          </p:nvSpPr>
          <p:spPr>
            <a:xfrm>
              <a:off x="4569250" y="4353650"/>
              <a:ext cx="140525" cy="476425"/>
            </a:xfrm>
            <a:custGeom>
              <a:rect b="b" l="l" r="r" t="t"/>
              <a:pathLst>
                <a:path extrusionOk="0" h="19057" w="5621">
                  <a:moveTo>
                    <a:pt x="5283" y="0"/>
                  </a:moveTo>
                  <a:cubicBezTo>
                    <a:pt x="5155" y="0"/>
                    <a:pt x="5022" y="72"/>
                    <a:pt x="4992" y="194"/>
                  </a:cubicBezTo>
                  <a:cubicBezTo>
                    <a:pt x="4992" y="194"/>
                    <a:pt x="1591" y="10657"/>
                    <a:pt x="38" y="18680"/>
                  </a:cubicBezTo>
                  <a:cubicBezTo>
                    <a:pt x="1" y="18865"/>
                    <a:pt x="112" y="19013"/>
                    <a:pt x="297" y="19050"/>
                  </a:cubicBezTo>
                  <a:cubicBezTo>
                    <a:pt x="316" y="19054"/>
                    <a:pt x="336" y="19057"/>
                    <a:pt x="356" y="19057"/>
                  </a:cubicBezTo>
                  <a:cubicBezTo>
                    <a:pt x="491" y="19057"/>
                    <a:pt x="634" y="18956"/>
                    <a:pt x="666" y="18828"/>
                  </a:cubicBezTo>
                  <a:cubicBezTo>
                    <a:pt x="1406" y="14835"/>
                    <a:pt x="2663" y="10214"/>
                    <a:pt x="3698" y="6627"/>
                  </a:cubicBezTo>
                  <a:cubicBezTo>
                    <a:pt x="4215" y="4816"/>
                    <a:pt x="4696" y="3263"/>
                    <a:pt x="5029" y="2154"/>
                  </a:cubicBezTo>
                  <a:cubicBezTo>
                    <a:pt x="5362" y="1045"/>
                    <a:pt x="5583" y="416"/>
                    <a:pt x="5583" y="379"/>
                  </a:cubicBezTo>
                  <a:cubicBezTo>
                    <a:pt x="5620" y="231"/>
                    <a:pt x="5546" y="47"/>
                    <a:pt x="5362" y="10"/>
                  </a:cubicBezTo>
                  <a:cubicBezTo>
                    <a:pt x="5336" y="3"/>
                    <a:pt x="5310" y="0"/>
                    <a:pt x="5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42"/>
            <p:cNvSpPr/>
            <p:nvPr/>
          </p:nvSpPr>
          <p:spPr>
            <a:xfrm>
              <a:off x="2971200" y="4500150"/>
              <a:ext cx="226475" cy="533275"/>
            </a:xfrm>
            <a:custGeom>
              <a:rect b="b" l="l" r="r" t="t"/>
              <a:pathLst>
                <a:path extrusionOk="0" h="21331" w="9059">
                  <a:moveTo>
                    <a:pt x="353" y="0"/>
                  </a:moveTo>
                  <a:cubicBezTo>
                    <a:pt x="290" y="0"/>
                    <a:pt x="229" y="21"/>
                    <a:pt x="186" y="65"/>
                  </a:cubicBezTo>
                  <a:cubicBezTo>
                    <a:pt x="38" y="139"/>
                    <a:pt x="1" y="324"/>
                    <a:pt x="75" y="472"/>
                  </a:cubicBezTo>
                  <a:cubicBezTo>
                    <a:pt x="75" y="472"/>
                    <a:pt x="112" y="509"/>
                    <a:pt x="149" y="582"/>
                  </a:cubicBezTo>
                  <a:cubicBezTo>
                    <a:pt x="740" y="1470"/>
                    <a:pt x="5694" y="9160"/>
                    <a:pt x="8430" y="21101"/>
                  </a:cubicBezTo>
                  <a:cubicBezTo>
                    <a:pt x="8462" y="21230"/>
                    <a:pt x="8578" y="21330"/>
                    <a:pt x="8729" y="21330"/>
                  </a:cubicBezTo>
                  <a:cubicBezTo>
                    <a:pt x="8752" y="21330"/>
                    <a:pt x="8775" y="21328"/>
                    <a:pt x="8800" y="21323"/>
                  </a:cubicBezTo>
                  <a:cubicBezTo>
                    <a:pt x="8948" y="21286"/>
                    <a:pt x="9058" y="21101"/>
                    <a:pt x="9022" y="20953"/>
                  </a:cubicBezTo>
                  <a:cubicBezTo>
                    <a:pt x="6064" y="8125"/>
                    <a:pt x="629" y="139"/>
                    <a:pt x="592" y="139"/>
                  </a:cubicBezTo>
                  <a:cubicBezTo>
                    <a:pt x="547" y="49"/>
                    <a:pt x="448" y="0"/>
                    <a:pt x="3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42"/>
            <p:cNvSpPr/>
            <p:nvPr/>
          </p:nvSpPr>
          <p:spPr>
            <a:xfrm>
              <a:off x="3459225" y="4034000"/>
              <a:ext cx="712625" cy="732125"/>
            </a:xfrm>
            <a:custGeom>
              <a:rect b="b" l="l" r="r" t="t"/>
              <a:pathLst>
                <a:path extrusionOk="0" h="29285" w="28505">
                  <a:moveTo>
                    <a:pt x="15923" y="0"/>
                  </a:moveTo>
                  <a:cubicBezTo>
                    <a:pt x="14096" y="0"/>
                    <a:pt x="12327" y="264"/>
                    <a:pt x="10870" y="743"/>
                  </a:cubicBezTo>
                  <a:cubicBezTo>
                    <a:pt x="5805" y="2444"/>
                    <a:pt x="2995" y="2444"/>
                    <a:pt x="1516" y="6178"/>
                  </a:cubicBezTo>
                  <a:cubicBezTo>
                    <a:pt x="1516" y="6178"/>
                    <a:pt x="0" y="16493"/>
                    <a:pt x="1146" y="21964"/>
                  </a:cubicBezTo>
                  <a:cubicBezTo>
                    <a:pt x="2255" y="27399"/>
                    <a:pt x="2625" y="29285"/>
                    <a:pt x="2625" y="29285"/>
                  </a:cubicBezTo>
                  <a:cubicBezTo>
                    <a:pt x="2625" y="29285"/>
                    <a:pt x="7690" y="24959"/>
                    <a:pt x="10685" y="22889"/>
                  </a:cubicBezTo>
                  <a:cubicBezTo>
                    <a:pt x="13716" y="20818"/>
                    <a:pt x="17450" y="19709"/>
                    <a:pt x="17450" y="19709"/>
                  </a:cubicBezTo>
                  <a:cubicBezTo>
                    <a:pt x="17450" y="19709"/>
                    <a:pt x="19336" y="19709"/>
                    <a:pt x="22146" y="21964"/>
                  </a:cubicBezTo>
                  <a:cubicBezTo>
                    <a:pt x="24955" y="24220"/>
                    <a:pt x="28320" y="27769"/>
                    <a:pt x="28320" y="27769"/>
                  </a:cubicBezTo>
                  <a:lnTo>
                    <a:pt x="28320" y="16714"/>
                  </a:lnTo>
                  <a:cubicBezTo>
                    <a:pt x="28320" y="16714"/>
                    <a:pt x="28504" y="11243"/>
                    <a:pt x="26656" y="5623"/>
                  </a:cubicBezTo>
                  <a:cubicBezTo>
                    <a:pt x="25313" y="1621"/>
                    <a:pt x="20444" y="0"/>
                    <a:pt x="159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42"/>
            <p:cNvSpPr/>
            <p:nvPr/>
          </p:nvSpPr>
          <p:spPr>
            <a:xfrm>
              <a:off x="3461075" y="3901550"/>
              <a:ext cx="748675" cy="768450"/>
            </a:xfrm>
            <a:custGeom>
              <a:rect b="b" l="l" r="r" t="t"/>
              <a:pathLst>
                <a:path extrusionOk="0" h="30738" w="29947">
                  <a:moveTo>
                    <a:pt x="15291" y="1"/>
                  </a:moveTo>
                  <a:cubicBezTo>
                    <a:pt x="12418" y="1"/>
                    <a:pt x="9595" y="642"/>
                    <a:pt x="7542" y="1863"/>
                  </a:cubicBezTo>
                  <a:cubicBezTo>
                    <a:pt x="7542" y="1863"/>
                    <a:pt x="2514" y="5191"/>
                    <a:pt x="1257" y="8555"/>
                  </a:cubicBezTo>
                  <a:cubicBezTo>
                    <a:pt x="0" y="11883"/>
                    <a:pt x="2514" y="30738"/>
                    <a:pt x="2514" y="30738"/>
                  </a:cubicBezTo>
                  <a:cubicBezTo>
                    <a:pt x="2514" y="30738"/>
                    <a:pt x="11942" y="23602"/>
                    <a:pt x="13827" y="23602"/>
                  </a:cubicBezTo>
                  <a:cubicBezTo>
                    <a:pt x="15713" y="23602"/>
                    <a:pt x="19484" y="22789"/>
                    <a:pt x="19484" y="22789"/>
                  </a:cubicBezTo>
                  <a:cubicBezTo>
                    <a:pt x="19484" y="22789"/>
                    <a:pt x="23255" y="22789"/>
                    <a:pt x="25732" y="24859"/>
                  </a:cubicBezTo>
                  <a:cubicBezTo>
                    <a:pt x="28246" y="26967"/>
                    <a:pt x="29946" y="29074"/>
                    <a:pt x="29946" y="29074"/>
                  </a:cubicBezTo>
                  <a:cubicBezTo>
                    <a:pt x="29946" y="29074"/>
                    <a:pt x="29318" y="12955"/>
                    <a:pt x="26989" y="6263"/>
                  </a:cubicBezTo>
                  <a:cubicBezTo>
                    <a:pt x="25528" y="1977"/>
                    <a:pt x="20333" y="1"/>
                    <a:pt x="15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42"/>
            <p:cNvSpPr/>
            <p:nvPr/>
          </p:nvSpPr>
          <p:spPr>
            <a:xfrm>
              <a:off x="3475850" y="3893600"/>
              <a:ext cx="741300" cy="784175"/>
            </a:xfrm>
            <a:custGeom>
              <a:rect b="b" l="l" r="r" t="t"/>
              <a:pathLst>
                <a:path extrusionOk="0" h="31367" w="29652">
                  <a:moveTo>
                    <a:pt x="14678" y="629"/>
                  </a:moveTo>
                  <a:cubicBezTo>
                    <a:pt x="17155" y="629"/>
                    <a:pt x="19706" y="1109"/>
                    <a:pt x="21739" y="2108"/>
                  </a:cubicBezTo>
                  <a:cubicBezTo>
                    <a:pt x="23810" y="3106"/>
                    <a:pt x="25436" y="4622"/>
                    <a:pt x="26139" y="6655"/>
                  </a:cubicBezTo>
                  <a:cubicBezTo>
                    <a:pt x="27248" y="9945"/>
                    <a:pt x="27987" y="15639"/>
                    <a:pt x="28431" y="20519"/>
                  </a:cubicBezTo>
                  <a:cubicBezTo>
                    <a:pt x="28653" y="22922"/>
                    <a:pt x="28801" y="25177"/>
                    <a:pt x="28912" y="26767"/>
                  </a:cubicBezTo>
                  <a:cubicBezTo>
                    <a:pt x="28944" y="27475"/>
                    <a:pt x="28976" y="28071"/>
                    <a:pt x="29008" y="28506"/>
                  </a:cubicBezTo>
                  <a:lnTo>
                    <a:pt x="29008" y="28506"/>
                  </a:lnTo>
                  <a:cubicBezTo>
                    <a:pt x="28309" y="27719"/>
                    <a:pt x="27011" y="26337"/>
                    <a:pt x="25362" y="24955"/>
                  </a:cubicBezTo>
                  <a:cubicBezTo>
                    <a:pt x="24032" y="23846"/>
                    <a:pt x="22442" y="23329"/>
                    <a:pt x="21148" y="23070"/>
                  </a:cubicBezTo>
                  <a:cubicBezTo>
                    <a:pt x="19854" y="22774"/>
                    <a:pt x="18893" y="22774"/>
                    <a:pt x="18893" y="22774"/>
                  </a:cubicBezTo>
                  <a:lnTo>
                    <a:pt x="18819" y="22811"/>
                  </a:lnTo>
                  <a:cubicBezTo>
                    <a:pt x="18819" y="22811"/>
                    <a:pt x="18597" y="22848"/>
                    <a:pt x="18190" y="22922"/>
                  </a:cubicBezTo>
                  <a:cubicBezTo>
                    <a:pt x="17044" y="23144"/>
                    <a:pt x="14567" y="23624"/>
                    <a:pt x="13236" y="23624"/>
                  </a:cubicBezTo>
                  <a:cubicBezTo>
                    <a:pt x="12903" y="23624"/>
                    <a:pt x="12534" y="23772"/>
                    <a:pt x="12090" y="23957"/>
                  </a:cubicBezTo>
                  <a:cubicBezTo>
                    <a:pt x="10500" y="24660"/>
                    <a:pt x="7949" y="26360"/>
                    <a:pt x="5731" y="27913"/>
                  </a:cubicBezTo>
                  <a:cubicBezTo>
                    <a:pt x="4185" y="28987"/>
                    <a:pt x="2825" y="29988"/>
                    <a:pt x="2164" y="30479"/>
                  </a:cubicBezTo>
                  <a:lnTo>
                    <a:pt x="2164" y="30479"/>
                  </a:lnTo>
                  <a:cubicBezTo>
                    <a:pt x="2127" y="30132"/>
                    <a:pt x="2071" y="29633"/>
                    <a:pt x="1997" y="29022"/>
                  </a:cubicBezTo>
                  <a:cubicBezTo>
                    <a:pt x="1516" y="25325"/>
                    <a:pt x="629" y="17339"/>
                    <a:pt x="629" y="12459"/>
                  </a:cubicBezTo>
                  <a:cubicBezTo>
                    <a:pt x="629" y="11646"/>
                    <a:pt x="666" y="10944"/>
                    <a:pt x="703" y="10315"/>
                  </a:cubicBezTo>
                  <a:cubicBezTo>
                    <a:pt x="777" y="9723"/>
                    <a:pt x="851" y="9280"/>
                    <a:pt x="962" y="8984"/>
                  </a:cubicBezTo>
                  <a:cubicBezTo>
                    <a:pt x="1553" y="7394"/>
                    <a:pt x="3106" y="5731"/>
                    <a:pt x="4474" y="4511"/>
                  </a:cubicBezTo>
                  <a:cubicBezTo>
                    <a:pt x="5177" y="3882"/>
                    <a:pt x="5842" y="3365"/>
                    <a:pt x="6323" y="2995"/>
                  </a:cubicBezTo>
                  <a:cubicBezTo>
                    <a:pt x="6581" y="2810"/>
                    <a:pt x="6766" y="2662"/>
                    <a:pt x="6914" y="2588"/>
                  </a:cubicBezTo>
                  <a:cubicBezTo>
                    <a:pt x="7062" y="2477"/>
                    <a:pt x="7136" y="2440"/>
                    <a:pt x="7136" y="2440"/>
                  </a:cubicBezTo>
                  <a:lnTo>
                    <a:pt x="7125" y="2425"/>
                  </a:lnTo>
                  <a:lnTo>
                    <a:pt x="7125" y="2425"/>
                  </a:lnTo>
                  <a:cubicBezTo>
                    <a:pt x="9119" y="1252"/>
                    <a:pt x="11880" y="629"/>
                    <a:pt x="14678" y="629"/>
                  </a:cubicBezTo>
                  <a:close/>
                  <a:moveTo>
                    <a:pt x="14678" y="0"/>
                  </a:moveTo>
                  <a:cubicBezTo>
                    <a:pt x="11757" y="0"/>
                    <a:pt x="8911" y="666"/>
                    <a:pt x="6803" y="1923"/>
                  </a:cubicBezTo>
                  <a:lnTo>
                    <a:pt x="6766" y="1923"/>
                  </a:lnTo>
                  <a:cubicBezTo>
                    <a:pt x="6766" y="1923"/>
                    <a:pt x="5509" y="2773"/>
                    <a:pt x="4067" y="4030"/>
                  </a:cubicBezTo>
                  <a:cubicBezTo>
                    <a:pt x="2663" y="5324"/>
                    <a:pt x="1036" y="6988"/>
                    <a:pt x="370" y="8762"/>
                  </a:cubicBezTo>
                  <a:cubicBezTo>
                    <a:pt x="222" y="9132"/>
                    <a:pt x="149" y="9650"/>
                    <a:pt x="112" y="10278"/>
                  </a:cubicBezTo>
                  <a:cubicBezTo>
                    <a:pt x="38" y="10907"/>
                    <a:pt x="1" y="11646"/>
                    <a:pt x="1" y="12459"/>
                  </a:cubicBezTo>
                  <a:cubicBezTo>
                    <a:pt x="1" y="19040"/>
                    <a:pt x="1627" y="31093"/>
                    <a:pt x="1627" y="31093"/>
                  </a:cubicBezTo>
                  <a:cubicBezTo>
                    <a:pt x="1627" y="31203"/>
                    <a:pt x="1701" y="31277"/>
                    <a:pt x="1812" y="31351"/>
                  </a:cubicBezTo>
                  <a:cubicBezTo>
                    <a:pt x="1845" y="31362"/>
                    <a:pt x="1877" y="31367"/>
                    <a:pt x="1909" y="31367"/>
                  </a:cubicBezTo>
                  <a:cubicBezTo>
                    <a:pt x="1985" y="31367"/>
                    <a:pt x="2056" y="31341"/>
                    <a:pt x="2108" y="31314"/>
                  </a:cubicBezTo>
                  <a:cubicBezTo>
                    <a:pt x="2108" y="31314"/>
                    <a:pt x="2256" y="31203"/>
                    <a:pt x="2515" y="30982"/>
                  </a:cubicBezTo>
                  <a:cubicBezTo>
                    <a:pt x="3439" y="30316"/>
                    <a:pt x="5731" y="28616"/>
                    <a:pt x="8023" y="27100"/>
                  </a:cubicBezTo>
                  <a:cubicBezTo>
                    <a:pt x="9169" y="26323"/>
                    <a:pt x="10278" y="25621"/>
                    <a:pt x="11240" y="25066"/>
                  </a:cubicBezTo>
                  <a:cubicBezTo>
                    <a:pt x="11720" y="24808"/>
                    <a:pt x="12127" y="24586"/>
                    <a:pt x="12497" y="24475"/>
                  </a:cubicBezTo>
                  <a:cubicBezTo>
                    <a:pt x="12829" y="24327"/>
                    <a:pt x="13088" y="24253"/>
                    <a:pt x="13236" y="24253"/>
                  </a:cubicBezTo>
                  <a:cubicBezTo>
                    <a:pt x="14197" y="24253"/>
                    <a:pt x="15639" y="24031"/>
                    <a:pt x="16822" y="23809"/>
                  </a:cubicBezTo>
                  <a:cubicBezTo>
                    <a:pt x="18005" y="23624"/>
                    <a:pt x="18930" y="23403"/>
                    <a:pt x="18930" y="23403"/>
                  </a:cubicBezTo>
                  <a:lnTo>
                    <a:pt x="19040" y="23403"/>
                  </a:lnTo>
                  <a:cubicBezTo>
                    <a:pt x="19743" y="23440"/>
                    <a:pt x="22885" y="23661"/>
                    <a:pt x="24956" y="25436"/>
                  </a:cubicBezTo>
                  <a:cubicBezTo>
                    <a:pt x="26213" y="26471"/>
                    <a:pt x="27248" y="27506"/>
                    <a:pt x="27950" y="28283"/>
                  </a:cubicBezTo>
                  <a:cubicBezTo>
                    <a:pt x="28320" y="28652"/>
                    <a:pt x="28616" y="28985"/>
                    <a:pt x="28801" y="29207"/>
                  </a:cubicBezTo>
                  <a:cubicBezTo>
                    <a:pt x="28912" y="29318"/>
                    <a:pt x="28986" y="29429"/>
                    <a:pt x="29023" y="29466"/>
                  </a:cubicBezTo>
                  <a:cubicBezTo>
                    <a:pt x="29096" y="29540"/>
                    <a:pt x="29096" y="29577"/>
                    <a:pt x="29096" y="29577"/>
                  </a:cubicBezTo>
                  <a:cubicBezTo>
                    <a:pt x="29144" y="29648"/>
                    <a:pt x="29223" y="29689"/>
                    <a:pt x="29312" y="29689"/>
                  </a:cubicBezTo>
                  <a:cubicBezTo>
                    <a:pt x="29361" y="29689"/>
                    <a:pt x="29414" y="29677"/>
                    <a:pt x="29466" y="29651"/>
                  </a:cubicBezTo>
                  <a:cubicBezTo>
                    <a:pt x="29577" y="29614"/>
                    <a:pt x="29651" y="29503"/>
                    <a:pt x="29651" y="29355"/>
                  </a:cubicBezTo>
                  <a:cubicBezTo>
                    <a:pt x="29651" y="29355"/>
                    <a:pt x="29503" y="25325"/>
                    <a:pt x="29060" y="20445"/>
                  </a:cubicBezTo>
                  <a:cubicBezTo>
                    <a:pt x="28616" y="15565"/>
                    <a:pt x="27876" y="9871"/>
                    <a:pt x="26693" y="6470"/>
                  </a:cubicBezTo>
                  <a:cubicBezTo>
                    <a:pt x="25954" y="4215"/>
                    <a:pt x="24179" y="2625"/>
                    <a:pt x="22035" y="1553"/>
                  </a:cubicBezTo>
                  <a:cubicBezTo>
                    <a:pt x="19854" y="518"/>
                    <a:pt x="17229" y="0"/>
                    <a:pt x="146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42"/>
            <p:cNvSpPr/>
            <p:nvPr/>
          </p:nvSpPr>
          <p:spPr>
            <a:xfrm>
              <a:off x="3539625" y="3686550"/>
              <a:ext cx="476025" cy="944725"/>
            </a:xfrm>
            <a:custGeom>
              <a:rect b="b" l="l" r="r" t="t"/>
              <a:pathLst>
                <a:path extrusionOk="0" h="37789" w="19041">
                  <a:moveTo>
                    <a:pt x="17783" y="1"/>
                  </a:moveTo>
                  <a:cubicBezTo>
                    <a:pt x="17783" y="1"/>
                    <a:pt x="14177" y="4597"/>
                    <a:pt x="7151" y="4597"/>
                  </a:cubicBezTo>
                  <a:cubicBezTo>
                    <a:pt x="5067" y="4597"/>
                    <a:pt x="2682" y="4192"/>
                    <a:pt x="1" y="3143"/>
                  </a:cubicBezTo>
                  <a:lnTo>
                    <a:pt x="1" y="3143"/>
                  </a:lnTo>
                  <a:cubicBezTo>
                    <a:pt x="1" y="3144"/>
                    <a:pt x="2108" y="12349"/>
                    <a:pt x="4622" y="20076"/>
                  </a:cubicBezTo>
                  <a:cubicBezTo>
                    <a:pt x="6906" y="27131"/>
                    <a:pt x="12641" y="37789"/>
                    <a:pt x="14445" y="37789"/>
                  </a:cubicBezTo>
                  <a:cubicBezTo>
                    <a:pt x="14627" y="37789"/>
                    <a:pt x="14768" y="37682"/>
                    <a:pt x="14863" y="37452"/>
                  </a:cubicBezTo>
                  <a:cubicBezTo>
                    <a:pt x="15898" y="34938"/>
                    <a:pt x="19040" y="20076"/>
                    <a:pt x="19040" y="14863"/>
                  </a:cubicBezTo>
                  <a:cubicBezTo>
                    <a:pt x="19040" y="9613"/>
                    <a:pt x="17783" y="1"/>
                    <a:pt x="17783" y="1"/>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42"/>
            <p:cNvSpPr/>
            <p:nvPr/>
          </p:nvSpPr>
          <p:spPr>
            <a:xfrm>
              <a:off x="3539625" y="3694875"/>
              <a:ext cx="476025" cy="438225"/>
            </a:xfrm>
            <a:custGeom>
              <a:rect b="b" l="l" r="r" t="t"/>
              <a:pathLst>
                <a:path extrusionOk="0" h="17529" w="19041">
                  <a:moveTo>
                    <a:pt x="17488" y="0"/>
                  </a:moveTo>
                  <a:cubicBezTo>
                    <a:pt x="16480" y="1090"/>
                    <a:pt x="13004" y="4267"/>
                    <a:pt x="7162" y="4267"/>
                  </a:cubicBezTo>
                  <a:cubicBezTo>
                    <a:pt x="5075" y="4267"/>
                    <a:pt x="2687" y="3861"/>
                    <a:pt x="1" y="2810"/>
                  </a:cubicBezTo>
                  <a:lnTo>
                    <a:pt x="1" y="2810"/>
                  </a:lnTo>
                  <a:cubicBezTo>
                    <a:pt x="1" y="2810"/>
                    <a:pt x="1258" y="8356"/>
                    <a:pt x="2995" y="14456"/>
                  </a:cubicBezTo>
                  <a:cubicBezTo>
                    <a:pt x="4854" y="15980"/>
                    <a:pt x="7543" y="17529"/>
                    <a:pt x="10729" y="17529"/>
                  </a:cubicBezTo>
                  <a:cubicBezTo>
                    <a:pt x="11407" y="17529"/>
                    <a:pt x="12109" y="17459"/>
                    <a:pt x="12829" y="17303"/>
                  </a:cubicBezTo>
                  <a:cubicBezTo>
                    <a:pt x="15565" y="16674"/>
                    <a:pt x="17599" y="15048"/>
                    <a:pt x="19040" y="13236"/>
                  </a:cubicBezTo>
                  <a:cubicBezTo>
                    <a:pt x="18893" y="8504"/>
                    <a:pt x="18042" y="1664"/>
                    <a:pt x="17857" y="37"/>
                  </a:cubicBezTo>
                  <a:lnTo>
                    <a:pt x="1748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42"/>
            <p:cNvSpPr/>
            <p:nvPr/>
          </p:nvSpPr>
          <p:spPr>
            <a:xfrm>
              <a:off x="3563650" y="3858475"/>
              <a:ext cx="452000" cy="274525"/>
            </a:xfrm>
            <a:custGeom>
              <a:rect b="b" l="l" r="r" t="t"/>
              <a:pathLst>
                <a:path extrusionOk="0" h="10981" w="18080">
                  <a:moveTo>
                    <a:pt x="17599" y="0"/>
                  </a:moveTo>
                  <a:cubicBezTo>
                    <a:pt x="15935" y="2440"/>
                    <a:pt x="14050" y="3993"/>
                    <a:pt x="12164" y="4511"/>
                  </a:cubicBezTo>
                  <a:cubicBezTo>
                    <a:pt x="11425" y="4733"/>
                    <a:pt x="10685" y="4806"/>
                    <a:pt x="9946" y="4806"/>
                  </a:cubicBezTo>
                  <a:cubicBezTo>
                    <a:pt x="6619" y="4806"/>
                    <a:pt x="3254" y="2921"/>
                    <a:pt x="1" y="296"/>
                  </a:cubicBezTo>
                  <a:lnTo>
                    <a:pt x="1" y="296"/>
                  </a:lnTo>
                  <a:cubicBezTo>
                    <a:pt x="555" y="2403"/>
                    <a:pt x="1258" y="5102"/>
                    <a:pt x="2034" y="7912"/>
                  </a:cubicBezTo>
                  <a:cubicBezTo>
                    <a:pt x="3920" y="9428"/>
                    <a:pt x="6582" y="10981"/>
                    <a:pt x="9761" y="10981"/>
                  </a:cubicBezTo>
                  <a:cubicBezTo>
                    <a:pt x="10427" y="10981"/>
                    <a:pt x="11129" y="10907"/>
                    <a:pt x="11868" y="10759"/>
                  </a:cubicBezTo>
                  <a:cubicBezTo>
                    <a:pt x="14604" y="10130"/>
                    <a:pt x="16638" y="8504"/>
                    <a:pt x="18079" y="6692"/>
                  </a:cubicBezTo>
                  <a:cubicBezTo>
                    <a:pt x="18006" y="4659"/>
                    <a:pt x="17821" y="2219"/>
                    <a:pt x="17599" y="0"/>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42"/>
            <p:cNvSpPr/>
            <p:nvPr/>
          </p:nvSpPr>
          <p:spPr>
            <a:xfrm>
              <a:off x="3531300" y="3678800"/>
              <a:ext cx="492675" cy="959775"/>
            </a:xfrm>
            <a:custGeom>
              <a:rect b="b" l="l" r="r" t="t"/>
              <a:pathLst>
                <a:path extrusionOk="0" h="38391" w="19707">
                  <a:moveTo>
                    <a:pt x="17898" y="995"/>
                  </a:moveTo>
                  <a:cubicBezTo>
                    <a:pt x="17927" y="1245"/>
                    <a:pt x="17964" y="1563"/>
                    <a:pt x="18006" y="1937"/>
                  </a:cubicBezTo>
                  <a:cubicBezTo>
                    <a:pt x="18375" y="4858"/>
                    <a:pt x="19078" y="11254"/>
                    <a:pt x="19078" y="15173"/>
                  </a:cubicBezTo>
                  <a:cubicBezTo>
                    <a:pt x="19078" y="17724"/>
                    <a:pt x="18301" y="22752"/>
                    <a:pt x="17377" y="27410"/>
                  </a:cubicBezTo>
                  <a:cubicBezTo>
                    <a:pt x="16933" y="29739"/>
                    <a:pt x="16416" y="31995"/>
                    <a:pt x="16009" y="33843"/>
                  </a:cubicBezTo>
                  <a:cubicBezTo>
                    <a:pt x="15565" y="35655"/>
                    <a:pt x="15159" y="37060"/>
                    <a:pt x="14900" y="37651"/>
                  </a:cubicBezTo>
                  <a:cubicBezTo>
                    <a:pt x="14863" y="37725"/>
                    <a:pt x="14863" y="37762"/>
                    <a:pt x="14826" y="37762"/>
                  </a:cubicBezTo>
                  <a:lnTo>
                    <a:pt x="14789" y="37799"/>
                  </a:lnTo>
                  <a:cubicBezTo>
                    <a:pt x="14715" y="37799"/>
                    <a:pt x="14456" y="37688"/>
                    <a:pt x="14124" y="37392"/>
                  </a:cubicBezTo>
                  <a:cubicBezTo>
                    <a:pt x="13569" y="36912"/>
                    <a:pt x="12867" y="35951"/>
                    <a:pt x="12090" y="34730"/>
                  </a:cubicBezTo>
                  <a:cubicBezTo>
                    <a:pt x="9687" y="31070"/>
                    <a:pt x="6730" y="24859"/>
                    <a:pt x="5251" y="20312"/>
                  </a:cubicBezTo>
                  <a:cubicBezTo>
                    <a:pt x="3994" y="16430"/>
                    <a:pt x="2848" y="12215"/>
                    <a:pt x="1997" y="8925"/>
                  </a:cubicBezTo>
                  <a:cubicBezTo>
                    <a:pt x="1591" y="7298"/>
                    <a:pt x="1221" y="5893"/>
                    <a:pt x="999" y="4932"/>
                  </a:cubicBezTo>
                  <a:cubicBezTo>
                    <a:pt x="906" y="4513"/>
                    <a:pt x="826" y="4172"/>
                    <a:pt x="764" y="3917"/>
                  </a:cubicBezTo>
                  <a:lnTo>
                    <a:pt x="764" y="3917"/>
                  </a:lnTo>
                  <a:cubicBezTo>
                    <a:pt x="3277" y="4836"/>
                    <a:pt x="5504" y="5191"/>
                    <a:pt x="7506" y="5191"/>
                  </a:cubicBezTo>
                  <a:cubicBezTo>
                    <a:pt x="11092" y="5191"/>
                    <a:pt x="13791" y="4045"/>
                    <a:pt x="15602" y="2862"/>
                  </a:cubicBezTo>
                  <a:cubicBezTo>
                    <a:pt x="16684" y="2155"/>
                    <a:pt x="17449" y="1449"/>
                    <a:pt x="17898" y="995"/>
                  </a:cubicBezTo>
                  <a:close/>
                  <a:moveTo>
                    <a:pt x="18102" y="0"/>
                  </a:moveTo>
                  <a:cubicBezTo>
                    <a:pt x="18023" y="0"/>
                    <a:pt x="17949" y="35"/>
                    <a:pt x="17895" y="89"/>
                  </a:cubicBezTo>
                  <a:lnTo>
                    <a:pt x="17858" y="126"/>
                  </a:lnTo>
                  <a:cubicBezTo>
                    <a:pt x="17784" y="237"/>
                    <a:pt x="16859" y="1346"/>
                    <a:pt x="15122" y="2455"/>
                  </a:cubicBezTo>
                  <a:cubicBezTo>
                    <a:pt x="13384" y="3527"/>
                    <a:pt x="10833" y="4599"/>
                    <a:pt x="7506" y="4599"/>
                  </a:cubicBezTo>
                  <a:cubicBezTo>
                    <a:pt x="5436" y="4599"/>
                    <a:pt x="3106" y="4193"/>
                    <a:pt x="445" y="3157"/>
                  </a:cubicBezTo>
                  <a:cubicBezTo>
                    <a:pt x="399" y="3142"/>
                    <a:pt x="353" y="3133"/>
                    <a:pt x="309" y="3133"/>
                  </a:cubicBezTo>
                  <a:cubicBezTo>
                    <a:pt x="248" y="3133"/>
                    <a:pt x="192" y="3151"/>
                    <a:pt x="149" y="3194"/>
                  </a:cubicBezTo>
                  <a:cubicBezTo>
                    <a:pt x="38" y="3268"/>
                    <a:pt x="1" y="3379"/>
                    <a:pt x="38" y="3490"/>
                  </a:cubicBezTo>
                  <a:cubicBezTo>
                    <a:pt x="38" y="3527"/>
                    <a:pt x="2145" y="12733"/>
                    <a:pt x="4659" y="20497"/>
                  </a:cubicBezTo>
                  <a:cubicBezTo>
                    <a:pt x="5805" y="24046"/>
                    <a:pt x="7802" y="28482"/>
                    <a:pt x="9761" y="32032"/>
                  </a:cubicBezTo>
                  <a:cubicBezTo>
                    <a:pt x="10759" y="33806"/>
                    <a:pt x="11721" y="35359"/>
                    <a:pt x="12534" y="36505"/>
                  </a:cubicBezTo>
                  <a:cubicBezTo>
                    <a:pt x="12978" y="37060"/>
                    <a:pt x="13347" y="37540"/>
                    <a:pt x="13717" y="37836"/>
                  </a:cubicBezTo>
                  <a:cubicBezTo>
                    <a:pt x="14087" y="38169"/>
                    <a:pt x="14382" y="38391"/>
                    <a:pt x="14789" y="38391"/>
                  </a:cubicBezTo>
                  <a:cubicBezTo>
                    <a:pt x="14937" y="38391"/>
                    <a:pt x="15085" y="38354"/>
                    <a:pt x="15196" y="38243"/>
                  </a:cubicBezTo>
                  <a:cubicBezTo>
                    <a:pt x="15344" y="38169"/>
                    <a:pt x="15418" y="38021"/>
                    <a:pt x="15492" y="37873"/>
                  </a:cubicBezTo>
                  <a:cubicBezTo>
                    <a:pt x="15750" y="37208"/>
                    <a:pt x="16157" y="35803"/>
                    <a:pt x="16601" y="33991"/>
                  </a:cubicBezTo>
                  <a:cubicBezTo>
                    <a:pt x="17266" y="31218"/>
                    <a:pt x="18043" y="27521"/>
                    <a:pt x="18634" y="24009"/>
                  </a:cubicBezTo>
                  <a:cubicBezTo>
                    <a:pt x="19263" y="20460"/>
                    <a:pt x="19706" y="17169"/>
                    <a:pt x="19706" y="15173"/>
                  </a:cubicBezTo>
                  <a:cubicBezTo>
                    <a:pt x="19706" y="9886"/>
                    <a:pt x="18449" y="274"/>
                    <a:pt x="18449" y="274"/>
                  </a:cubicBezTo>
                  <a:cubicBezTo>
                    <a:pt x="18412" y="126"/>
                    <a:pt x="18338" y="15"/>
                    <a:pt x="18190" y="15"/>
                  </a:cubicBezTo>
                  <a:cubicBezTo>
                    <a:pt x="18161" y="5"/>
                    <a:pt x="18131" y="0"/>
                    <a:pt x="181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42"/>
            <p:cNvSpPr/>
            <p:nvPr/>
          </p:nvSpPr>
          <p:spPr>
            <a:xfrm>
              <a:off x="3119075" y="2612625"/>
              <a:ext cx="1057400" cy="1366000"/>
            </a:xfrm>
            <a:custGeom>
              <a:rect b="b" l="l" r="r" t="t"/>
              <a:pathLst>
                <a:path extrusionOk="0" h="54640" w="42296">
                  <a:moveTo>
                    <a:pt x="23383" y="0"/>
                  </a:moveTo>
                  <a:cubicBezTo>
                    <a:pt x="17926" y="0"/>
                    <a:pt x="12571" y="2216"/>
                    <a:pt x="12571" y="2216"/>
                  </a:cubicBezTo>
                  <a:cubicBezTo>
                    <a:pt x="12571" y="2216"/>
                    <a:pt x="5473" y="4545"/>
                    <a:pt x="2737" y="15193"/>
                  </a:cubicBezTo>
                  <a:cubicBezTo>
                    <a:pt x="1" y="25877"/>
                    <a:pt x="6508" y="38632"/>
                    <a:pt x="11942" y="44511"/>
                  </a:cubicBezTo>
                  <a:cubicBezTo>
                    <a:pt x="16721" y="49647"/>
                    <a:pt x="22328" y="54640"/>
                    <a:pt x="27734" y="54640"/>
                  </a:cubicBezTo>
                  <a:cubicBezTo>
                    <a:pt x="28477" y="54640"/>
                    <a:pt x="29215" y="54546"/>
                    <a:pt x="29947" y="54345"/>
                  </a:cubicBezTo>
                  <a:cubicBezTo>
                    <a:pt x="36010" y="52681"/>
                    <a:pt x="42295" y="39889"/>
                    <a:pt x="40632" y="22957"/>
                  </a:cubicBezTo>
                  <a:cubicBezTo>
                    <a:pt x="38931" y="5987"/>
                    <a:pt x="34125" y="2438"/>
                    <a:pt x="27655" y="552"/>
                  </a:cubicBezTo>
                  <a:cubicBezTo>
                    <a:pt x="26289" y="157"/>
                    <a:pt x="24833" y="0"/>
                    <a:pt x="23383" y="0"/>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42"/>
            <p:cNvSpPr/>
            <p:nvPr/>
          </p:nvSpPr>
          <p:spPr>
            <a:xfrm>
              <a:off x="3221675" y="2796475"/>
              <a:ext cx="928925" cy="813400"/>
            </a:xfrm>
            <a:custGeom>
              <a:rect b="b" l="l" r="r" t="t"/>
              <a:pathLst>
                <a:path extrusionOk="0" h="32536" w="37157">
                  <a:moveTo>
                    <a:pt x="10759" y="1"/>
                  </a:moveTo>
                  <a:lnTo>
                    <a:pt x="1" y="23847"/>
                  </a:lnTo>
                  <a:cubicBezTo>
                    <a:pt x="149" y="24217"/>
                    <a:pt x="260" y="24549"/>
                    <a:pt x="407" y="24919"/>
                  </a:cubicBezTo>
                  <a:cubicBezTo>
                    <a:pt x="4178" y="21962"/>
                    <a:pt x="14345" y="12904"/>
                    <a:pt x="11979" y="3328"/>
                  </a:cubicBezTo>
                  <a:lnTo>
                    <a:pt x="11979" y="3328"/>
                  </a:lnTo>
                  <a:cubicBezTo>
                    <a:pt x="11980" y="3329"/>
                    <a:pt x="25252" y="23330"/>
                    <a:pt x="35492" y="32535"/>
                  </a:cubicBezTo>
                  <a:cubicBezTo>
                    <a:pt x="36639" y="27729"/>
                    <a:pt x="37156" y="21962"/>
                    <a:pt x="36528" y="15603"/>
                  </a:cubicBezTo>
                  <a:cubicBezTo>
                    <a:pt x="36417" y="14678"/>
                    <a:pt x="36343" y="13828"/>
                    <a:pt x="36232" y="12978"/>
                  </a:cubicBezTo>
                  <a:lnTo>
                    <a:pt x="1075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42"/>
            <p:cNvSpPr/>
            <p:nvPr/>
          </p:nvSpPr>
          <p:spPr>
            <a:xfrm>
              <a:off x="3221675" y="2796475"/>
              <a:ext cx="919675" cy="813400"/>
            </a:xfrm>
            <a:custGeom>
              <a:rect b="b" l="l" r="r" t="t"/>
              <a:pathLst>
                <a:path extrusionOk="0" h="32536" w="36787">
                  <a:moveTo>
                    <a:pt x="10759" y="1"/>
                  </a:moveTo>
                  <a:lnTo>
                    <a:pt x="1" y="23847"/>
                  </a:lnTo>
                  <a:cubicBezTo>
                    <a:pt x="149" y="24217"/>
                    <a:pt x="260" y="24549"/>
                    <a:pt x="407" y="24919"/>
                  </a:cubicBezTo>
                  <a:cubicBezTo>
                    <a:pt x="3809" y="22257"/>
                    <a:pt x="12312" y="14715"/>
                    <a:pt x="12312" y="6286"/>
                  </a:cubicBezTo>
                  <a:cubicBezTo>
                    <a:pt x="12312" y="5288"/>
                    <a:pt x="12201" y="4327"/>
                    <a:pt x="11979" y="3328"/>
                  </a:cubicBezTo>
                  <a:lnTo>
                    <a:pt x="11979" y="3328"/>
                  </a:lnTo>
                  <a:cubicBezTo>
                    <a:pt x="11980" y="3329"/>
                    <a:pt x="25252" y="23330"/>
                    <a:pt x="35492" y="32535"/>
                  </a:cubicBezTo>
                  <a:cubicBezTo>
                    <a:pt x="36306" y="29134"/>
                    <a:pt x="36786" y="25326"/>
                    <a:pt x="36786" y="21111"/>
                  </a:cubicBezTo>
                  <a:cubicBezTo>
                    <a:pt x="36786" y="19411"/>
                    <a:pt x="36713" y="17673"/>
                    <a:pt x="36528" y="15861"/>
                  </a:cubicBezTo>
                  <a:cubicBezTo>
                    <a:pt x="36528" y="15861"/>
                    <a:pt x="36528" y="15824"/>
                    <a:pt x="36528" y="15824"/>
                  </a:cubicBezTo>
                  <a:cubicBezTo>
                    <a:pt x="36528" y="15787"/>
                    <a:pt x="36528" y="15787"/>
                    <a:pt x="36528" y="15787"/>
                  </a:cubicBezTo>
                  <a:cubicBezTo>
                    <a:pt x="36528" y="15787"/>
                    <a:pt x="36528" y="15787"/>
                    <a:pt x="36528" y="15750"/>
                  </a:cubicBezTo>
                  <a:cubicBezTo>
                    <a:pt x="36528" y="15750"/>
                    <a:pt x="36528" y="15750"/>
                    <a:pt x="36528" y="15713"/>
                  </a:cubicBezTo>
                  <a:cubicBezTo>
                    <a:pt x="36528" y="15713"/>
                    <a:pt x="36528" y="15677"/>
                    <a:pt x="36528" y="15677"/>
                  </a:cubicBezTo>
                  <a:cubicBezTo>
                    <a:pt x="36528" y="15677"/>
                    <a:pt x="36528" y="15677"/>
                    <a:pt x="36528" y="15640"/>
                  </a:cubicBezTo>
                  <a:cubicBezTo>
                    <a:pt x="36528" y="15640"/>
                    <a:pt x="36528" y="15603"/>
                    <a:pt x="36528" y="15603"/>
                  </a:cubicBezTo>
                  <a:cubicBezTo>
                    <a:pt x="36417" y="14678"/>
                    <a:pt x="36343" y="13828"/>
                    <a:pt x="36232" y="12978"/>
                  </a:cubicBezTo>
                  <a:lnTo>
                    <a:pt x="10759" y="1"/>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42"/>
            <p:cNvSpPr/>
            <p:nvPr/>
          </p:nvSpPr>
          <p:spPr>
            <a:xfrm>
              <a:off x="3163450" y="2605150"/>
              <a:ext cx="985300" cy="1380900"/>
            </a:xfrm>
            <a:custGeom>
              <a:rect b="b" l="l" r="r" t="t"/>
              <a:pathLst>
                <a:path extrusionOk="0" h="55236" w="39412">
                  <a:moveTo>
                    <a:pt x="10727" y="2239"/>
                  </a:moveTo>
                  <a:cubicBezTo>
                    <a:pt x="10727" y="2239"/>
                    <a:pt x="10727" y="2239"/>
                    <a:pt x="10727" y="2239"/>
                  </a:cubicBezTo>
                  <a:lnTo>
                    <a:pt x="10727" y="2239"/>
                  </a:lnTo>
                  <a:lnTo>
                    <a:pt x="10727" y="2239"/>
                  </a:lnTo>
                  <a:close/>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78"/>
                    <a:pt x="38820" y="26990"/>
                    <a:pt x="38820" y="28764"/>
                  </a:cubicBezTo>
                  <a:cubicBezTo>
                    <a:pt x="38820" y="35789"/>
                    <a:pt x="37415" y="41852"/>
                    <a:pt x="35381" y="46325"/>
                  </a:cubicBezTo>
                  <a:cubicBezTo>
                    <a:pt x="33348" y="50799"/>
                    <a:pt x="30649" y="53646"/>
                    <a:pt x="28098" y="54348"/>
                  </a:cubicBezTo>
                  <a:cubicBezTo>
                    <a:pt x="27396" y="54533"/>
                    <a:pt x="26656" y="54644"/>
                    <a:pt x="25954" y="54644"/>
                  </a:cubicBezTo>
                  <a:cubicBezTo>
                    <a:pt x="23329" y="54644"/>
                    <a:pt x="20630" y="53424"/>
                    <a:pt x="18005" y="51538"/>
                  </a:cubicBezTo>
                  <a:cubicBezTo>
                    <a:pt x="15380" y="49690"/>
                    <a:pt x="12792" y="47176"/>
                    <a:pt x="10389" y="44588"/>
                  </a:cubicBezTo>
                  <a:cubicBezTo>
                    <a:pt x="5879" y="39745"/>
                    <a:pt x="629" y="30021"/>
                    <a:pt x="629" y="20852"/>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52"/>
                  </a:cubicBezTo>
                  <a:cubicBezTo>
                    <a:pt x="38" y="30280"/>
                    <a:pt x="5324" y="40040"/>
                    <a:pt x="9946" y="45031"/>
                  </a:cubicBezTo>
                  <a:cubicBezTo>
                    <a:pt x="12349" y="47582"/>
                    <a:pt x="14937" y="50133"/>
                    <a:pt x="17636" y="52056"/>
                  </a:cubicBezTo>
                  <a:cubicBezTo>
                    <a:pt x="20334" y="53978"/>
                    <a:pt x="23144" y="55235"/>
                    <a:pt x="25954" y="55235"/>
                  </a:cubicBezTo>
                  <a:cubicBezTo>
                    <a:pt x="26730" y="55235"/>
                    <a:pt x="27507" y="55161"/>
                    <a:pt x="28246" y="54939"/>
                  </a:cubicBezTo>
                  <a:cubicBezTo>
                    <a:pt x="31093" y="54163"/>
                    <a:pt x="33866" y="51131"/>
                    <a:pt x="35936" y="46584"/>
                  </a:cubicBezTo>
                  <a:cubicBezTo>
                    <a:pt x="38043" y="42037"/>
                    <a:pt x="39411" y="35863"/>
                    <a:pt x="39411" y="28764"/>
                  </a:cubicBezTo>
                  <a:cubicBezTo>
                    <a:pt x="39411" y="26990"/>
                    <a:pt x="39337" y="25141"/>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42"/>
            <p:cNvSpPr/>
            <p:nvPr/>
          </p:nvSpPr>
          <p:spPr>
            <a:xfrm>
              <a:off x="3453475" y="3386675"/>
              <a:ext cx="194325" cy="64750"/>
            </a:xfrm>
            <a:custGeom>
              <a:rect b="b" l="l" r="r" t="t"/>
              <a:pathLst>
                <a:path extrusionOk="0" h="2590" w="7773">
                  <a:moveTo>
                    <a:pt x="3347" y="1"/>
                  </a:moveTo>
                  <a:cubicBezTo>
                    <a:pt x="2202" y="1"/>
                    <a:pt x="1019" y="559"/>
                    <a:pt x="45" y="2235"/>
                  </a:cubicBezTo>
                  <a:cubicBezTo>
                    <a:pt x="0" y="2497"/>
                    <a:pt x="210" y="2589"/>
                    <a:pt x="609" y="2589"/>
                  </a:cubicBezTo>
                  <a:cubicBezTo>
                    <a:pt x="1560" y="2589"/>
                    <a:pt x="3583" y="2066"/>
                    <a:pt x="5776" y="2066"/>
                  </a:cubicBezTo>
                  <a:cubicBezTo>
                    <a:pt x="6434" y="2066"/>
                    <a:pt x="7108" y="2113"/>
                    <a:pt x="7772" y="2235"/>
                  </a:cubicBezTo>
                  <a:cubicBezTo>
                    <a:pt x="7772" y="2235"/>
                    <a:pt x="5636" y="1"/>
                    <a:pt x="33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42"/>
            <p:cNvSpPr/>
            <p:nvPr/>
          </p:nvSpPr>
          <p:spPr>
            <a:xfrm>
              <a:off x="3822450" y="3319600"/>
              <a:ext cx="191350" cy="102650"/>
            </a:xfrm>
            <a:custGeom>
              <a:rect b="b" l="l" r="r" t="t"/>
              <a:pathLst>
                <a:path extrusionOk="0" h="4106" w="7654">
                  <a:moveTo>
                    <a:pt x="4467" y="1"/>
                  </a:moveTo>
                  <a:cubicBezTo>
                    <a:pt x="1508" y="1"/>
                    <a:pt x="1" y="4105"/>
                    <a:pt x="1" y="4105"/>
                  </a:cubicBezTo>
                  <a:cubicBezTo>
                    <a:pt x="3217" y="1924"/>
                    <a:pt x="7654" y="1887"/>
                    <a:pt x="7099" y="1000"/>
                  </a:cubicBezTo>
                  <a:cubicBezTo>
                    <a:pt x="6122" y="284"/>
                    <a:pt x="5244" y="1"/>
                    <a:pt x="44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42"/>
            <p:cNvSpPr/>
            <p:nvPr/>
          </p:nvSpPr>
          <p:spPr>
            <a:xfrm>
              <a:off x="3781775" y="3303900"/>
              <a:ext cx="110950" cy="282850"/>
            </a:xfrm>
            <a:custGeom>
              <a:rect b="b" l="l" r="r" t="t"/>
              <a:pathLst>
                <a:path extrusionOk="0" h="11314" w="4438">
                  <a:moveTo>
                    <a:pt x="962" y="1"/>
                  </a:moveTo>
                  <a:cubicBezTo>
                    <a:pt x="777" y="1"/>
                    <a:pt x="629" y="112"/>
                    <a:pt x="629" y="297"/>
                  </a:cubicBezTo>
                  <a:cubicBezTo>
                    <a:pt x="629" y="297"/>
                    <a:pt x="408" y="2182"/>
                    <a:pt x="408" y="3846"/>
                  </a:cubicBezTo>
                  <a:cubicBezTo>
                    <a:pt x="408" y="4400"/>
                    <a:pt x="408" y="4955"/>
                    <a:pt x="482" y="5399"/>
                  </a:cubicBezTo>
                  <a:cubicBezTo>
                    <a:pt x="518" y="5620"/>
                    <a:pt x="555" y="5805"/>
                    <a:pt x="629" y="5990"/>
                  </a:cubicBezTo>
                  <a:cubicBezTo>
                    <a:pt x="703" y="6138"/>
                    <a:pt x="814" y="6323"/>
                    <a:pt x="962" y="6434"/>
                  </a:cubicBezTo>
                  <a:cubicBezTo>
                    <a:pt x="1369" y="6767"/>
                    <a:pt x="2108" y="7136"/>
                    <a:pt x="2737" y="7543"/>
                  </a:cubicBezTo>
                  <a:cubicBezTo>
                    <a:pt x="3069" y="7728"/>
                    <a:pt x="3328" y="7950"/>
                    <a:pt x="3550" y="8171"/>
                  </a:cubicBezTo>
                  <a:cubicBezTo>
                    <a:pt x="3735" y="8356"/>
                    <a:pt x="3809" y="8541"/>
                    <a:pt x="3809" y="8652"/>
                  </a:cubicBezTo>
                  <a:lnTo>
                    <a:pt x="3772" y="8800"/>
                  </a:lnTo>
                  <a:cubicBezTo>
                    <a:pt x="3698" y="8985"/>
                    <a:pt x="3513" y="9207"/>
                    <a:pt x="3254" y="9428"/>
                  </a:cubicBezTo>
                  <a:cubicBezTo>
                    <a:pt x="2848" y="9761"/>
                    <a:pt x="2293" y="10094"/>
                    <a:pt x="1739" y="10316"/>
                  </a:cubicBezTo>
                  <a:cubicBezTo>
                    <a:pt x="1184" y="10574"/>
                    <a:pt x="629" y="10685"/>
                    <a:pt x="297" y="10685"/>
                  </a:cubicBezTo>
                  <a:cubicBezTo>
                    <a:pt x="112" y="10685"/>
                    <a:pt x="1" y="10833"/>
                    <a:pt x="1" y="10981"/>
                  </a:cubicBezTo>
                  <a:cubicBezTo>
                    <a:pt x="1" y="11166"/>
                    <a:pt x="112" y="11314"/>
                    <a:pt x="297" y="11314"/>
                  </a:cubicBezTo>
                  <a:cubicBezTo>
                    <a:pt x="925" y="11314"/>
                    <a:pt x="1775" y="11018"/>
                    <a:pt x="2552" y="10611"/>
                  </a:cubicBezTo>
                  <a:cubicBezTo>
                    <a:pt x="2959" y="10427"/>
                    <a:pt x="3328" y="10168"/>
                    <a:pt x="3661" y="9909"/>
                  </a:cubicBezTo>
                  <a:cubicBezTo>
                    <a:pt x="3957" y="9650"/>
                    <a:pt x="4216" y="9354"/>
                    <a:pt x="4363" y="9022"/>
                  </a:cubicBezTo>
                  <a:cubicBezTo>
                    <a:pt x="4400" y="8911"/>
                    <a:pt x="4437" y="8800"/>
                    <a:pt x="4437" y="8652"/>
                  </a:cubicBezTo>
                  <a:cubicBezTo>
                    <a:pt x="4400" y="8319"/>
                    <a:pt x="4216" y="7987"/>
                    <a:pt x="3994" y="7728"/>
                  </a:cubicBezTo>
                  <a:cubicBezTo>
                    <a:pt x="3624" y="7358"/>
                    <a:pt x="3069" y="7025"/>
                    <a:pt x="2589" y="6693"/>
                  </a:cubicBezTo>
                  <a:cubicBezTo>
                    <a:pt x="2071" y="6397"/>
                    <a:pt x="1591" y="6138"/>
                    <a:pt x="1332" y="5953"/>
                  </a:cubicBezTo>
                  <a:cubicBezTo>
                    <a:pt x="1295" y="5916"/>
                    <a:pt x="1258" y="5879"/>
                    <a:pt x="1221" y="5768"/>
                  </a:cubicBezTo>
                  <a:cubicBezTo>
                    <a:pt x="1073" y="5399"/>
                    <a:pt x="999" y="4659"/>
                    <a:pt x="999" y="3846"/>
                  </a:cubicBezTo>
                  <a:cubicBezTo>
                    <a:pt x="999" y="3032"/>
                    <a:pt x="1073" y="2182"/>
                    <a:pt x="1110" y="1480"/>
                  </a:cubicBezTo>
                  <a:cubicBezTo>
                    <a:pt x="1147" y="1147"/>
                    <a:pt x="1184" y="888"/>
                    <a:pt x="1184" y="666"/>
                  </a:cubicBezTo>
                  <a:cubicBezTo>
                    <a:pt x="1221" y="481"/>
                    <a:pt x="1221" y="371"/>
                    <a:pt x="1221" y="371"/>
                  </a:cubicBezTo>
                  <a:cubicBezTo>
                    <a:pt x="1258" y="186"/>
                    <a:pt x="1147" y="38"/>
                    <a:pt x="9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42"/>
            <p:cNvSpPr/>
            <p:nvPr/>
          </p:nvSpPr>
          <p:spPr>
            <a:xfrm>
              <a:off x="3733725" y="3660000"/>
              <a:ext cx="153450" cy="58925"/>
            </a:xfrm>
            <a:custGeom>
              <a:rect b="b" l="l" r="r" t="t"/>
              <a:pathLst>
                <a:path extrusionOk="0" h="2357" w="6138">
                  <a:moveTo>
                    <a:pt x="5770" y="0"/>
                  </a:moveTo>
                  <a:cubicBezTo>
                    <a:pt x="5676" y="0"/>
                    <a:pt x="5591" y="49"/>
                    <a:pt x="5546" y="138"/>
                  </a:cubicBezTo>
                  <a:cubicBezTo>
                    <a:pt x="5472" y="175"/>
                    <a:pt x="4363" y="1728"/>
                    <a:pt x="1368" y="1728"/>
                  </a:cubicBezTo>
                  <a:cubicBezTo>
                    <a:pt x="1036" y="1728"/>
                    <a:pt x="703" y="1728"/>
                    <a:pt x="370" y="1691"/>
                  </a:cubicBezTo>
                  <a:cubicBezTo>
                    <a:pt x="351" y="1687"/>
                    <a:pt x="332" y="1685"/>
                    <a:pt x="313" y="1685"/>
                  </a:cubicBezTo>
                  <a:cubicBezTo>
                    <a:pt x="156" y="1685"/>
                    <a:pt x="37" y="1818"/>
                    <a:pt x="37" y="1950"/>
                  </a:cubicBezTo>
                  <a:cubicBezTo>
                    <a:pt x="0" y="2135"/>
                    <a:pt x="148" y="2283"/>
                    <a:pt x="296" y="2283"/>
                  </a:cubicBezTo>
                  <a:cubicBezTo>
                    <a:pt x="666" y="2320"/>
                    <a:pt x="1036" y="2357"/>
                    <a:pt x="1368" y="2357"/>
                  </a:cubicBezTo>
                  <a:cubicBezTo>
                    <a:pt x="4696" y="2357"/>
                    <a:pt x="5990" y="545"/>
                    <a:pt x="6027" y="471"/>
                  </a:cubicBezTo>
                  <a:cubicBezTo>
                    <a:pt x="6138" y="360"/>
                    <a:pt x="6101" y="175"/>
                    <a:pt x="5953" y="65"/>
                  </a:cubicBezTo>
                  <a:cubicBezTo>
                    <a:pt x="5894" y="21"/>
                    <a:pt x="5830" y="0"/>
                    <a:pt x="57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42"/>
            <p:cNvSpPr/>
            <p:nvPr/>
          </p:nvSpPr>
          <p:spPr>
            <a:xfrm>
              <a:off x="3377875" y="3247525"/>
              <a:ext cx="252350" cy="93150"/>
            </a:xfrm>
            <a:custGeom>
              <a:rect b="b" l="l" r="r" t="t"/>
              <a:pathLst>
                <a:path extrusionOk="0" h="3726" w="10094">
                  <a:moveTo>
                    <a:pt x="5953" y="1"/>
                  </a:moveTo>
                  <a:cubicBezTo>
                    <a:pt x="4104" y="1"/>
                    <a:pt x="1923" y="703"/>
                    <a:pt x="75" y="3217"/>
                  </a:cubicBezTo>
                  <a:cubicBezTo>
                    <a:pt x="1" y="3365"/>
                    <a:pt x="38" y="3550"/>
                    <a:pt x="149" y="3661"/>
                  </a:cubicBezTo>
                  <a:cubicBezTo>
                    <a:pt x="207" y="3704"/>
                    <a:pt x="271" y="3725"/>
                    <a:pt x="334" y="3725"/>
                  </a:cubicBezTo>
                  <a:cubicBezTo>
                    <a:pt x="431" y="3725"/>
                    <a:pt x="525" y="3676"/>
                    <a:pt x="592" y="3587"/>
                  </a:cubicBezTo>
                  <a:cubicBezTo>
                    <a:pt x="2330" y="1221"/>
                    <a:pt x="4289" y="629"/>
                    <a:pt x="5953" y="629"/>
                  </a:cubicBezTo>
                  <a:cubicBezTo>
                    <a:pt x="6988" y="629"/>
                    <a:pt x="7912" y="851"/>
                    <a:pt x="8541" y="1110"/>
                  </a:cubicBezTo>
                  <a:cubicBezTo>
                    <a:pt x="8874" y="1221"/>
                    <a:pt x="9132" y="1332"/>
                    <a:pt x="9317" y="1443"/>
                  </a:cubicBezTo>
                  <a:cubicBezTo>
                    <a:pt x="9428" y="1479"/>
                    <a:pt x="9502" y="1516"/>
                    <a:pt x="9539" y="1553"/>
                  </a:cubicBezTo>
                  <a:lnTo>
                    <a:pt x="9576" y="1590"/>
                  </a:lnTo>
                  <a:lnTo>
                    <a:pt x="9613" y="1590"/>
                  </a:lnTo>
                  <a:cubicBezTo>
                    <a:pt x="9650" y="1615"/>
                    <a:pt x="9699" y="1627"/>
                    <a:pt x="9751" y="1627"/>
                  </a:cubicBezTo>
                  <a:cubicBezTo>
                    <a:pt x="9855" y="1627"/>
                    <a:pt x="9970" y="1578"/>
                    <a:pt x="10020" y="1479"/>
                  </a:cubicBezTo>
                  <a:cubicBezTo>
                    <a:pt x="10094" y="1332"/>
                    <a:pt x="10057" y="1147"/>
                    <a:pt x="9909" y="1073"/>
                  </a:cubicBezTo>
                  <a:cubicBezTo>
                    <a:pt x="9909" y="1036"/>
                    <a:pt x="8208" y="1"/>
                    <a:pt x="59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42"/>
            <p:cNvSpPr/>
            <p:nvPr/>
          </p:nvSpPr>
          <p:spPr>
            <a:xfrm>
              <a:off x="3786400" y="3214250"/>
              <a:ext cx="126650" cy="52900"/>
            </a:xfrm>
            <a:custGeom>
              <a:rect b="b" l="l" r="r" t="t"/>
              <a:pathLst>
                <a:path extrusionOk="0" h="2116" w="5066">
                  <a:moveTo>
                    <a:pt x="2293" y="1"/>
                  </a:moveTo>
                  <a:cubicBezTo>
                    <a:pt x="1332" y="1"/>
                    <a:pt x="740" y="444"/>
                    <a:pt x="407" y="888"/>
                  </a:cubicBezTo>
                  <a:cubicBezTo>
                    <a:pt x="75" y="1332"/>
                    <a:pt x="38" y="1738"/>
                    <a:pt x="38" y="1775"/>
                  </a:cubicBezTo>
                  <a:cubicBezTo>
                    <a:pt x="1" y="1923"/>
                    <a:pt x="112" y="2108"/>
                    <a:pt x="260" y="2108"/>
                  </a:cubicBezTo>
                  <a:cubicBezTo>
                    <a:pt x="283" y="2113"/>
                    <a:pt x="307" y="2115"/>
                    <a:pt x="329" y="2115"/>
                  </a:cubicBezTo>
                  <a:cubicBezTo>
                    <a:pt x="481" y="2115"/>
                    <a:pt x="597" y="2010"/>
                    <a:pt x="629" y="1849"/>
                  </a:cubicBezTo>
                  <a:cubicBezTo>
                    <a:pt x="629" y="1849"/>
                    <a:pt x="703" y="1516"/>
                    <a:pt x="925" y="1221"/>
                  </a:cubicBezTo>
                  <a:cubicBezTo>
                    <a:pt x="1184" y="925"/>
                    <a:pt x="1554" y="629"/>
                    <a:pt x="2293" y="629"/>
                  </a:cubicBezTo>
                  <a:cubicBezTo>
                    <a:pt x="2847" y="629"/>
                    <a:pt x="3587" y="777"/>
                    <a:pt x="4585" y="1258"/>
                  </a:cubicBezTo>
                  <a:cubicBezTo>
                    <a:pt x="4625" y="1278"/>
                    <a:pt x="4667" y="1287"/>
                    <a:pt x="4709" y="1287"/>
                  </a:cubicBezTo>
                  <a:cubicBezTo>
                    <a:pt x="4824" y="1287"/>
                    <a:pt x="4938" y="1218"/>
                    <a:pt x="4992" y="1110"/>
                  </a:cubicBezTo>
                  <a:cubicBezTo>
                    <a:pt x="5066" y="962"/>
                    <a:pt x="4992" y="777"/>
                    <a:pt x="4844" y="703"/>
                  </a:cubicBezTo>
                  <a:cubicBezTo>
                    <a:pt x="3809" y="186"/>
                    <a:pt x="2958" y="1"/>
                    <a:pt x="22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42"/>
            <p:cNvSpPr/>
            <p:nvPr/>
          </p:nvSpPr>
          <p:spPr>
            <a:xfrm>
              <a:off x="3152350" y="2612625"/>
              <a:ext cx="993625" cy="888175"/>
            </a:xfrm>
            <a:custGeom>
              <a:rect b="b" l="l" r="r" t="t"/>
              <a:pathLst>
                <a:path extrusionOk="0" h="35527" w="39745">
                  <a:moveTo>
                    <a:pt x="22052" y="0"/>
                  </a:moveTo>
                  <a:cubicBezTo>
                    <a:pt x="16595" y="0"/>
                    <a:pt x="11240" y="2216"/>
                    <a:pt x="11240" y="2216"/>
                  </a:cubicBezTo>
                  <a:cubicBezTo>
                    <a:pt x="11240" y="2216"/>
                    <a:pt x="4142" y="4545"/>
                    <a:pt x="1406" y="15193"/>
                  </a:cubicBezTo>
                  <a:cubicBezTo>
                    <a:pt x="1" y="20775"/>
                    <a:pt x="1073" y="26912"/>
                    <a:pt x="3217" y="32310"/>
                  </a:cubicBezTo>
                  <a:cubicBezTo>
                    <a:pt x="5990" y="29094"/>
                    <a:pt x="13976" y="19149"/>
                    <a:pt x="15011" y="10202"/>
                  </a:cubicBezTo>
                  <a:cubicBezTo>
                    <a:pt x="15011" y="10202"/>
                    <a:pt x="30243" y="27615"/>
                    <a:pt x="39079" y="35527"/>
                  </a:cubicBezTo>
                  <a:cubicBezTo>
                    <a:pt x="39596" y="31719"/>
                    <a:pt x="39744" y="27504"/>
                    <a:pt x="39301" y="22957"/>
                  </a:cubicBezTo>
                  <a:cubicBezTo>
                    <a:pt x="37600" y="5987"/>
                    <a:pt x="32794" y="2438"/>
                    <a:pt x="26324" y="552"/>
                  </a:cubicBezTo>
                  <a:cubicBezTo>
                    <a:pt x="24958" y="157"/>
                    <a:pt x="23502" y="0"/>
                    <a:pt x="220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42"/>
            <p:cNvSpPr/>
            <p:nvPr/>
          </p:nvSpPr>
          <p:spPr>
            <a:xfrm>
              <a:off x="3163450" y="2605150"/>
              <a:ext cx="985300" cy="903600"/>
            </a:xfrm>
            <a:custGeom>
              <a:rect b="b" l="l" r="r" t="t"/>
              <a:pathLst>
                <a:path extrusionOk="0" h="36144" w="39412">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41"/>
                    <a:pt x="38820" y="26990"/>
                    <a:pt x="38820" y="28727"/>
                  </a:cubicBezTo>
                  <a:cubicBezTo>
                    <a:pt x="38820" y="30999"/>
                    <a:pt x="38664" y="33177"/>
                    <a:pt x="38410" y="35233"/>
                  </a:cubicBezTo>
                  <a:lnTo>
                    <a:pt x="38410" y="35233"/>
                  </a:lnTo>
                  <a:cubicBezTo>
                    <a:pt x="34054" y="31261"/>
                    <a:pt x="28280" y="25161"/>
                    <a:pt x="23514" y="19965"/>
                  </a:cubicBezTo>
                  <a:cubicBezTo>
                    <a:pt x="21074" y="17303"/>
                    <a:pt x="18893" y="14863"/>
                    <a:pt x="17303" y="13126"/>
                  </a:cubicBezTo>
                  <a:cubicBezTo>
                    <a:pt x="16526" y="12238"/>
                    <a:pt x="15898" y="11536"/>
                    <a:pt x="15454" y="11055"/>
                  </a:cubicBezTo>
                  <a:cubicBezTo>
                    <a:pt x="15048" y="10538"/>
                    <a:pt x="14789" y="10279"/>
                    <a:pt x="14789" y="10279"/>
                  </a:cubicBezTo>
                  <a:cubicBezTo>
                    <a:pt x="14735" y="10225"/>
                    <a:pt x="14661" y="10190"/>
                    <a:pt x="14581" y="10190"/>
                  </a:cubicBezTo>
                  <a:cubicBezTo>
                    <a:pt x="14552" y="10190"/>
                    <a:pt x="14523" y="10195"/>
                    <a:pt x="14493" y="10205"/>
                  </a:cubicBezTo>
                  <a:cubicBezTo>
                    <a:pt x="14345" y="10242"/>
                    <a:pt x="14271" y="10316"/>
                    <a:pt x="14271" y="10464"/>
                  </a:cubicBezTo>
                  <a:cubicBezTo>
                    <a:pt x="13754" y="14863"/>
                    <a:pt x="11535" y="19559"/>
                    <a:pt x="9058" y="23551"/>
                  </a:cubicBezTo>
                  <a:cubicBezTo>
                    <a:pt x="6813" y="27225"/>
                    <a:pt x="4349" y="30273"/>
                    <a:pt x="2875" y="32004"/>
                  </a:cubicBezTo>
                  <a:lnTo>
                    <a:pt x="2875" y="32004"/>
                  </a:lnTo>
                  <a:cubicBezTo>
                    <a:pt x="1507" y="28443"/>
                    <a:pt x="629" y="24596"/>
                    <a:pt x="629" y="20816"/>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16"/>
                  </a:cubicBezTo>
                  <a:cubicBezTo>
                    <a:pt x="1" y="24882"/>
                    <a:pt x="999" y="28986"/>
                    <a:pt x="2478" y="32757"/>
                  </a:cubicBezTo>
                  <a:cubicBezTo>
                    <a:pt x="2515" y="32831"/>
                    <a:pt x="2625" y="32905"/>
                    <a:pt x="2699" y="32942"/>
                  </a:cubicBezTo>
                  <a:cubicBezTo>
                    <a:pt x="2810" y="32942"/>
                    <a:pt x="2921" y="32905"/>
                    <a:pt x="2995" y="32831"/>
                  </a:cubicBezTo>
                  <a:cubicBezTo>
                    <a:pt x="4400" y="31204"/>
                    <a:pt x="7099" y="27877"/>
                    <a:pt x="9576" y="23847"/>
                  </a:cubicBezTo>
                  <a:cubicBezTo>
                    <a:pt x="11972" y="20006"/>
                    <a:pt x="14133" y="15528"/>
                    <a:pt x="14779" y="11179"/>
                  </a:cubicBezTo>
                  <a:lnTo>
                    <a:pt x="14779" y="11179"/>
                  </a:lnTo>
                  <a:cubicBezTo>
                    <a:pt x="17321" y="14066"/>
                    <a:pt x="30459" y="28892"/>
                    <a:pt x="38413" y="36047"/>
                  </a:cubicBezTo>
                  <a:cubicBezTo>
                    <a:pt x="38483" y="36118"/>
                    <a:pt x="38554" y="36144"/>
                    <a:pt x="38624" y="36144"/>
                  </a:cubicBezTo>
                  <a:cubicBezTo>
                    <a:pt x="38665" y="36144"/>
                    <a:pt x="38705" y="36135"/>
                    <a:pt x="38746" y="36121"/>
                  </a:cubicBezTo>
                  <a:cubicBezTo>
                    <a:pt x="38857" y="36084"/>
                    <a:pt x="38931" y="35974"/>
                    <a:pt x="38931" y="35863"/>
                  </a:cubicBezTo>
                  <a:cubicBezTo>
                    <a:pt x="39263" y="33644"/>
                    <a:pt x="39411" y="31241"/>
                    <a:pt x="39411" y="28727"/>
                  </a:cubicBezTo>
                  <a:cubicBezTo>
                    <a:pt x="39411" y="26953"/>
                    <a:pt x="39337" y="25104"/>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42"/>
            <p:cNvSpPr/>
            <p:nvPr/>
          </p:nvSpPr>
          <p:spPr>
            <a:xfrm>
              <a:off x="3529450" y="2791150"/>
              <a:ext cx="720050" cy="688850"/>
            </a:xfrm>
            <a:custGeom>
              <a:rect b="b" l="l" r="r" t="t"/>
              <a:pathLst>
                <a:path extrusionOk="0" h="27554" w="28802">
                  <a:moveTo>
                    <a:pt x="358" y="0"/>
                  </a:moveTo>
                  <a:cubicBezTo>
                    <a:pt x="243" y="0"/>
                    <a:pt x="129" y="69"/>
                    <a:pt x="75" y="177"/>
                  </a:cubicBezTo>
                  <a:cubicBezTo>
                    <a:pt x="1" y="325"/>
                    <a:pt x="38" y="510"/>
                    <a:pt x="186" y="584"/>
                  </a:cubicBezTo>
                  <a:cubicBezTo>
                    <a:pt x="186" y="584"/>
                    <a:pt x="260" y="621"/>
                    <a:pt x="371" y="695"/>
                  </a:cubicBezTo>
                  <a:cubicBezTo>
                    <a:pt x="2256" y="1730"/>
                    <a:pt x="17858" y="10751"/>
                    <a:pt x="28173" y="27424"/>
                  </a:cubicBezTo>
                  <a:cubicBezTo>
                    <a:pt x="28245" y="27497"/>
                    <a:pt x="28348" y="27553"/>
                    <a:pt x="28453" y="27553"/>
                  </a:cubicBezTo>
                  <a:cubicBezTo>
                    <a:pt x="28509" y="27553"/>
                    <a:pt x="28565" y="27537"/>
                    <a:pt x="28616" y="27498"/>
                  </a:cubicBezTo>
                  <a:cubicBezTo>
                    <a:pt x="28727" y="27424"/>
                    <a:pt x="28801" y="27240"/>
                    <a:pt x="28690" y="27092"/>
                  </a:cubicBezTo>
                  <a:cubicBezTo>
                    <a:pt x="17562" y="9161"/>
                    <a:pt x="519" y="66"/>
                    <a:pt x="482" y="29"/>
                  </a:cubicBezTo>
                  <a:cubicBezTo>
                    <a:pt x="442" y="9"/>
                    <a:pt x="400" y="0"/>
                    <a:pt x="3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42"/>
            <p:cNvSpPr/>
            <p:nvPr/>
          </p:nvSpPr>
          <p:spPr>
            <a:xfrm>
              <a:off x="4136700" y="3509800"/>
              <a:ext cx="248650" cy="242625"/>
            </a:xfrm>
            <a:custGeom>
              <a:rect b="b" l="l" r="r" t="t"/>
              <a:pathLst>
                <a:path extrusionOk="0" h="9705" w="9946">
                  <a:moveTo>
                    <a:pt x="347" y="0"/>
                  </a:moveTo>
                  <a:cubicBezTo>
                    <a:pt x="269" y="0"/>
                    <a:pt x="185" y="28"/>
                    <a:pt x="112" y="83"/>
                  </a:cubicBezTo>
                  <a:cubicBezTo>
                    <a:pt x="1" y="231"/>
                    <a:pt x="1" y="416"/>
                    <a:pt x="148" y="527"/>
                  </a:cubicBezTo>
                  <a:lnTo>
                    <a:pt x="9391" y="9622"/>
                  </a:lnTo>
                  <a:cubicBezTo>
                    <a:pt x="9447" y="9677"/>
                    <a:pt x="9521" y="9705"/>
                    <a:pt x="9599" y="9705"/>
                  </a:cubicBezTo>
                  <a:cubicBezTo>
                    <a:pt x="9678" y="9705"/>
                    <a:pt x="9761" y="9677"/>
                    <a:pt x="9835" y="9622"/>
                  </a:cubicBezTo>
                  <a:cubicBezTo>
                    <a:pt x="9946" y="9511"/>
                    <a:pt x="9946" y="9289"/>
                    <a:pt x="9835" y="9178"/>
                  </a:cubicBezTo>
                  <a:lnTo>
                    <a:pt x="555" y="83"/>
                  </a:lnTo>
                  <a:cubicBezTo>
                    <a:pt x="500" y="28"/>
                    <a:pt x="426" y="0"/>
                    <a:pt x="3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42"/>
            <p:cNvSpPr/>
            <p:nvPr/>
          </p:nvSpPr>
          <p:spPr>
            <a:xfrm>
              <a:off x="3141275" y="2787075"/>
              <a:ext cx="342925" cy="519425"/>
            </a:xfrm>
            <a:custGeom>
              <a:rect b="b" l="l" r="r" t="t"/>
              <a:pathLst>
                <a:path extrusionOk="0" h="20777" w="13717">
                  <a:moveTo>
                    <a:pt x="13364" y="0"/>
                  </a:moveTo>
                  <a:cubicBezTo>
                    <a:pt x="13236" y="0"/>
                    <a:pt x="13120" y="105"/>
                    <a:pt x="13088" y="266"/>
                  </a:cubicBezTo>
                  <a:cubicBezTo>
                    <a:pt x="13088" y="266"/>
                    <a:pt x="13088" y="303"/>
                    <a:pt x="13051" y="451"/>
                  </a:cubicBezTo>
                  <a:cubicBezTo>
                    <a:pt x="12903" y="1301"/>
                    <a:pt x="12127" y="5294"/>
                    <a:pt x="10167" y="9546"/>
                  </a:cubicBezTo>
                  <a:cubicBezTo>
                    <a:pt x="8208" y="13834"/>
                    <a:pt x="5065" y="18308"/>
                    <a:pt x="222" y="20193"/>
                  </a:cubicBezTo>
                  <a:cubicBezTo>
                    <a:pt x="74" y="20230"/>
                    <a:pt x="0" y="20415"/>
                    <a:pt x="37" y="20563"/>
                  </a:cubicBezTo>
                  <a:cubicBezTo>
                    <a:pt x="92" y="20700"/>
                    <a:pt x="208" y="20776"/>
                    <a:pt x="324" y="20776"/>
                  </a:cubicBezTo>
                  <a:cubicBezTo>
                    <a:pt x="365" y="20776"/>
                    <a:pt x="406" y="20767"/>
                    <a:pt x="444" y="20748"/>
                  </a:cubicBezTo>
                  <a:cubicBezTo>
                    <a:pt x="5842" y="18640"/>
                    <a:pt x="9169" y="13502"/>
                    <a:pt x="11128" y="8954"/>
                  </a:cubicBezTo>
                  <a:cubicBezTo>
                    <a:pt x="13088" y="4407"/>
                    <a:pt x="13679" y="377"/>
                    <a:pt x="13679" y="340"/>
                  </a:cubicBezTo>
                  <a:cubicBezTo>
                    <a:pt x="13716" y="192"/>
                    <a:pt x="13605" y="44"/>
                    <a:pt x="13421" y="7"/>
                  </a:cubicBezTo>
                  <a:cubicBezTo>
                    <a:pt x="13402" y="2"/>
                    <a:pt x="13382" y="0"/>
                    <a:pt x="1336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42"/>
            <p:cNvSpPr/>
            <p:nvPr/>
          </p:nvSpPr>
          <p:spPr>
            <a:xfrm>
              <a:off x="3546100" y="2738250"/>
              <a:ext cx="603575" cy="246025"/>
            </a:xfrm>
            <a:custGeom>
              <a:rect b="b" l="l" r="r" t="t"/>
              <a:pathLst>
                <a:path extrusionOk="0" h="9841" w="24143">
                  <a:moveTo>
                    <a:pt x="2810" y="1"/>
                  </a:moveTo>
                  <a:cubicBezTo>
                    <a:pt x="1257" y="1"/>
                    <a:pt x="296" y="149"/>
                    <a:pt x="296" y="149"/>
                  </a:cubicBezTo>
                  <a:cubicBezTo>
                    <a:pt x="148" y="149"/>
                    <a:pt x="0" y="297"/>
                    <a:pt x="37" y="481"/>
                  </a:cubicBezTo>
                  <a:cubicBezTo>
                    <a:pt x="37" y="614"/>
                    <a:pt x="185" y="746"/>
                    <a:pt x="322" y="746"/>
                  </a:cubicBezTo>
                  <a:cubicBezTo>
                    <a:pt x="338" y="746"/>
                    <a:pt x="354" y="744"/>
                    <a:pt x="370" y="740"/>
                  </a:cubicBezTo>
                  <a:lnTo>
                    <a:pt x="555" y="740"/>
                  </a:lnTo>
                  <a:cubicBezTo>
                    <a:pt x="851" y="703"/>
                    <a:pt x="1664" y="629"/>
                    <a:pt x="2810" y="629"/>
                  </a:cubicBezTo>
                  <a:cubicBezTo>
                    <a:pt x="5102" y="629"/>
                    <a:pt x="8762" y="888"/>
                    <a:pt x="12570" y="2145"/>
                  </a:cubicBezTo>
                  <a:cubicBezTo>
                    <a:pt x="16415" y="3402"/>
                    <a:pt x="20445" y="5694"/>
                    <a:pt x="23551" y="9724"/>
                  </a:cubicBezTo>
                  <a:cubicBezTo>
                    <a:pt x="23610" y="9803"/>
                    <a:pt x="23691" y="9840"/>
                    <a:pt x="23776" y="9840"/>
                  </a:cubicBezTo>
                  <a:cubicBezTo>
                    <a:pt x="23849" y="9840"/>
                    <a:pt x="23926" y="9813"/>
                    <a:pt x="23994" y="9761"/>
                  </a:cubicBezTo>
                  <a:cubicBezTo>
                    <a:pt x="24142" y="9687"/>
                    <a:pt x="24142" y="9465"/>
                    <a:pt x="24031" y="9354"/>
                  </a:cubicBezTo>
                  <a:cubicBezTo>
                    <a:pt x="20852" y="5177"/>
                    <a:pt x="16674" y="2848"/>
                    <a:pt x="12755" y="1554"/>
                  </a:cubicBezTo>
                  <a:cubicBezTo>
                    <a:pt x="8836" y="260"/>
                    <a:pt x="5139" y="38"/>
                    <a:pt x="28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42"/>
            <p:cNvSpPr/>
            <p:nvPr/>
          </p:nvSpPr>
          <p:spPr>
            <a:xfrm>
              <a:off x="4974075" y="1207325"/>
              <a:ext cx="1045375" cy="1662200"/>
            </a:xfrm>
            <a:custGeom>
              <a:rect b="b" l="l" r="r" t="t"/>
              <a:pathLst>
                <a:path extrusionOk="0" h="66488" w="41815">
                  <a:moveTo>
                    <a:pt x="20208" y="0"/>
                  </a:moveTo>
                  <a:cubicBezTo>
                    <a:pt x="17407" y="0"/>
                    <a:pt x="14564" y="635"/>
                    <a:pt x="11795" y="2122"/>
                  </a:cubicBezTo>
                  <a:cubicBezTo>
                    <a:pt x="3735" y="6484"/>
                    <a:pt x="2071" y="17464"/>
                    <a:pt x="2071" y="17464"/>
                  </a:cubicBezTo>
                  <a:lnTo>
                    <a:pt x="1" y="66081"/>
                  </a:lnTo>
                  <a:lnTo>
                    <a:pt x="32091" y="66488"/>
                  </a:lnTo>
                  <a:cubicBezTo>
                    <a:pt x="32091" y="66488"/>
                    <a:pt x="39301" y="32955"/>
                    <a:pt x="40558" y="26744"/>
                  </a:cubicBezTo>
                  <a:cubicBezTo>
                    <a:pt x="41815" y="20533"/>
                    <a:pt x="41371" y="10218"/>
                    <a:pt x="34975" y="5449"/>
                  </a:cubicBezTo>
                  <a:cubicBezTo>
                    <a:pt x="30753" y="2318"/>
                    <a:pt x="25558" y="0"/>
                    <a:pt x="202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42"/>
            <p:cNvSpPr/>
            <p:nvPr/>
          </p:nvSpPr>
          <p:spPr>
            <a:xfrm>
              <a:off x="4966700" y="1199350"/>
              <a:ext cx="1042575" cy="1677575"/>
            </a:xfrm>
            <a:custGeom>
              <a:rect b="b" l="l" r="r" t="t"/>
              <a:pathLst>
                <a:path extrusionOk="0" h="67103" w="41703">
                  <a:moveTo>
                    <a:pt x="20519" y="629"/>
                  </a:moveTo>
                  <a:cubicBezTo>
                    <a:pt x="25769" y="629"/>
                    <a:pt x="30908" y="2921"/>
                    <a:pt x="35085" y="6027"/>
                  </a:cubicBezTo>
                  <a:cubicBezTo>
                    <a:pt x="37340" y="7690"/>
                    <a:pt x="38856" y="10094"/>
                    <a:pt x="39781" y="12792"/>
                  </a:cubicBezTo>
                  <a:cubicBezTo>
                    <a:pt x="40742" y="15454"/>
                    <a:pt x="41111" y="18412"/>
                    <a:pt x="41111" y="21222"/>
                  </a:cubicBezTo>
                  <a:cubicBezTo>
                    <a:pt x="41111" y="23329"/>
                    <a:pt x="40890" y="25325"/>
                    <a:pt x="40557" y="27026"/>
                  </a:cubicBezTo>
                  <a:cubicBezTo>
                    <a:pt x="39928" y="30095"/>
                    <a:pt x="37821" y="40040"/>
                    <a:pt x="35825" y="49209"/>
                  </a:cubicBezTo>
                  <a:cubicBezTo>
                    <a:pt x="34863" y="53793"/>
                    <a:pt x="33902" y="58155"/>
                    <a:pt x="33200" y="61409"/>
                  </a:cubicBezTo>
                  <a:cubicBezTo>
                    <a:pt x="32867" y="63036"/>
                    <a:pt x="32571" y="64367"/>
                    <a:pt x="32386" y="65291"/>
                  </a:cubicBezTo>
                  <a:cubicBezTo>
                    <a:pt x="32257" y="65829"/>
                    <a:pt x="32166" y="66230"/>
                    <a:pt x="32112" y="66470"/>
                  </a:cubicBezTo>
                  <a:lnTo>
                    <a:pt x="32112" y="66470"/>
                  </a:lnTo>
                  <a:lnTo>
                    <a:pt x="629" y="66067"/>
                  </a:lnTo>
                  <a:lnTo>
                    <a:pt x="2661" y="17820"/>
                  </a:lnTo>
                  <a:lnTo>
                    <a:pt x="2661" y="17820"/>
                  </a:lnTo>
                  <a:lnTo>
                    <a:pt x="2662" y="17820"/>
                  </a:lnTo>
                  <a:cubicBezTo>
                    <a:pt x="2662" y="17820"/>
                    <a:pt x="2662" y="17783"/>
                    <a:pt x="2699" y="17710"/>
                  </a:cubicBezTo>
                  <a:cubicBezTo>
                    <a:pt x="2810" y="17118"/>
                    <a:pt x="3328" y="14345"/>
                    <a:pt x="4769" y="11240"/>
                  </a:cubicBezTo>
                  <a:cubicBezTo>
                    <a:pt x="6211" y="8134"/>
                    <a:pt x="8540" y="4733"/>
                    <a:pt x="12237" y="2736"/>
                  </a:cubicBezTo>
                  <a:cubicBezTo>
                    <a:pt x="14973" y="1258"/>
                    <a:pt x="17746" y="629"/>
                    <a:pt x="20519" y="629"/>
                  </a:cubicBezTo>
                  <a:close/>
                  <a:moveTo>
                    <a:pt x="20519" y="1"/>
                  </a:moveTo>
                  <a:cubicBezTo>
                    <a:pt x="17672" y="1"/>
                    <a:pt x="14751" y="666"/>
                    <a:pt x="11942" y="2182"/>
                  </a:cubicBezTo>
                  <a:cubicBezTo>
                    <a:pt x="7838" y="4400"/>
                    <a:pt x="5361" y="8282"/>
                    <a:pt x="3919" y="11609"/>
                  </a:cubicBezTo>
                  <a:cubicBezTo>
                    <a:pt x="2477" y="14937"/>
                    <a:pt x="2071" y="17710"/>
                    <a:pt x="2071" y="17710"/>
                  </a:cubicBezTo>
                  <a:lnTo>
                    <a:pt x="2071" y="17746"/>
                  </a:lnTo>
                  <a:lnTo>
                    <a:pt x="0" y="66363"/>
                  </a:lnTo>
                  <a:cubicBezTo>
                    <a:pt x="0" y="66474"/>
                    <a:pt x="0" y="66548"/>
                    <a:pt x="74" y="66585"/>
                  </a:cubicBezTo>
                  <a:cubicBezTo>
                    <a:pt x="148" y="66659"/>
                    <a:pt x="222" y="66696"/>
                    <a:pt x="296" y="66696"/>
                  </a:cubicBezTo>
                  <a:lnTo>
                    <a:pt x="32349" y="67102"/>
                  </a:lnTo>
                  <a:cubicBezTo>
                    <a:pt x="32497" y="67102"/>
                    <a:pt x="32645" y="66991"/>
                    <a:pt x="32682" y="66881"/>
                  </a:cubicBezTo>
                  <a:cubicBezTo>
                    <a:pt x="32682" y="66881"/>
                    <a:pt x="39891" y="33348"/>
                    <a:pt x="41148" y="27137"/>
                  </a:cubicBezTo>
                  <a:cubicBezTo>
                    <a:pt x="41481" y="25399"/>
                    <a:pt x="41703" y="23366"/>
                    <a:pt x="41703" y="21222"/>
                  </a:cubicBezTo>
                  <a:cubicBezTo>
                    <a:pt x="41703" y="18375"/>
                    <a:pt x="41333" y="15343"/>
                    <a:pt x="40372" y="12571"/>
                  </a:cubicBezTo>
                  <a:cubicBezTo>
                    <a:pt x="39411" y="9798"/>
                    <a:pt x="37821" y="7284"/>
                    <a:pt x="35455" y="5509"/>
                  </a:cubicBezTo>
                  <a:cubicBezTo>
                    <a:pt x="31203" y="2367"/>
                    <a:pt x="25954" y="1"/>
                    <a:pt x="205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42"/>
            <p:cNvSpPr/>
            <p:nvPr/>
          </p:nvSpPr>
          <p:spPr>
            <a:xfrm>
              <a:off x="5233800" y="1302875"/>
              <a:ext cx="183025" cy="263600"/>
            </a:xfrm>
            <a:custGeom>
              <a:rect b="b" l="l" r="r" t="t"/>
              <a:pathLst>
                <a:path extrusionOk="0" h="10544" w="7321">
                  <a:moveTo>
                    <a:pt x="6959" y="0"/>
                  </a:moveTo>
                  <a:cubicBezTo>
                    <a:pt x="6906" y="0"/>
                    <a:pt x="6853" y="13"/>
                    <a:pt x="6803" y="37"/>
                  </a:cubicBezTo>
                  <a:cubicBezTo>
                    <a:pt x="6803" y="37"/>
                    <a:pt x="5472" y="777"/>
                    <a:pt x="3994" y="2403"/>
                  </a:cubicBezTo>
                  <a:cubicBezTo>
                    <a:pt x="2478" y="4030"/>
                    <a:pt x="814" y="6544"/>
                    <a:pt x="38" y="10167"/>
                  </a:cubicBezTo>
                  <a:cubicBezTo>
                    <a:pt x="1" y="10315"/>
                    <a:pt x="112" y="10500"/>
                    <a:pt x="296" y="10537"/>
                  </a:cubicBezTo>
                  <a:cubicBezTo>
                    <a:pt x="316" y="10542"/>
                    <a:pt x="335" y="10544"/>
                    <a:pt x="355" y="10544"/>
                  </a:cubicBezTo>
                  <a:cubicBezTo>
                    <a:pt x="490" y="10544"/>
                    <a:pt x="634" y="10439"/>
                    <a:pt x="666" y="10278"/>
                  </a:cubicBezTo>
                  <a:cubicBezTo>
                    <a:pt x="1369" y="6803"/>
                    <a:pt x="2995" y="4363"/>
                    <a:pt x="4437" y="2810"/>
                  </a:cubicBezTo>
                  <a:cubicBezTo>
                    <a:pt x="5140" y="2034"/>
                    <a:pt x="5842" y="1479"/>
                    <a:pt x="6323" y="1109"/>
                  </a:cubicBezTo>
                  <a:cubicBezTo>
                    <a:pt x="6581" y="925"/>
                    <a:pt x="6766" y="777"/>
                    <a:pt x="6914" y="703"/>
                  </a:cubicBezTo>
                  <a:cubicBezTo>
                    <a:pt x="6988" y="666"/>
                    <a:pt x="7025" y="629"/>
                    <a:pt x="7062" y="629"/>
                  </a:cubicBezTo>
                  <a:lnTo>
                    <a:pt x="7099" y="592"/>
                  </a:lnTo>
                  <a:cubicBezTo>
                    <a:pt x="7247" y="518"/>
                    <a:pt x="7321" y="296"/>
                    <a:pt x="7247" y="148"/>
                  </a:cubicBezTo>
                  <a:cubicBezTo>
                    <a:pt x="7173" y="50"/>
                    <a:pt x="7066" y="0"/>
                    <a:pt x="69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42"/>
            <p:cNvSpPr/>
            <p:nvPr/>
          </p:nvSpPr>
          <p:spPr>
            <a:xfrm>
              <a:off x="5395550" y="1619900"/>
              <a:ext cx="20350" cy="70250"/>
            </a:xfrm>
            <a:custGeom>
              <a:rect b="b" l="l" r="r" t="t"/>
              <a:pathLst>
                <a:path extrusionOk="0" h="2810" w="814">
                  <a:moveTo>
                    <a:pt x="555" y="0"/>
                  </a:moveTo>
                  <a:cubicBezTo>
                    <a:pt x="370" y="0"/>
                    <a:pt x="222" y="111"/>
                    <a:pt x="185" y="259"/>
                  </a:cubicBezTo>
                  <a:cubicBezTo>
                    <a:pt x="74" y="1072"/>
                    <a:pt x="1" y="1812"/>
                    <a:pt x="1" y="2514"/>
                  </a:cubicBezTo>
                  <a:cubicBezTo>
                    <a:pt x="1" y="2662"/>
                    <a:pt x="148" y="2810"/>
                    <a:pt x="333" y="2810"/>
                  </a:cubicBezTo>
                  <a:cubicBezTo>
                    <a:pt x="481" y="2810"/>
                    <a:pt x="629" y="2662"/>
                    <a:pt x="629" y="2514"/>
                  </a:cubicBezTo>
                  <a:cubicBezTo>
                    <a:pt x="629" y="1849"/>
                    <a:pt x="703" y="1109"/>
                    <a:pt x="814" y="370"/>
                  </a:cubicBezTo>
                  <a:cubicBezTo>
                    <a:pt x="814" y="185"/>
                    <a:pt x="703" y="37"/>
                    <a:pt x="5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42"/>
            <p:cNvSpPr/>
            <p:nvPr/>
          </p:nvSpPr>
          <p:spPr>
            <a:xfrm>
              <a:off x="5410350" y="1315075"/>
              <a:ext cx="105375" cy="267125"/>
            </a:xfrm>
            <a:custGeom>
              <a:rect b="b" l="l" r="r" t="t"/>
              <a:pathLst>
                <a:path extrusionOk="0" h="10685" w="4215">
                  <a:moveTo>
                    <a:pt x="3869" y="1"/>
                  </a:moveTo>
                  <a:cubicBezTo>
                    <a:pt x="3754" y="1"/>
                    <a:pt x="3640" y="69"/>
                    <a:pt x="3586" y="178"/>
                  </a:cubicBezTo>
                  <a:cubicBezTo>
                    <a:pt x="3586" y="215"/>
                    <a:pt x="1183" y="5391"/>
                    <a:pt x="37" y="10308"/>
                  </a:cubicBezTo>
                  <a:cubicBezTo>
                    <a:pt x="0" y="10493"/>
                    <a:pt x="74" y="10640"/>
                    <a:pt x="259" y="10677"/>
                  </a:cubicBezTo>
                  <a:cubicBezTo>
                    <a:pt x="278" y="10682"/>
                    <a:pt x="298" y="10685"/>
                    <a:pt x="319" y="10685"/>
                  </a:cubicBezTo>
                  <a:cubicBezTo>
                    <a:pt x="453" y="10685"/>
                    <a:pt x="596" y="10584"/>
                    <a:pt x="629" y="10456"/>
                  </a:cubicBezTo>
                  <a:cubicBezTo>
                    <a:pt x="1183" y="8052"/>
                    <a:pt x="2070" y="5538"/>
                    <a:pt x="2810" y="3616"/>
                  </a:cubicBezTo>
                  <a:cubicBezTo>
                    <a:pt x="3180" y="2692"/>
                    <a:pt x="3512" y="1878"/>
                    <a:pt x="3771" y="1324"/>
                  </a:cubicBezTo>
                  <a:cubicBezTo>
                    <a:pt x="3882" y="1065"/>
                    <a:pt x="3956" y="843"/>
                    <a:pt x="4030" y="695"/>
                  </a:cubicBezTo>
                  <a:cubicBezTo>
                    <a:pt x="4104" y="510"/>
                    <a:pt x="4141" y="437"/>
                    <a:pt x="4141" y="437"/>
                  </a:cubicBezTo>
                  <a:cubicBezTo>
                    <a:pt x="4215" y="289"/>
                    <a:pt x="4141" y="104"/>
                    <a:pt x="3993" y="30"/>
                  </a:cubicBezTo>
                  <a:cubicBezTo>
                    <a:pt x="3953" y="10"/>
                    <a:pt x="3911" y="1"/>
                    <a:pt x="38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42"/>
            <p:cNvSpPr/>
            <p:nvPr/>
          </p:nvSpPr>
          <p:spPr>
            <a:xfrm>
              <a:off x="5622925" y="1315675"/>
              <a:ext cx="36075" cy="432025"/>
            </a:xfrm>
            <a:custGeom>
              <a:rect b="b" l="l" r="r" t="t"/>
              <a:pathLst>
                <a:path extrusionOk="0" h="17281" w="1443">
                  <a:moveTo>
                    <a:pt x="1019" y="0"/>
                  </a:moveTo>
                  <a:cubicBezTo>
                    <a:pt x="1000" y="0"/>
                    <a:pt x="981" y="2"/>
                    <a:pt x="962" y="6"/>
                  </a:cubicBezTo>
                  <a:cubicBezTo>
                    <a:pt x="777" y="6"/>
                    <a:pt x="666" y="154"/>
                    <a:pt x="666" y="302"/>
                  </a:cubicBezTo>
                  <a:cubicBezTo>
                    <a:pt x="666" y="302"/>
                    <a:pt x="666" y="486"/>
                    <a:pt x="703" y="782"/>
                  </a:cubicBezTo>
                  <a:cubicBezTo>
                    <a:pt x="740" y="1670"/>
                    <a:pt x="851" y="3814"/>
                    <a:pt x="851" y="6365"/>
                  </a:cubicBezTo>
                  <a:cubicBezTo>
                    <a:pt x="851" y="9766"/>
                    <a:pt x="666" y="13907"/>
                    <a:pt x="37" y="16938"/>
                  </a:cubicBezTo>
                  <a:cubicBezTo>
                    <a:pt x="0" y="17086"/>
                    <a:pt x="74" y="17271"/>
                    <a:pt x="259" y="17271"/>
                  </a:cubicBezTo>
                  <a:cubicBezTo>
                    <a:pt x="284" y="17277"/>
                    <a:pt x="309" y="17280"/>
                    <a:pt x="335" y="17280"/>
                  </a:cubicBezTo>
                  <a:cubicBezTo>
                    <a:pt x="464" y="17280"/>
                    <a:pt x="598" y="17203"/>
                    <a:pt x="629" y="17049"/>
                  </a:cubicBezTo>
                  <a:cubicBezTo>
                    <a:pt x="1294" y="13944"/>
                    <a:pt x="1442" y="9766"/>
                    <a:pt x="1442" y="6365"/>
                  </a:cubicBezTo>
                  <a:cubicBezTo>
                    <a:pt x="1442" y="2927"/>
                    <a:pt x="1294" y="265"/>
                    <a:pt x="1294" y="265"/>
                  </a:cubicBezTo>
                  <a:cubicBezTo>
                    <a:pt x="1294" y="132"/>
                    <a:pt x="1176" y="0"/>
                    <a:pt x="10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42"/>
            <p:cNvSpPr/>
            <p:nvPr/>
          </p:nvSpPr>
          <p:spPr>
            <a:xfrm>
              <a:off x="5800375" y="1685525"/>
              <a:ext cx="26825" cy="66750"/>
            </a:xfrm>
            <a:custGeom>
              <a:rect b="b" l="l" r="r" t="t"/>
              <a:pathLst>
                <a:path extrusionOk="0" h="2670" w="1073">
                  <a:moveTo>
                    <a:pt x="777" y="0"/>
                  </a:moveTo>
                  <a:cubicBezTo>
                    <a:pt x="629" y="0"/>
                    <a:pt x="444" y="111"/>
                    <a:pt x="444" y="259"/>
                  </a:cubicBezTo>
                  <a:cubicBezTo>
                    <a:pt x="333" y="924"/>
                    <a:pt x="222" y="1590"/>
                    <a:pt x="38" y="2292"/>
                  </a:cubicBezTo>
                  <a:cubicBezTo>
                    <a:pt x="1" y="2440"/>
                    <a:pt x="75" y="2625"/>
                    <a:pt x="259" y="2662"/>
                  </a:cubicBezTo>
                  <a:cubicBezTo>
                    <a:pt x="279" y="2667"/>
                    <a:pt x="299" y="2669"/>
                    <a:pt x="319" y="2669"/>
                  </a:cubicBezTo>
                  <a:cubicBezTo>
                    <a:pt x="453" y="2669"/>
                    <a:pt x="597" y="2569"/>
                    <a:pt x="629" y="2440"/>
                  </a:cubicBezTo>
                  <a:cubicBezTo>
                    <a:pt x="814" y="1738"/>
                    <a:pt x="962" y="1035"/>
                    <a:pt x="1036" y="370"/>
                  </a:cubicBezTo>
                  <a:cubicBezTo>
                    <a:pt x="1073" y="185"/>
                    <a:pt x="962" y="37"/>
                    <a:pt x="7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42"/>
            <p:cNvSpPr/>
            <p:nvPr/>
          </p:nvSpPr>
          <p:spPr>
            <a:xfrm>
              <a:off x="5754175" y="1336150"/>
              <a:ext cx="77650" cy="296700"/>
            </a:xfrm>
            <a:custGeom>
              <a:rect b="b" l="l" r="r" t="t"/>
              <a:pathLst>
                <a:path extrusionOk="0" h="11868" w="3106">
                  <a:moveTo>
                    <a:pt x="377" y="0"/>
                  </a:moveTo>
                  <a:cubicBezTo>
                    <a:pt x="325" y="0"/>
                    <a:pt x="271" y="13"/>
                    <a:pt x="222" y="37"/>
                  </a:cubicBezTo>
                  <a:cubicBezTo>
                    <a:pt x="74" y="111"/>
                    <a:pt x="0" y="296"/>
                    <a:pt x="74" y="444"/>
                  </a:cubicBezTo>
                  <a:lnTo>
                    <a:pt x="111" y="481"/>
                  </a:lnTo>
                  <a:cubicBezTo>
                    <a:pt x="370" y="1035"/>
                    <a:pt x="2514" y="5583"/>
                    <a:pt x="2514" y="11202"/>
                  </a:cubicBezTo>
                  <a:cubicBezTo>
                    <a:pt x="2514" y="11313"/>
                    <a:pt x="2514" y="11424"/>
                    <a:pt x="2514" y="11535"/>
                  </a:cubicBezTo>
                  <a:cubicBezTo>
                    <a:pt x="2514" y="11720"/>
                    <a:pt x="2625" y="11868"/>
                    <a:pt x="2810" y="11868"/>
                  </a:cubicBezTo>
                  <a:cubicBezTo>
                    <a:pt x="2995" y="11868"/>
                    <a:pt x="3106" y="11720"/>
                    <a:pt x="3106" y="11535"/>
                  </a:cubicBezTo>
                  <a:cubicBezTo>
                    <a:pt x="3106" y="11424"/>
                    <a:pt x="3106" y="11313"/>
                    <a:pt x="3106" y="11202"/>
                  </a:cubicBezTo>
                  <a:cubicBezTo>
                    <a:pt x="3106" y="5028"/>
                    <a:pt x="629" y="185"/>
                    <a:pt x="629" y="148"/>
                  </a:cubicBezTo>
                  <a:cubicBezTo>
                    <a:pt x="579" y="50"/>
                    <a:pt x="481" y="0"/>
                    <a:pt x="3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42"/>
            <p:cNvSpPr/>
            <p:nvPr/>
          </p:nvSpPr>
          <p:spPr>
            <a:xfrm>
              <a:off x="4617325" y="2545375"/>
              <a:ext cx="1541700" cy="1176325"/>
            </a:xfrm>
            <a:custGeom>
              <a:rect b="b" l="l" r="r" t="t"/>
              <a:pathLst>
                <a:path extrusionOk="0" h="47053" w="61668">
                  <a:moveTo>
                    <a:pt x="29743" y="0"/>
                  </a:moveTo>
                  <a:cubicBezTo>
                    <a:pt x="28951" y="0"/>
                    <a:pt x="28542" y="137"/>
                    <a:pt x="28542" y="137"/>
                  </a:cubicBezTo>
                  <a:cubicBezTo>
                    <a:pt x="28542" y="137"/>
                    <a:pt x="5990" y="9010"/>
                    <a:pt x="4326" y="11524"/>
                  </a:cubicBezTo>
                  <a:cubicBezTo>
                    <a:pt x="2699" y="14001"/>
                    <a:pt x="0" y="23243"/>
                    <a:pt x="0" y="23243"/>
                  </a:cubicBezTo>
                  <a:lnTo>
                    <a:pt x="58451" y="47053"/>
                  </a:lnTo>
                  <a:lnTo>
                    <a:pt x="61667" y="37292"/>
                  </a:lnTo>
                  <a:cubicBezTo>
                    <a:pt x="61667" y="37292"/>
                    <a:pt x="58340" y="18142"/>
                    <a:pt x="56270" y="14814"/>
                  </a:cubicBezTo>
                  <a:cubicBezTo>
                    <a:pt x="54199" y="11524"/>
                    <a:pt x="37452" y="2392"/>
                    <a:pt x="33939" y="950"/>
                  </a:cubicBezTo>
                  <a:cubicBezTo>
                    <a:pt x="32063" y="180"/>
                    <a:pt x="30651" y="0"/>
                    <a:pt x="297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42"/>
            <p:cNvSpPr/>
            <p:nvPr/>
          </p:nvSpPr>
          <p:spPr>
            <a:xfrm>
              <a:off x="4608075" y="2537700"/>
              <a:ext cx="1558325" cy="1192100"/>
            </a:xfrm>
            <a:custGeom>
              <a:rect b="b" l="l" r="r" t="t"/>
              <a:pathLst>
                <a:path extrusionOk="0" h="47684" w="62333">
                  <a:moveTo>
                    <a:pt x="30095" y="629"/>
                  </a:moveTo>
                  <a:cubicBezTo>
                    <a:pt x="30945" y="629"/>
                    <a:pt x="32313" y="777"/>
                    <a:pt x="34198" y="1553"/>
                  </a:cubicBezTo>
                  <a:cubicBezTo>
                    <a:pt x="35049" y="1886"/>
                    <a:pt x="36749" y="2736"/>
                    <a:pt x="38857" y="3845"/>
                  </a:cubicBezTo>
                  <a:cubicBezTo>
                    <a:pt x="41962" y="5509"/>
                    <a:pt x="45992" y="7764"/>
                    <a:pt x="49430" y="9945"/>
                  </a:cubicBezTo>
                  <a:cubicBezTo>
                    <a:pt x="51131" y="11017"/>
                    <a:pt x="52721" y="12053"/>
                    <a:pt x="53941" y="12977"/>
                  </a:cubicBezTo>
                  <a:cubicBezTo>
                    <a:pt x="55161" y="13901"/>
                    <a:pt x="56048" y="14751"/>
                    <a:pt x="56381" y="15306"/>
                  </a:cubicBezTo>
                  <a:cubicBezTo>
                    <a:pt x="56603" y="15676"/>
                    <a:pt x="56898" y="16304"/>
                    <a:pt x="57194" y="17155"/>
                  </a:cubicBezTo>
                  <a:cubicBezTo>
                    <a:pt x="58192" y="20038"/>
                    <a:pt x="59301" y="25177"/>
                    <a:pt x="60189" y="29577"/>
                  </a:cubicBezTo>
                  <a:cubicBezTo>
                    <a:pt x="60632" y="31795"/>
                    <a:pt x="61039" y="33791"/>
                    <a:pt x="61298" y="35270"/>
                  </a:cubicBezTo>
                  <a:cubicBezTo>
                    <a:pt x="61532" y="36610"/>
                    <a:pt x="61676" y="37464"/>
                    <a:pt x="61701" y="37613"/>
                  </a:cubicBezTo>
                  <a:lnTo>
                    <a:pt x="61701" y="37613"/>
                  </a:lnTo>
                  <a:lnTo>
                    <a:pt x="58636" y="46953"/>
                  </a:lnTo>
                  <a:lnTo>
                    <a:pt x="740" y="23360"/>
                  </a:lnTo>
                  <a:lnTo>
                    <a:pt x="740" y="23360"/>
                  </a:lnTo>
                  <a:cubicBezTo>
                    <a:pt x="811" y="23110"/>
                    <a:pt x="935" y="22693"/>
                    <a:pt x="1110" y="22146"/>
                  </a:cubicBezTo>
                  <a:cubicBezTo>
                    <a:pt x="1516" y="20815"/>
                    <a:pt x="2182" y="18707"/>
                    <a:pt x="2884" y="16711"/>
                  </a:cubicBezTo>
                  <a:cubicBezTo>
                    <a:pt x="3624" y="14751"/>
                    <a:pt x="4400" y="12866"/>
                    <a:pt x="4955" y="11979"/>
                  </a:cubicBezTo>
                  <a:cubicBezTo>
                    <a:pt x="5029" y="11868"/>
                    <a:pt x="5213" y="11720"/>
                    <a:pt x="5435" y="11535"/>
                  </a:cubicBezTo>
                  <a:cubicBezTo>
                    <a:pt x="6360" y="10796"/>
                    <a:pt x="8319" y="9723"/>
                    <a:pt x="10722" y="8577"/>
                  </a:cubicBezTo>
                  <a:cubicBezTo>
                    <a:pt x="14308" y="6840"/>
                    <a:pt x="18893" y="4880"/>
                    <a:pt x="22553" y="3364"/>
                  </a:cubicBezTo>
                  <a:cubicBezTo>
                    <a:pt x="24401" y="2588"/>
                    <a:pt x="26028" y="1923"/>
                    <a:pt x="27174" y="1479"/>
                  </a:cubicBezTo>
                  <a:cubicBezTo>
                    <a:pt x="28320" y="998"/>
                    <a:pt x="29023" y="740"/>
                    <a:pt x="29023" y="740"/>
                  </a:cubicBezTo>
                  <a:cubicBezTo>
                    <a:pt x="29023" y="740"/>
                    <a:pt x="29392" y="629"/>
                    <a:pt x="30095" y="629"/>
                  </a:cubicBezTo>
                  <a:close/>
                  <a:moveTo>
                    <a:pt x="30095" y="0"/>
                  </a:moveTo>
                  <a:cubicBezTo>
                    <a:pt x="29281" y="0"/>
                    <a:pt x="28838" y="148"/>
                    <a:pt x="28838" y="148"/>
                  </a:cubicBezTo>
                  <a:lnTo>
                    <a:pt x="28801" y="148"/>
                  </a:lnTo>
                  <a:cubicBezTo>
                    <a:pt x="28801" y="148"/>
                    <a:pt x="23181" y="2366"/>
                    <a:pt x="17303" y="4917"/>
                  </a:cubicBezTo>
                  <a:cubicBezTo>
                    <a:pt x="14382" y="6174"/>
                    <a:pt x="11425" y="7542"/>
                    <a:pt x="9058" y="8725"/>
                  </a:cubicBezTo>
                  <a:cubicBezTo>
                    <a:pt x="7875" y="9317"/>
                    <a:pt x="6840" y="9871"/>
                    <a:pt x="6064" y="10352"/>
                  </a:cubicBezTo>
                  <a:cubicBezTo>
                    <a:pt x="5657" y="10611"/>
                    <a:pt x="5324" y="10833"/>
                    <a:pt x="5066" y="11054"/>
                  </a:cubicBezTo>
                  <a:cubicBezTo>
                    <a:pt x="4807" y="11239"/>
                    <a:pt x="4585" y="11461"/>
                    <a:pt x="4474" y="11646"/>
                  </a:cubicBezTo>
                  <a:cubicBezTo>
                    <a:pt x="4030" y="12311"/>
                    <a:pt x="3550" y="13347"/>
                    <a:pt x="3032" y="14567"/>
                  </a:cubicBezTo>
                  <a:cubicBezTo>
                    <a:pt x="1590" y="18264"/>
                    <a:pt x="75" y="23477"/>
                    <a:pt x="75" y="23477"/>
                  </a:cubicBezTo>
                  <a:cubicBezTo>
                    <a:pt x="1" y="23624"/>
                    <a:pt x="75" y="23772"/>
                    <a:pt x="222" y="23846"/>
                  </a:cubicBezTo>
                  <a:lnTo>
                    <a:pt x="58673" y="47655"/>
                  </a:lnTo>
                  <a:cubicBezTo>
                    <a:pt x="58728" y="47674"/>
                    <a:pt x="58775" y="47683"/>
                    <a:pt x="58816" y="47683"/>
                  </a:cubicBezTo>
                  <a:cubicBezTo>
                    <a:pt x="58858" y="47683"/>
                    <a:pt x="58895" y="47674"/>
                    <a:pt x="58932" y="47655"/>
                  </a:cubicBezTo>
                  <a:cubicBezTo>
                    <a:pt x="59006" y="47618"/>
                    <a:pt x="59080" y="47544"/>
                    <a:pt x="59117" y="47471"/>
                  </a:cubicBezTo>
                  <a:lnTo>
                    <a:pt x="62333" y="37710"/>
                  </a:lnTo>
                  <a:lnTo>
                    <a:pt x="62333" y="37562"/>
                  </a:lnTo>
                  <a:cubicBezTo>
                    <a:pt x="62333" y="37562"/>
                    <a:pt x="61483" y="32756"/>
                    <a:pt x="60411" y="27543"/>
                  </a:cubicBezTo>
                  <a:cubicBezTo>
                    <a:pt x="59856" y="24918"/>
                    <a:pt x="59264" y="22220"/>
                    <a:pt x="58673" y="19964"/>
                  </a:cubicBezTo>
                  <a:cubicBezTo>
                    <a:pt x="58340" y="18818"/>
                    <a:pt x="58044" y="17783"/>
                    <a:pt x="57749" y="16933"/>
                  </a:cubicBezTo>
                  <a:cubicBezTo>
                    <a:pt x="57453" y="16082"/>
                    <a:pt x="57194" y="15417"/>
                    <a:pt x="56898" y="14973"/>
                  </a:cubicBezTo>
                  <a:cubicBezTo>
                    <a:pt x="56603" y="14493"/>
                    <a:pt x="56122" y="13975"/>
                    <a:pt x="55420" y="13421"/>
                  </a:cubicBezTo>
                  <a:cubicBezTo>
                    <a:pt x="53090" y="11387"/>
                    <a:pt x="48617" y="8614"/>
                    <a:pt x="44328" y="6174"/>
                  </a:cubicBezTo>
                  <a:cubicBezTo>
                    <a:pt x="40040" y="3734"/>
                    <a:pt x="35973" y="1627"/>
                    <a:pt x="34420" y="998"/>
                  </a:cubicBezTo>
                  <a:cubicBezTo>
                    <a:pt x="32498" y="185"/>
                    <a:pt x="31019" y="0"/>
                    <a:pt x="300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42"/>
            <p:cNvSpPr/>
            <p:nvPr/>
          </p:nvSpPr>
          <p:spPr>
            <a:xfrm>
              <a:off x="5740300" y="3100400"/>
              <a:ext cx="98925" cy="490225"/>
            </a:xfrm>
            <a:custGeom>
              <a:rect b="b" l="l" r="r" t="t"/>
              <a:pathLst>
                <a:path extrusionOk="0" h="19609" w="3957">
                  <a:moveTo>
                    <a:pt x="3628" y="0"/>
                  </a:moveTo>
                  <a:cubicBezTo>
                    <a:pt x="3476" y="0"/>
                    <a:pt x="3360" y="105"/>
                    <a:pt x="3328" y="266"/>
                  </a:cubicBezTo>
                  <a:lnTo>
                    <a:pt x="38" y="19269"/>
                  </a:lnTo>
                  <a:cubicBezTo>
                    <a:pt x="1" y="19417"/>
                    <a:pt x="111" y="19565"/>
                    <a:pt x="259" y="19602"/>
                  </a:cubicBezTo>
                  <a:cubicBezTo>
                    <a:pt x="283" y="19607"/>
                    <a:pt x="307" y="19609"/>
                    <a:pt x="329" y="19609"/>
                  </a:cubicBezTo>
                  <a:cubicBezTo>
                    <a:pt x="481" y="19609"/>
                    <a:pt x="597" y="19504"/>
                    <a:pt x="629" y="19343"/>
                  </a:cubicBezTo>
                  <a:lnTo>
                    <a:pt x="3919" y="377"/>
                  </a:lnTo>
                  <a:cubicBezTo>
                    <a:pt x="3956" y="192"/>
                    <a:pt x="3846" y="44"/>
                    <a:pt x="3698" y="7"/>
                  </a:cubicBezTo>
                  <a:cubicBezTo>
                    <a:pt x="3674" y="3"/>
                    <a:pt x="3650" y="0"/>
                    <a:pt x="36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42"/>
            <p:cNvSpPr/>
            <p:nvPr/>
          </p:nvSpPr>
          <p:spPr>
            <a:xfrm>
              <a:off x="4761500" y="2545375"/>
              <a:ext cx="1016725" cy="1045075"/>
            </a:xfrm>
            <a:custGeom>
              <a:rect b="b" l="l" r="r" t="t"/>
              <a:pathLst>
                <a:path extrusionOk="0" h="41803" w="40669">
                  <a:moveTo>
                    <a:pt x="23976" y="0"/>
                  </a:moveTo>
                  <a:cubicBezTo>
                    <a:pt x="23184" y="0"/>
                    <a:pt x="22775" y="137"/>
                    <a:pt x="22775" y="137"/>
                  </a:cubicBezTo>
                  <a:cubicBezTo>
                    <a:pt x="22775" y="137"/>
                    <a:pt x="15307" y="3094"/>
                    <a:pt x="8652" y="6052"/>
                  </a:cubicBezTo>
                  <a:cubicBezTo>
                    <a:pt x="7617" y="9638"/>
                    <a:pt x="5435" y="16219"/>
                    <a:pt x="1886" y="22060"/>
                  </a:cubicBezTo>
                  <a:cubicBezTo>
                    <a:pt x="1147" y="23243"/>
                    <a:pt x="518" y="24427"/>
                    <a:pt x="1" y="25610"/>
                  </a:cubicBezTo>
                  <a:lnTo>
                    <a:pt x="39707" y="41803"/>
                  </a:lnTo>
                  <a:cubicBezTo>
                    <a:pt x="39929" y="36442"/>
                    <a:pt x="40188" y="26978"/>
                    <a:pt x="39744" y="20212"/>
                  </a:cubicBezTo>
                  <a:cubicBezTo>
                    <a:pt x="39411" y="14592"/>
                    <a:pt x="40040" y="10341"/>
                    <a:pt x="40668" y="7642"/>
                  </a:cubicBezTo>
                  <a:cubicBezTo>
                    <a:pt x="35529" y="4610"/>
                    <a:pt x="30021" y="1727"/>
                    <a:pt x="28172" y="950"/>
                  </a:cubicBezTo>
                  <a:cubicBezTo>
                    <a:pt x="26296" y="180"/>
                    <a:pt x="24884" y="0"/>
                    <a:pt x="23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42"/>
            <p:cNvSpPr/>
            <p:nvPr/>
          </p:nvSpPr>
          <p:spPr>
            <a:xfrm>
              <a:off x="4752275" y="2537700"/>
              <a:ext cx="1034275" cy="1060150"/>
            </a:xfrm>
            <a:custGeom>
              <a:rect b="b" l="l" r="r" t="t"/>
              <a:pathLst>
                <a:path extrusionOk="0" h="42406" w="41371">
                  <a:moveTo>
                    <a:pt x="24327" y="0"/>
                  </a:moveTo>
                  <a:cubicBezTo>
                    <a:pt x="23513" y="0"/>
                    <a:pt x="23070" y="148"/>
                    <a:pt x="23070" y="148"/>
                  </a:cubicBezTo>
                  <a:lnTo>
                    <a:pt x="23033" y="148"/>
                  </a:lnTo>
                  <a:cubicBezTo>
                    <a:pt x="23033" y="148"/>
                    <a:pt x="15565" y="3106"/>
                    <a:pt x="8873" y="6100"/>
                  </a:cubicBezTo>
                  <a:cubicBezTo>
                    <a:pt x="8799" y="6137"/>
                    <a:pt x="8762" y="6174"/>
                    <a:pt x="8725" y="6285"/>
                  </a:cubicBezTo>
                  <a:cubicBezTo>
                    <a:pt x="7690" y="9834"/>
                    <a:pt x="5509" y="16415"/>
                    <a:pt x="1996" y="22220"/>
                  </a:cubicBezTo>
                  <a:cubicBezTo>
                    <a:pt x="1257" y="23403"/>
                    <a:pt x="629" y="24586"/>
                    <a:pt x="74" y="25769"/>
                  </a:cubicBezTo>
                  <a:cubicBezTo>
                    <a:pt x="0" y="25917"/>
                    <a:pt x="74" y="26101"/>
                    <a:pt x="222" y="26175"/>
                  </a:cubicBezTo>
                  <a:cubicBezTo>
                    <a:pt x="261" y="26195"/>
                    <a:pt x="304" y="26204"/>
                    <a:pt x="346" y="26204"/>
                  </a:cubicBezTo>
                  <a:cubicBezTo>
                    <a:pt x="461" y="26204"/>
                    <a:pt x="574" y="26136"/>
                    <a:pt x="629" y="26028"/>
                  </a:cubicBezTo>
                  <a:cubicBezTo>
                    <a:pt x="1183" y="24881"/>
                    <a:pt x="1812" y="23698"/>
                    <a:pt x="2514" y="22515"/>
                  </a:cubicBezTo>
                  <a:cubicBezTo>
                    <a:pt x="6047" y="16760"/>
                    <a:pt x="8217" y="10215"/>
                    <a:pt x="9270" y="6593"/>
                  </a:cubicBezTo>
                  <a:lnTo>
                    <a:pt x="9270" y="6593"/>
                  </a:lnTo>
                  <a:cubicBezTo>
                    <a:pt x="12557" y="5134"/>
                    <a:pt x="16046" y="3645"/>
                    <a:pt x="18707" y="2588"/>
                  </a:cubicBezTo>
                  <a:cubicBezTo>
                    <a:pt x="20038" y="2034"/>
                    <a:pt x="21184" y="1553"/>
                    <a:pt x="21998" y="1220"/>
                  </a:cubicBezTo>
                  <a:cubicBezTo>
                    <a:pt x="22811" y="924"/>
                    <a:pt x="23255" y="740"/>
                    <a:pt x="23255" y="740"/>
                  </a:cubicBezTo>
                  <a:cubicBezTo>
                    <a:pt x="23255" y="740"/>
                    <a:pt x="23624" y="629"/>
                    <a:pt x="24327" y="629"/>
                  </a:cubicBezTo>
                  <a:cubicBezTo>
                    <a:pt x="25177" y="629"/>
                    <a:pt x="26545" y="777"/>
                    <a:pt x="28430" y="1553"/>
                  </a:cubicBezTo>
                  <a:cubicBezTo>
                    <a:pt x="29318" y="1923"/>
                    <a:pt x="31166" y="2847"/>
                    <a:pt x="33421" y="4030"/>
                  </a:cubicBezTo>
                  <a:cubicBezTo>
                    <a:pt x="35592" y="5187"/>
                    <a:pt x="38187" y="6628"/>
                    <a:pt x="40687" y="8109"/>
                  </a:cubicBezTo>
                  <a:lnTo>
                    <a:pt x="40687" y="8109"/>
                  </a:lnTo>
                  <a:cubicBezTo>
                    <a:pt x="40188" y="10284"/>
                    <a:pt x="39706" y="13416"/>
                    <a:pt x="39706" y="17339"/>
                  </a:cubicBezTo>
                  <a:cubicBezTo>
                    <a:pt x="39706" y="18375"/>
                    <a:pt x="39743" y="19410"/>
                    <a:pt x="39817" y="20519"/>
                  </a:cubicBezTo>
                  <a:cubicBezTo>
                    <a:pt x="39965" y="23218"/>
                    <a:pt x="40039" y="26360"/>
                    <a:pt x="40039" y="29503"/>
                  </a:cubicBezTo>
                  <a:cubicBezTo>
                    <a:pt x="40039" y="34198"/>
                    <a:pt x="39891" y="38893"/>
                    <a:pt x="39780" y="42073"/>
                  </a:cubicBezTo>
                  <a:cubicBezTo>
                    <a:pt x="39780" y="42258"/>
                    <a:pt x="39891" y="42406"/>
                    <a:pt x="40076" y="42406"/>
                  </a:cubicBezTo>
                  <a:cubicBezTo>
                    <a:pt x="40261" y="42406"/>
                    <a:pt x="40372" y="42258"/>
                    <a:pt x="40409" y="42110"/>
                  </a:cubicBezTo>
                  <a:cubicBezTo>
                    <a:pt x="40520" y="38893"/>
                    <a:pt x="40668" y="34198"/>
                    <a:pt x="40668" y="29503"/>
                  </a:cubicBezTo>
                  <a:cubicBezTo>
                    <a:pt x="40668" y="26360"/>
                    <a:pt x="40594" y="23218"/>
                    <a:pt x="40409" y="20482"/>
                  </a:cubicBezTo>
                  <a:cubicBezTo>
                    <a:pt x="40372" y="19373"/>
                    <a:pt x="40335" y="18338"/>
                    <a:pt x="40335" y="17339"/>
                  </a:cubicBezTo>
                  <a:cubicBezTo>
                    <a:pt x="40335" y="13310"/>
                    <a:pt x="40816" y="10167"/>
                    <a:pt x="41333" y="8023"/>
                  </a:cubicBezTo>
                  <a:cubicBezTo>
                    <a:pt x="41370" y="7912"/>
                    <a:pt x="41296" y="7764"/>
                    <a:pt x="41185" y="7690"/>
                  </a:cubicBezTo>
                  <a:cubicBezTo>
                    <a:pt x="38634" y="6174"/>
                    <a:pt x="35972" y="4695"/>
                    <a:pt x="33680" y="3475"/>
                  </a:cubicBezTo>
                  <a:cubicBezTo>
                    <a:pt x="31425" y="2292"/>
                    <a:pt x="29613" y="1368"/>
                    <a:pt x="28652" y="998"/>
                  </a:cubicBezTo>
                  <a:cubicBezTo>
                    <a:pt x="26730" y="185"/>
                    <a:pt x="25251" y="0"/>
                    <a:pt x="24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42"/>
            <p:cNvSpPr/>
            <p:nvPr/>
          </p:nvSpPr>
          <p:spPr>
            <a:xfrm>
              <a:off x="5094250" y="2545375"/>
              <a:ext cx="577675" cy="805200"/>
            </a:xfrm>
            <a:custGeom>
              <a:rect b="b" l="l" r="r" t="t"/>
              <a:pathLst>
                <a:path extrusionOk="0" h="32208" w="23107">
                  <a:moveTo>
                    <a:pt x="10666" y="0"/>
                  </a:moveTo>
                  <a:cubicBezTo>
                    <a:pt x="9874" y="0"/>
                    <a:pt x="9465" y="137"/>
                    <a:pt x="9465" y="137"/>
                  </a:cubicBezTo>
                  <a:cubicBezTo>
                    <a:pt x="9465" y="137"/>
                    <a:pt x="5435" y="1727"/>
                    <a:pt x="629" y="3760"/>
                  </a:cubicBezTo>
                  <a:cubicBezTo>
                    <a:pt x="259" y="7494"/>
                    <a:pt x="0" y="13040"/>
                    <a:pt x="998" y="17735"/>
                  </a:cubicBezTo>
                  <a:cubicBezTo>
                    <a:pt x="2616" y="25355"/>
                    <a:pt x="4793" y="32207"/>
                    <a:pt x="6815" y="32207"/>
                  </a:cubicBezTo>
                  <a:cubicBezTo>
                    <a:pt x="6873" y="32207"/>
                    <a:pt x="6930" y="32202"/>
                    <a:pt x="6988" y="32190"/>
                  </a:cubicBezTo>
                  <a:cubicBezTo>
                    <a:pt x="9021" y="31784"/>
                    <a:pt x="19742" y="13003"/>
                    <a:pt x="23107" y="5202"/>
                  </a:cubicBezTo>
                  <a:cubicBezTo>
                    <a:pt x="19447" y="3168"/>
                    <a:pt x="16193" y="1505"/>
                    <a:pt x="14862" y="950"/>
                  </a:cubicBezTo>
                  <a:cubicBezTo>
                    <a:pt x="12986" y="180"/>
                    <a:pt x="11574" y="0"/>
                    <a:pt x="1066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42"/>
            <p:cNvSpPr/>
            <p:nvPr/>
          </p:nvSpPr>
          <p:spPr>
            <a:xfrm>
              <a:off x="5094250" y="2537700"/>
              <a:ext cx="586000" cy="820775"/>
            </a:xfrm>
            <a:custGeom>
              <a:rect b="b" l="l" r="r" t="t"/>
              <a:pathLst>
                <a:path extrusionOk="0" h="32831" w="23440">
                  <a:moveTo>
                    <a:pt x="10648" y="629"/>
                  </a:moveTo>
                  <a:cubicBezTo>
                    <a:pt x="11498" y="629"/>
                    <a:pt x="12866" y="777"/>
                    <a:pt x="14751" y="1553"/>
                  </a:cubicBezTo>
                  <a:cubicBezTo>
                    <a:pt x="16014" y="2094"/>
                    <a:pt x="19179" y="3692"/>
                    <a:pt x="22698" y="5659"/>
                  </a:cubicBezTo>
                  <a:lnTo>
                    <a:pt x="22698" y="5659"/>
                  </a:lnTo>
                  <a:cubicBezTo>
                    <a:pt x="20993" y="9573"/>
                    <a:pt x="17561" y="16060"/>
                    <a:pt x="14271" y="21628"/>
                  </a:cubicBezTo>
                  <a:cubicBezTo>
                    <a:pt x="12607" y="24475"/>
                    <a:pt x="10980" y="27100"/>
                    <a:pt x="9649" y="29059"/>
                  </a:cubicBezTo>
                  <a:cubicBezTo>
                    <a:pt x="8984" y="30020"/>
                    <a:pt x="8355" y="30797"/>
                    <a:pt x="7875" y="31351"/>
                  </a:cubicBezTo>
                  <a:cubicBezTo>
                    <a:pt x="7653" y="31610"/>
                    <a:pt x="7431" y="31832"/>
                    <a:pt x="7283" y="31980"/>
                  </a:cubicBezTo>
                  <a:cubicBezTo>
                    <a:pt x="7098" y="32128"/>
                    <a:pt x="6951" y="32202"/>
                    <a:pt x="6914" y="32202"/>
                  </a:cubicBezTo>
                  <a:lnTo>
                    <a:pt x="6803" y="32202"/>
                  </a:lnTo>
                  <a:cubicBezTo>
                    <a:pt x="6655" y="32202"/>
                    <a:pt x="6470" y="32165"/>
                    <a:pt x="6248" y="31980"/>
                  </a:cubicBezTo>
                  <a:cubicBezTo>
                    <a:pt x="5841" y="31684"/>
                    <a:pt x="5398" y="31056"/>
                    <a:pt x="4991" y="30205"/>
                  </a:cubicBezTo>
                  <a:cubicBezTo>
                    <a:pt x="3660" y="27617"/>
                    <a:pt x="2329" y="22959"/>
                    <a:pt x="1294" y="17968"/>
                  </a:cubicBezTo>
                  <a:cubicBezTo>
                    <a:pt x="777" y="15565"/>
                    <a:pt x="629" y="12940"/>
                    <a:pt x="629" y="10426"/>
                  </a:cubicBezTo>
                  <a:cubicBezTo>
                    <a:pt x="629" y="8178"/>
                    <a:pt x="766" y="6033"/>
                    <a:pt x="942" y="4290"/>
                  </a:cubicBezTo>
                  <a:lnTo>
                    <a:pt x="942" y="4290"/>
                  </a:lnTo>
                  <a:cubicBezTo>
                    <a:pt x="3246" y="3286"/>
                    <a:pt x="5398" y="2425"/>
                    <a:pt x="6951" y="1775"/>
                  </a:cubicBezTo>
                  <a:cubicBezTo>
                    <a:pt x="7764" y="1442"/>
                    <a:pt x="8429" y="1183"/>
                    <a:pt x="8873" y="998"/>
                  </a:cubicBezTo>
                  <a:cubicBezTo>
                    <a:pt x="9317" y="813"/>
                    <a:pt x="9576" y="740"/>
                    <a:pt x="9576" y="740"/>
                  </a:cubicBezTo>
                  <a:cubicBezTo>
                    <a:pt x="9576" y="740"/>
                    <a:pt x="9945" y="629"/>
                    <a:pt x="10648" y="629"/>
                  </a:cubicBezTo>
                  <a:close/>
                  <a:moveTo>
                    <a:pt x="10648" y="0"/>
                  </a:moveTo>
                  <a:cubicBezTo>
                    <a:pt x="9834" y="0"/>
                    <a:pt x="9391" y="148"/>
                    <a:pt x="9391" y="148"/>
                  </a:cubicBezTo>
                  <a:lnTo>
                    <a:pt x="9354" y="148"/>
                  </a:lnTo>
                  <a:cubicBezTo>
                    <a:pt x="9354" y="148"/>
                    <a:pt x="5324" y="1738"/>
                    <a:pt x="518" y="3771"/>
                  </a:cubicBezTo>
                  <a:cubicBezTo>
                    <a:pt x="407" y="3808"/>
                    <a:pt x="333" y="3919"/>
                    <a:pt x="333" y="4030"/>
                  </a:cubicBezTo>
                  <a:cubicBezTo>
                    <a:pt x="148" y="5842"/>
                    <a:pt x="0" y="8060"/>
                    <a:pt x="0" y="10426"/>
                  </a:cubicBezTo>
                  <a:cubicBezTo>
                    <a:pt x="0" y="12977"/>
                    <a:pt x="185" y="15639"/>
                    <a:pt x="703" y="18079"/>
                  </a:cubicBezTo>
                  <a:cubicBezTo>
                    <a:pt x="1479" y="21924"/>
                    <a:pt x="2440" y="25547"/>
                    <a:pt x="3475" y="28246"/>
                  </a:cubicBezTo>
                  <a:cubicBezTo>
                    <a:pt x="3956" y="29614"/>
                    <a:pt x="4474" y="30723"/>
                    <a:pt x="5028" y="31499"/>
                  </a:cubicBezTo>
                  <a:cubicBezTo>
                    <a:pt x="5287" y="31906"/>
                    <a:pt x="5583" y="32239"/>
                    <a:pt x="5841" y="32460"/>
                  </a:cubicBezTo>
                  <a:cubicBezTo>
                    <a:pt x="6137" y="32682"/>
                    <a:pt x="6470" y="32830"/>
                    <a:pt x="6803" y="32830"/>
                  </a:cubicBezTo>
                  <a:cubicBezTo>
                    <a:pt x="6877" y="32830"/>
                    <a:pt x="6988" y="32830"/>
                    <a:pt x="7062" y="32793"/>
                  </a:cubicBezTo>
                  <a:cubicBezTo>
                    <a:pt x="7283" y="32756"/>
                    <a:pt x="7468" y="32645"/>
                    <a:pt x="7653" y="32460"/>
                  </a:cubicBezTo>
                  <a:cubicBezTo>
                    <a:pt x="8060" y="32128"/>
                    <a:pt x="8540" y="31573"/>
                    <a:pt x="9058" y="30871"/>
                  </a:cubicBezTo>
                  <a:cubicBezTo>
                    <a:pt x="12903" y="25843"/>
                    <a:pt x="20593" y="12090"/>
                    <a:pt x="23403" y="5657"/>
                  </a:cubicBezTo>
                  <a:cubicBezTo>
                    <a:pt x="23439" y="5509"/>
                    <a:pt x="23403" y="5324"/>
                    <a:pt x="23255" y="5250"/>
                  </a:cubicBezTo>
                  <a:cubicBezTo>
                    <a:pt x="19595" y="3217"/>
                    <a:pt x="16341" y="1553"/>
                    <a:pt x="14973" y="998"/>
                  </a:cubicBezTo>
                  <a:cubicBezTo>
                    <a:pt x="13051" y="185"/>
                    <a:pt x="11572" y="0"/>
                    <a:pt x="106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42"/>
            <p:cNvSpPr/>
            <p:nvPr/>
          </p:nvSpPr>
          <p:spPr>
            <a:xfrm>
              <a:off x="5119200" y="2918725"/>
              <a:ext cx="92450" cy="65175"/>
            </a:xfrm>
            <a:custGeom>
              <a:rect b="b" l="l" r="r" t="t"/>
              <a:pathLst>
                <a:path extrusionOk="0" h="2607" w="3698">
                  <a:moveTo>
                    <a:pt x="335" y="1"/>
                  </a:moveTo>
                  <a:cubicBezTo>
                    <a:pt x="241" y="1"/>
                    <a:pt x="156" y="49"/>
                    <a:pt x="111" y="139"/>
                  </a:cubicBezTo>
                  <a:cubicBezTo>
                    <a:pt x="0" y="287"/>
                    <a:pt x="37" y="472"/>
                    <a:pt x="185" y="546"/>
                  </a:cubicBezTo>
                  <a:lnTo>
                    <a:pt x="3180" y="2542"/>
                  </a:lnTo>
                  <a:cubicBezTo>
                    <a:pt x="3224" y="2586"/>
                    <a:pt x="3285" y="2607"/>
                    <a:pt x="3347" y="2607"/>
                  </a:cubicBezTo>
                  <a:cubicBezTo>
                    <a:pt x="3443" y="2607"/>
                    <a:pt x="3542" y="2558"/>
                    <a:pt x="3586" y="2468"/>
                  </a:cubicBezTo>
                  <a:cubicBezTo>
                    <a:pt x="3697" y="2320"/>
                    <a:pt x="3660" y="2135"/>
                    <a:pt x="3513" y="2024"/>
                  </a:cubicBezTo>
                  <a:lnTo>
                    <a:pt x="518" y="65"/>
                  </a:lnTo>
                  <a:cubicBezTo>
                    <a:pt x="460" y="21"/>
                    <a:pt x="396" y="1"/>
                    <a:pt x="3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42"/>
            <p:cNvSpPr/>
            <p:nvPr/>
          </p:nvSpPr>
          <p:spPr>
            <a:xfrm>
              <a:off x="5342875" y="3001500"/>
              <a:ext cx="140500" cy="31800"/>
            </a:xfrm>
            <a:custGeom>
              <a:rect b="b" l="l" r="r" t="t"/>
              <a:pathLst>
                <a:path extrusionOk="0" h="1272" w="5620">
                  <a:moveTo>
                    <a:pt x="313" y="0"/>
                  </a:moveTo>
                  <a:cubicBezTo>
                    <a:pt x="186" y="0"/>
                    <a:pt x="69" y="105"/>
                    <a:pt x="37" y="266"/>
                  </a:cubicBezTo>
                  <a:cubicBezTo>
                    <a:pt x="0" y="414"/>
                    <a:pt x="148" y="599"/>
                    <a:pt x="296" y="599"/>
                  </a:cubicBezTo>
                  <a:lnTo>
                    <a:pt x="5250" y="1264"/>
                  </a:lnTo>
                  <a:cubicBezTo>
                    <a:pt x="5274" y="1269"/>
                    <a:pt x="5297" y="1272"/>
                    <a:pt x="5320" y="1272"/>
                  </a:cubicBezTo>
                  <a:cubicBezTo>
                    <a:pt x="5471" y="1272"/>
                    <a:pt x="5588" y="1167"/>
                    <a:pt x="5620" y="1006"/>
                  </a:cubicBezTo>
                  <a:cubicBezTo>
                    <a:pt x="5620" y="821"/>
                    <a:pt x="5509" y="673"/>
                    <a:pt x="5361" y="673"/>
                  </a:cubicBezTo>
                  <a:lnTo>
                    <a:pt x="370" y="7"/>
                  </a:lnTo>
                  <a:cubicBezTo>
                    <a:pt x="351" y="3"/>
                    <a:pt x="332"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42"/>
            <p:cNvSpPr/>
            <p:nvPr/>
          </p:nvSpPr>
          <p:spPr>
            <a:xfrm>
              <a:off x="5162625" y="2357450"/>
              <a:ext cx="406700" cy="418725"/>
            </a:xfrm>
            <a:custGeom>
              <a:rect b="b" l="l" r="r" t="t"/>
              <a:pathLst>
                <a:path extrusionOk="0" h="16749" w="16268">
                  <a:moveTo>
                    <a:pt x="519" y="1"/>
                  </a:moveTo>
                  <a:lnTo>
                    <a:pt x="519" y="1"/>
                  </a:lnTo>
                  <a:cubicBezTo>
                    <a:pt x="519" y="1"/>
                    <a:pt x="556" y="7062"/>
                    <a:pt x="334" y="9502"/>
                  </a:cubicBezTo>
                  <a:cubicBezTo>
                    <a:pt x="112" y="11573"/>
                    <a:pt x="1" y="16749"/>
                    <a:pt x="1" y="16749"/>
                  </a:cubicBezTo>
                  <a:lnTo>
                    <a:pt x="14789" y="15492"/>
                  </a:lnTo>
                  <a:lnTo>
                    <a:pt x="16268" y="1849"/>
                  </a:lnTo>
                  <a:lnTo>
                    <a:pt x="5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42"/>
            <p:cNvSpPr/>
            <p:nvPr/>
          </p:nvSpPr>
          <p:spPr>
            <a:xfrm>
              <a:off x="5170025" y="2357450"/>
              <a:ext cx="399300" cy="360500"/>
            </a:xfrm>
            <a:custGeom>
              <a:rect b="b" l="l" r="r" t="t"/>
              <a:pathLst>
                <a:path extrusionOk="0" h="14420" w="15972">
                  <a:moveTo>
                    <a:pt x="223" y="1"/>
                  </a:moveTo>
                  <a:lnTo>
                    <a:pt x="223" y="1"/>
                  </a:lnTo>
                  <a:cubicBezTo>
                    <a:pt x="223" y="1"/>
                    <a:pt x="260" y="7062"/>
                    <a:pt x="38" y="9502"/>
                  </a:cubicBezTo>
                  <a:cubicBezTo>
                    <a:pt x="38" y="9576"/>
                    <a:pt x="1" y="9650"/>
                    <a:pt x="1" y="9761"/>
                  </a:cubicBezTo>
                  <a:cubicBezTo>
                    <a:pt x="1590" y="11905"/>
                    <a:pt x="3920" y="14419"/>
                    <a:pt x="5990" y="14419"/>
                  </a:cubicBezTo>
                  <a:cubicBezTo>
                    <a:pt x="8023" y="14419"/>
                    <a:pt x="11868" y="12497"/>
                    <a:pt x="15011" y="10685"/>
                  </a:cubicBezTo>
                  <a:lnTo>
                    <a:pt x="15972" y="1849"/>
                  </a:lnTo>
                  <a:lnTo>
                    <a:pt x="2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42"/>
            <p:cNvSpPr/>
            <p:nvPr/>
          </p:nvSpPr>
          <p:spPr>
            <a:xfrm>
              <a:off x="5170025" y="2435100"/>
              <a:ext cx="386375" cy="282850"/>
            </a:xfrm>
            <a:custGeom>
              <a:rect b="b" l="l" r="r" t="t"/>
              <a:pathLst>
                <a:path extrusionOk="0" h="11314" w="15455">
                  <a:moveTo>
                    <a:pt x="223" y="0"/>
                  </a:moveTo>
                  <a:cubicBezTo>
                    <a:pt x="223" y="2219"/>
                    <a:pt x="149" y="5028"/>
                    <a:pt x="38" y="6396"/>
                  </a:cubicBezTo>
                  <a:cubicBezTo>
                    <a:pt x="38" y="6433"/>
                    <a:pt x="38" y="6433"/>
                    <a:pt x="38" y="6470"/>
                  </a:cubicBezTo>
                  <a:cubicBezTo>
                    <a:pt x="1" y="6507"/>
                    <a:pt x="1" y="6581"/>
                    <a:pt x="1" y="6655"/>
                  </a:cubicBezTo>
                  <a:cubicBezTo>
                    <a:pt x="1590" y="8799"/>
                    <a:pt x="3920" y="11313"/>
                    <a:pt x="5990" y="11313"/>
                  </a:cubicBezTo>
                  <a:cubicBezTo>
                    <a:pt x="8023" y="11313"/>
                    <a:pt x="11868" y="9391"/>
                    <a:pt x="15011" y="7579"/>
                  </a:cubicBezTo>
                  <a:lnTo>
                    <a:pt x="15454" y="3402"/>
                  </a:lnTo>
                  <a:lnTo>
                    <a:pt x="15454" y="3402"/>
                  </a:lnTo>
                  <a:cubicBezTo>
                    <a:pt x="12164" y="5805"/>
                    <a:pt x="8282" y="7986"/>
                    <a:pt x="6286" y="7986"/>
                  </a:cubicBezTo>
                  <a:cubicBezTo>
                    <a:pt x="6027" y="7986"/>
                    <a:pt x="5805" y="7949"/>
                    <a:pt x="5620" y="7838"/>
                  </a:cubicBezTo>
                  <a:cubicBezTo>
                    <a:pt x="4215" y="7284"/>
                    <a:pt x="2071" y="3808"/>
                    <a:pt x="22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42"/>
            <p:cNvSpPr/>
            <p:nvPr/>
          </p:nvSpPr>
          <p:spPr>
            <a:xfrm>
              <a:off x="5155250" y="2349700"/>
              <a:ext cx="421475" cy="433875"/>
            </a:xfrm>
            <a:custGeom>
              <a:rect b="b" l="l" r="r" t="t"/>
              <a:pathLst>
                <a:path extrusionOk="0" h="17355" w="16859">
                  <a:moveTo>
                    <a:pt x="791" y="1"/>
                  </a:moveTo>
                  <a:cubicBezTo>
                    <a:pt x="737" y="1"/>
                    <a:pt x="683" y="35"/>
                    <a:pt x="629" y="89"/>
                  </a:cubicBezTo>
                  <a:cubicBezTo>
                    <a:pt x="555" y="126"/>
                    <a:pt x="518" y="200"/>
                    <a:pt x="518" y="311"/>
                  </a:cubicBezTo>
                  <a:cubicBezTo>
                    <a:pt x="518" y="311"/>
                    <a:pt x="518" y="496"/>
                    <a:pt x="518" y="865"/>
                  </a:cubicBezTo>
                  <a:cubicBezTo>
                    <a:pt x="518" y="2603"/>
                    <a:pt x="518" y="7816"/>
                    <a:pt x="296" y="9775"/>
                  </a:cubicBezTo>
                  <a:cubicBezTo>
                    <a:pt x="111" y="11883"/>
                    <a:pt x="0" y="17059"/>
                    <a:pt x="0" y="17059"/>
                  </a:cubicBezTo>
                  <a:cubicBezTo>
                    <a:pt x="0" y="17206"/>
                    <a:pt x="148" y="17354"/>
                    <a:pt x="296" y="17354"/>
                  </a:cubicBezTo>
                  <a:cubicBezTo>
                    <a:pt x="481" y="17354"/>
                    <a:pt x="629" y="17243"/>
                    <a:pt x="629" y="17059"/>
                  </a:cubicBezTo>
                  <a:cubicBezTo>
                    <a:pt x="629" y="17059"/>
                    <a:pt x="666" y="15765"/>
                    <a:pt x="703" y="14212"/>
                  </a:cubicBezTo>
                  <a:cubicBezTo>
                    <a:pt x="740" y="12659"/>
                    <a:pt x="814" y="10884"/>
                    <a:pt x="924" y="9849"/>
                  </a:cubicBezTo>
                  <a:cubicBezTo>
                    <a:pt x="1109" y="7816"/>
                    <a:pt x="1146" y="2603"/>
                    <a:pt x="1146" y="865"/>
                  </a:cubicBezTo>
                  <a:lnTo>
                    <a:pt x="1146" y="650"/>
                  </a:lnTo>
                  <a:lnTo>
                    <a:pt x="1146" y="650"/>
                  </a:lnTo>
                  <a:lnTo>
                    <a:pt x="16193" y="2418"/>
                  </a:lnTo>
                  <a:lnTo>
                    <a:pt x="14788" y="15802"/>
                  </a:lnTo>
                  <a:cubicBezTo>
                    <a:pt x="14788" y="15949"/>
                    <a:pt x="14899" y="16097"/>
                    <a:pt x="15084" y="16134"/>
                  </a:cubicBezTo>
                  <a:cubicBezTo>
                    <a:pt x="15232" y="16134"/>
                    <a:pt x="15380" y="16023"/>
                    <a:pt x="15417" y="15839"/>
                  </a:cubicBezTo>
                  <a:lnTo>
                    <a:pt x="16859" y="2196"/>
                  </a:lnTo>
                  <a:cubicBezTo>
                    <a:pt x="16859" y="2048"/>
                    <a:pt x="16748" y="1864"/>
                    <a:pt x="16600" y="1864"/>
                  </a:cubicBezTo>
                  <a:lnTo>
                    <a:pt x="851" y="15"/>
                  </a:lnTo>
                  <a:cubicBezTo>
                    <a:pt x="831" y="5"/>
                    <a:pt x="811"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42"/>
            <p:cNvSpPr/>
            <p:nvPr/>
          </p:nvSpPr>
          <p:spPr>
            <a:xfrm>
              <a:off x="5072050" y="1720650"/>
              <a:ext cx="755150" cy="913375"/>
            </a:xfrm>
            <a:custGeom>
              <a:rect b="b" l="l" r="r" t="t"/>
              <a:pathLst>
                <a:path extrusionOk="0" h="36535" w="30206">
                  <a:moveTo>
                    <a:pt x="2293" y="0"/>
                  </a:moveTo>
                  <a:cubicBezTo>
                    <a:pt x="2293" y="0"/>
                    <a:pt x="2034" y="1553"/>
                    <a:pt x="1701" y="3845"/>
                  </a:cubicBezTo>
                  <a:cubicBezTo>
                    <a:pt x="962" y="8651"/>
                    <a:pt x="1" y="16711"/>
                    <a:pt x="851" y="20075"/>
                  </a:cubicBezTo>
                  <a:cubicBezTo>
                    <a:pt x="2071" y="25066"/>
                    <a:pt x="7062" y="35381"/>
                    <a:pt x="9539" y="36416"/>
                  </a:cubicBezTo>
                  <a:cubicBezTo>
                    <a:pt x="9732" y="36497"/>
                    <a:pt x="9963" y="36535"/>
                    <a:pt x="10228" y="36535"/>
                  </a:cubicBezTo>
                  <a:cubicBezTo>
                    <a:pt x="13367" y="36535"/>
                    <a:pt x="21168" y="31189"/>
                    <a:pt x="24032" y="27950"/>
                  </a:cubicBezTo>
                  <a:cubicBezTo>
                    <a:pt x="27137" y="24438"/>
                    <a:pt x="30206" y="7875"/>
                    <a:pt x="30206" y="7875"/>
                  </a:cubicBezTo>
                  <a:lnTo>
                    <a:pt x="30206" y="7875"/>
                  </a:lnTo>
                  <a:lnTo>
                    <a:pt x="23810" y="8097"/>
                  </a:lnTo>
                  <a:lnTo>
                    <a:pt x="24032" y="4363"/>
                  </a:lnTo>
                  <a:lnTo>
                    <a:pt x="22775" y="7875"/>
                  </a:lnTo>
                  <a:lnTo>
                    <a:pt x="12645" y="6211"/>
                  </a:lnTo>
                  <a:lnTo>
                    <a:pt x="13051" y="2292"/>
                  </a:lnTo>
                  <a:lnTo>
                    <a:pt x="10759" y="6026"/>
                  </a:lnTo>
                  <a:lnTo>
                    <a:pt x="3957" y="4141"/>
                  </a:lnTo>
                  <a:lnTo>
                    <a:pt x="3957" y="850"/>
                  </a:lnTo>
                  <a:lnTo>
                    <a:pt x="2515" y="4141"/>
                  </a:lnTo>
                  <a:lnTo>
                    <a:pt x="229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42"/>
            <p:cNvSpPr/>
            <p:nvPr/>
          </p:nvSpPr>
          <p:spPr>
            <a:xfrm>
              <a:off x="5108100" y="1720650"/>
              <a:ext cx="719100" cy="278650"/>
            </a:xfrm>
            <a:custGeom>
              <a:rect b="b" l="l" r="r" t="t"/>
              <a:pathLst>
                <a:path extrusionOk="0" h="11146" w="28764">
                  <a:moveTo>
                    <a:pt x="851" y="0"/>
                  </a:moveTo>
                  <a:cubicBezTo>
                    <a:pt x="851" y="0"/>
                    <a:pt x="592" y="1553"/>
                    <a:pt x="259" y="3845"/>
                  </a:cubicBezTo>
                  <a:cubicBezTo>
                    <a:pt x="149" y="4400"/>
                    <a:pt x="75" y="4991"/>
                    <a:pt x="1" y="5620"/>
                  </a:cubicBezTo>
                  <a:cubicBezTo>
                    <a:pt x="2289" y="6883"/>
                    <a:pt x="11236" y="11145"/>
                    <a:pt x="24713" y="11145"/>
                  </a:cubicBezTo>
                  <a:cubicBezTo>
                    <a:pt x="25824" y="11145"/>
                    <a:pt x="26965" y="11116"/>
                    <a:pt x="28135" y="11054"/>
                  </a:cubicBezTo>
                  <a:cubicBezTo>
                    <a:pt x="28542" y="9132"/>
                    <a:pt x="28764" y="7875"/>
                    <a:pt x="28764" y="7875"/>
                  </a:cubicBezTo>
                  <a:lnTo>
                    <a:pt x="28764" y="7875"/>
                  </a:lnTo>
                  <a:lnTo>
                    <a:pt x="22368" y="8097"/>
                  </a:lnTo>
                  <a:lnTo>
                    <a:pt x="22590" y="4363"/>
                  </a:lnTo>
                  <a:lnTo>
                    <a:pt x="21333" y="7875"/>
                  </a:lnTo>
                  <a:lnTo>
                    <a:pt x="11203" y="6211"/>
                  </a:lnTo>
                  <a:lnTo>
                    <a:pt x="11609" y="2292"/>
                  </a:lnTo>
                  <a:lnTo>
                    <a:pt x="9317" y="6026"/>
                  </a:lnTo>
                  <a:lnTo>
                    <a:pt x="2515" y="4141"/>
                  </a:lnTo>
                  <a:lnTo>
                    <a:pt x="2515" y="850"/>
                  </a:lnTo>
                  <a:lnTo>
                    <a:pt x="1073" y="4141"/>
                  </a:lnTo>
                  <a:lnTo>
                    <a:pt x="8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42"/>
            <p:cNvSpPr/>
            <p:nvPr/>
          </p:nvSpPr>
          <p:spPr>
            <a:xfrm>
              <a:off x="5118275" y="1741900"/>
              <a:ext cx="705225" cy="256975"/>
            </a:xfrm>
            <a:custGeom>
              <a:rect b="b" l="l" r="r" t="t"/>
              <a:pathLst>
                <a:path extrusionOk="0" h="10279" w="28209">
                  <a:moveTo>
                    <a:pt x="2108" y="0"/>
                  </a:moveTo>
                  <a:lnTo>
                    <a:pt x="666" y="3291"/>
                  </a:lnTo>
                  <a:lnTo>
                    <a:pt x="518" y="851"/>
                  </a:lnTo>
                  <a:cubicBezTo>
                    <a:pt x="370" y="2219"/>
                    <a:pt x="185" y="3623"/>
                    <a:pt x="0" y="4991"/>
                  </a:cubicBezTo>
                  <a:cubicBezTo>
                    <a:pt x="2847" y="6470"/>
                    <a:pt x="11535" y="10278"/>
                    <a:pt x="24253" y="10278"/>
                  </a:cubicBezTo>
                  <a:cubicBezTo>
                    <a:pt x="25214" y="10278"/>
                    <a:pt x="26213" y="10278"/>
                    <a:pt x="27211" y="10204"/>
                  </a:cubicBezTo>
                  <a:cubicBezTo>
                    <a:pt x="27580" y="9021"/>
                    <a:pt x="27913" y="7949"/>
                    <a:pt x="28209" y="7025"/>
                  </a:cubicBezTo>
                  <a:lnTo>
                    <a:pt x="28209" y="7025"/>
                  </a:lnTo>
                  <a:lnTo>
                    <a:pt x="21961" y="7247"/>
                  </a:lnTo>
                  <a:lnTo>
                    <a:pt x="22183" y="3513"/>
                  </a:lnTo>
                  <a:lnTo>
                    <a:pt x="20926" y="7025"/>
                  </a:lnTo>
                  <a:lnTo>
                    <a:pt x="10796" y="5361"/>
                  </a:lnTo>
                  <a:lnTo>
                    <a:pt x="11202" y="1442"/>
                  </a:lnTo>
                  <a:lnTo>
                    <a:pt x="8910" y="5176"/>
                  </a:lnTo>
                  <a:lnTo>
                    <a:pt x="2108" y="3291"/>
                  </a:lnTo>
                  <a:lnTo>
                    <a:pt x="210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42"/>
            <p:cNvSpPr/>
            <p:nvPr/>
          </p:nvSpPr>
          <p:spPr>
            <a:xfrm>
              <a:off x="5077600" y="1713250"/>
              <a:ext cx="757925" cy="928900"/>
            </a:xfrm>
            <a:custGeom>
              <a:rect b="b" l="l" r="r" t="t"/>
              <a:pathLst>
                <a:path extrusionOk="0" h="37156" w="30317">
                  <a:moveTo>
                    <a:pt x="3402" y="2625"/>
                  </a:moveTo>
                  <a:lnTo>
                    <a:pt x="3402" y="4437"/>
                  </a:lnTo>
                  <a:cubicBezTo>
                    <a:pt x="3402" y="4585"/>
                    <a:pt x="3513" y="4696"/>
                    <a:pt x="3661" y="4733"/>
                  </a:cubicBezTo>
                  <a:lnTo>
                    <a:pt x="10463" y="6618"/>
                  </a:lnTo>
                  <a:cubicBezTo>
                    <a:pt x="10490" y="6625"/>
                    <a:pt x="10516" y="6628"/>
                    <a:pt x="10542" y="6628"/>
                  </a:cubicBezTo>
                  <a:cubicBezTo>
                    <a:pt x="10661" y="6628"/>
                    <a:pt x="10772" y="6561"/>
                    <a:pt x="10833" y="6470"/>
                  </a:cubicBezTo>
                  <a:lnTo>
                    <a:pt x="12386" y="3919"/>
                  </a:lnTo>
                  <a:lnTo>
                    <a:pt x="12090" y="6470"/>
                  </a:lnTo>
                  <a:cubicBezTo>
                    <a:pt x="12090" y="6655"/>
                    <a:pt x="12201" y="6803"/>
                    <a:pt x="12349" y="6840"/>
                  </a:cubicBezTo>
                  <a:lnTo>
                    <a:pt x="22516" y="8467"/>
                  </a:lnTo>
                  <a:cubicBezTo>
                    <a:pt x="22541" y="8473"/>
                    <a:pt x="22566" y="8476"/>
                    <a:pt x="22591" y="8476"/>
                  </a:cubicBezTo>
                  <a:cubicBezTo>
                    <a:pt x="22711" y="8476"/>
                    <a:pt x="22818" y="8404"/>
                    <a:pt x="22848" y="8282"/>
                  </a:cubicBezTo>
                  <a:lnTo>
                    <a:pt x="23366" y="6803"/>
                  </a:lnTo>
                  <a:lnTo>
                    <a:pt x="23292" y="8356"/>
                  </a:lnTo>
                  <a:cubicBezTo>
                    <a:pt x="23292" y="8467"/>
                    <a:pt x="23292" y="8540"/>
                    <a:pt x="23366" y="8614"/>
                  </a:cubicBezTo>
                  <a:cubicBezTo>
                    <a:pt x="23440" y="8651"/>
                    <a:pt x="23514" y="8688"/>
                    <a:pt x="23588" y="8688"/>
                  </a:cubicBezTo>
                  <a:lnTo>
                    <a:pt x="29635" y="8480"/>
                  </a:lnTo>
                  <a:lnTo>
                    <a:pt x="29635" y="8480"/>
                  </a:lnTo>
                  <a:cubicBezTo>
                    <a:pt x="29619" y="8580"/>
                    <a:pt x="29600" y="8699"/>
                    <a:pt x="29577" y="8836"/>
                  </a:cubicBezTo>
                  <a:cubicBezTo>
                    <a:pt x="29244" y="10426"/>
                    <a:pt x="28394" y="14493"/>
                    <a:pt x="27322" y="18523"/>
                  </a:cubicBezTo>
                  <a:cubicBezTo>
                    <a:pt x="26767" y="20556"/>
                    <a:pt x="26139" y="22589"/>
                    <a:pt x="25510" y="24253"/>
                  </a:cubicBezTo>
                  <a:cubicBezTo>
                    <a:pt x="24882" y="25954"/>
                    <a:pt x="24179" y="27322"/>
                    <a:pt x="23551" y="28024"/>
                  </a:cubicBezTo>
                  <a:cubicBezTo>
                    <a:pt x="22183" y="29614"/>
                    <a:pt x="19521" y="31758"/>
                    <a:pt x="16822" y="33496"/>
                  </a:cubicBezTo>
                  <a:cubicBezTo>
                    <a:pt x="15491" y="34383"/>
                    <a:pt x="14160" y="35122"/>
                    <a:pt x="12940" y="35677"/>
                  </a:cubicBezTo>
                  <a:cubicBezTo>
                    <a:pt x="11757" y="36232"/>
                    <a:pt x="10685" y="36527"/>
                    <a:pt x="9983" y="36527"/>
                  </a:cubicBezTo>
                  <a:cubicBezTo>
                    <a:pt x="9761" y="36527"/>
                    <a:pt x="9576" y="36490"/>
                    <a:pt x="9428" y="36453"/>
                  </a:cubicBezTo>
                  <a:cubicBezTo>
                    <a:pt x="9169" y="36342"/>
                    <a:pt x="8874" y="36084"/>
                    <a:pt x="8504" y="35714"/>
                  </a:cubicBezTo>
                  <a:cubicBezTo>
                    <a:pt x="7247" y="34383"/>
                    <a:pt x="5583" y="31610"/>
                    <a:pt x="4141" y="28616"/>
                  </a:cubicBezTo>
                  <a:cubicBezTo>
                    <a:pt x="2700" y="25621"/>
                    <a:pt x="1443" y="22441"/>
                    <a:pt x="925" y="20297"/>
                  </a:cubicBezTo>
                  <a:cubicBezTo>
                    <a:pt x="703" y="19410"/>
                    <a:pt x="592" y="18153"/>
                    <a:pt x="592" y="16674"/>
                  </a:cubicBezTo>
                  <a:cubicBezTo>
                    <a:pt x="592" y="12829"/>
                    <a:pt x="1258" y="7653"/>
                    <a:pt x="1775" y="4178"/>
                  </a:cubicBezTo>
                  <a:cubicBezTo>
                    <a:pt x="1819" y="3842"/>
                    <a:pt x="1862" y="3523"/>
                    <a:pt x="1904" y="3222"/>
                  </a:cubicBezTo>
                  <a:lnTo>
                    <a:pt x="1904" y="3222"/>
                  </a:lnTo>
                  <a:lnTo>
                    <a:pt x="1960" y="4474"/>
                  </a:lnTo>
                  <a:cubicBezTo>
                    <a:pt x="1960" y="4622"/>
                    <a:pt x="2071" y="4733"/>
                    <a:pt x="2219" y="4769"/>
                  </a:cubicBezTo>
                  <a:cubicBezTo>
                    <a:pt x="2367" y="4769"/>
                    <a:pt x="2515" y="4696"/>
                    <a:pt x="2552" y="4585"/>
                  </a:cubicBezTo>
                  <a:lnTo>
                    <a:pt x="3402" y="2625"/>
                  </a:lnTo>
                  <a:close/>
                  <a:moveTo>
                    <a:pt x="2071" y="0"/>
                  </a:moveTo>
                  <a:cubicBezTo>
                    <a:pt x="1923" y="0"/>
                    <a:pt x="1812" y="111"/>
                    <a:pt x="1775" y="259"/>
                  </a:cubicBezTo>
                  <a:cubicBezTo>
                    <a:pt x="1775" y="259"/>
                    <a:pt x="1479" y="1812"/>
                    <a:pt x="1147" y="4067"/>
                  </a:cubicBezTo>
                  <a:cubicBezTo>
                    <a:pt x="629" y="7579"/>
                    <a:pt x="1" y="12755"/>
                    <a:pt x="1" y="16674"/>
                  </a:cubicBezTo>
                  <a:cubicBezTo>
                    <a:pt x="1" y="18190"/>
                    <a:pt x="75" y="19484"/>
                    <a:pt x="333" y="20445"/>
                  </a:cubicBezTo>
                  <a:cubicBezTo>
                    <a:pt x="962" y="22996"/>
                    <a:pt x="2515" y="26804"/>
                    <a:pt x="4215" y="30168"/>
                  </a:cubicBezTo>
                  <a:cubicBezTo>
                    <a:pt x="5103" y="31832"/>
                    <a:pt x="5990" y="33385"/>
                    <a:pt x="6840" y="34605"/>
                  </a:cubicBezTo>
                  <a:cubicBezTo>
                    <a:pt x="7247" y="35233"/>
                    <a:pt x="7654" y="35751"/>
                    <a:pt x="8060" y="36158"/>
                  </a:cubicBezTo>
                  <a:cubicBezTo>
                    <a:pt x="8430" y="36564"/>
                    <a:pt x="8800" y="36860"/>
                    <a:pt x="9206" y="37008"/>
                  </a:cubicBezTo>
                  <a:cubicBezTo>
                    <a:pt x="9428" y="37119"/>
                    <a:pt x="9724" y="37156"/>
                    <a:pt x="9983" y="37156"/>
                  </a:cubicBezTo>
                  <a:cubicBezTo>
                    <a:pt x="10870" y="37156"/>
                    <a:pt x="11979" y="36786"/>
                    <a:pt x="13199" y="36232"/>
                  </a:cubicBezTo>
                  <a:cubicBezTo>
                    <a:pt x="16896" y="34531"/>
                    <a:pt x="21813" y="30945"/>
                    <a:pt x="24032" y="28431"/>
                  </a:cubicBezTo>
                  <a:cubicBezTo>
                    <a:pt x="24845" y="27506"/>
                    <a:pt x="25621" y="25806"/>
                    <a:pt x="26361" y="23735"/>
                  </a:cubicBezTo>
                  <a:cubicBezTo>
                    <a:pt x="28542" y="17561"/>
                    <a:pt x="30317" y="8245"/>
                    <a:pt x="30317" y="8245"/>
                  </a:cubicBezTo>
                  <a:cubicBezTo>
                    <a:pt x="30317" y="8134"/>
                    <a:pt x="30280" y="8060"/>
                    <a:pt x="30243" y="7986"/>
                  </a:cubicBezTo>
                  <a:cubicBezTo>
                    <a:pt x="30169" y="7912"/>
                    <a:pt x="30095" y="7875"/>
                    <a:pt x="29984" y="7875"/>
                  </a:cubicBezTo>
                  <a:lnTo>
                    <a:pt x="23921" y="8060"/>
                  </a:lnTo>
                  <a:lnTo>
                    <a:pt x="24105" y="4659"/>
                  </a:lnTo>
                  <a:cubicBezTo>
                    <a:pt x="24105" y="4511"/>
                    <a:pt x="23995" y="4400"/>
                    <a:pt x="23847" y="4363"/>
                  </a:cubicBezTo>
                  <a:cubicBezTo>
                    <a:pt x="23821" y="4356"/>
                    <a:pt x="23796" y="4353"/>
                    <a:pt x="23771" y="4353"/>
                  </a:cubicBezTo>
                  <a:cubicBezTo>
                    <a:pt x="23651" y="4353"/>
                    <a:pt x="23545" y="4425"/>
                    <a:pt x="23514" y="4548"/>
                  </a:cubicBezTo>
                  <a:lnTo>
                    <a:pt x="22331" y="7838"/>
                  </a:lnTo>
                  <a:lnTo>
                    <a:pt x="12756" y="6248"/>
                  </a:lnTo>
                  <a:lnTo>
                    <a:pt x="13125" y="2625"/>
                  </a:lnTo>
                  <a:cubicBezTo>
                    <a:pt x="13162" y="2477"/>
                    <a:pt x="13051" y="2329"/>
                    <a:pt x="12940" y="2292"/>
                  </a:cubicBezTo>
                  <a:cubicBezTo>
                    <a:pt x="12905" y="2284"/>
                    <a:pt x="12871" y="2279"/>
                    <a:pt x="12837" y="2279"/>
                  </a:cubicBezTo>
                  <a:cubicBezTo>
                    <a:pt x="12727" y="2279"/>
                    <a:pt x="12627" y="2327"/>
                    <a:pt x="12571" y="2440"/>
                  </a:cubicBezTo>
                  <a:lnTo>
                    <a:pt x="10426" y="5953"/>
                  </a:lnTo>
                  <a:lnTo>
                    <a:pt x="4030" y="4215"/>
                  </a:lnTo>
                  <a:lnTo>
                    <a:pt x="4030" y="1146"/>
                  </a:lnTo>
                  <a:cubicBezTo>
                    <a:pt x="4030" y="998"/>
                    <a:pt x="3920" y="851"/>
                    <a:pt x="3772" y="851"/>
                  </a:cubicBezTo>
                  <a:cubicBezTo>
                    <a:pt x="3752" y="844"/>
                    <a:pt x="3731" y="841"/>
                    <a:pt x="3710" y="841"/>
                  </a:cubicBezTo>
                  <a:cubicBezTo>
                    <a:pt x="3611" y="841"/>
                    <a:pt x="3500" y="907"/>
                    <a:pt x="3439" y="998"/>
                  </a:cubicBezTo>
                  <a:lnTo>
                    <a:pt x="2515" y="3143"/>
                  </a:lnTo>
                  <a:lnTo>
                    <a:pt x="2367" y="296"/>
                  </a:lnTo>
                  <a:cubicBezTo>
                    <a:pt x="2367" y="148"/>
                    <a:pt x="2256" y="0"/>
                    <a:pt x="20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42"/>
            <p:cNvSpPr/>
            <p:nvPr/>
          </p:nvSpPr>
          <p:spPr>
            <a:xfrm>
              <a:off x="5244900" y="1952525"/>
              <a:ext cx="58250" cy="99150"/>
            </a:xfrm>
            <a:custGeom>
              <a:rect b="b" l="l" r="r" t="t"/>
              <a:pathLst>
                <a:path extrusionOk="0" h="3966" w="2330">
                  <a:moveTo>
                    <a:pt x="1335" y="0"/>
                  </a:moveTo>
                  <a:cubicBezTo>
                    <a:pt x="801" y="0"/>
                    <a:pt x="253" y="791"/>
                    <a:pt x="111" y="1853"/>
                  </a:cubicBezTo>
                  <a:cubicBezTo>
                    <a:pt x="0" y="2962"/>
                    <a:pt x="333" y="3887"/>
                    <a:pt x="888" y="3961"/>
                  </a:cubicBezTo>
                  <a:cubicBezTo>
                    <a:pt x="913" y="3964"/>
                    <a:pt x="938" y="3965"/>
                    <a:pt x="962" y="3965"/>
                  </a:cubicBezTo>
                  <a:cubicBezTo>
                    <a:pt x="1525" y="3965"/>
                    <a:pt x="2040" y="3174"/>
                    <a:pt x="2182" y="2112"/>
                  </a:cubicBezTo>
                  <a:cubicBezTo>
                    <a:pt x="2329" y="1040"/>
                    <a:pt x="1960" y="79"/>
                    <a:pt x="1405" y="5"/>
                  </a:cubicBezTo>
                  <a:cubicBezTo>
                    <a:pt x="1382" y="2"/>
                    <a:pt x="1358" y="0"/>
                    <a:pt x="13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42"/>
            <p:cNvSpPr/>
            <p:nvPr/>
          </p:nvSpPr>
          <p:spPr>
            <a:xfrm>
              <a:off x="5536975" y="2026450"/>
              <a:ext cx="58250" cy="99150"/>
            </a:xfrm>
            <a:custGeom>
              <a:rect b="b" l="l" r="r" t="t"/>
              <a:pathLst>
                <a:path extrusionOk="0" h="3966" w="2330">
                  <a:moveTo>
                    <a:pt x="1337" y="1"/>
                  </a:moveTo>
                  <a:cubicBezTo>
                    <a:pt x="803" y="1"/>
                    <a:pt x="253" y="825"/>
                    <a:pt x="111" y="1854"/>
                  </a:cubicBezTo>
                  <a:cubicBezTo>
                    <a:pt x="0" y="2963"/>
                    <a:pt x="333" y="3887"/>
                    <a:pt x="887" y="3961"/>
                  </a:cubicBezTo>
                  <a:cubicBezTo>
                    <a:pt x="912" y="3964"/>
                    <a:pt x="937" y="3966"/>
                    <a:pt x="962" y="3966"/>
                  </a:cubicBezTo>
                  <a:cubicBezTo>
                    <a:pt x="1525" y="3966"/>
                    <a:pt x="2040" y="3175"/>
                    <a:pt x="2181" y="2113"/>
                  </a:cubicBezTo>
                  <a:cubicBezTo>
                    <a:pt x="2329" y="1041"/>
                    <a:pt x="1959" y="79"/>
                    <a:pt x="1405" y="5"/>
                  </a:cubicBezTo>
                  <a:cubicBezTo>
                    <a:pt x="1382" y="2"/>
                    <a:pt x="1360" y="1"/>
                    <a:pt x="13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42"/>
            <p:cNvSpPr/>
            <p:nvPr/>
          </p:nvSpPr>
          <p:spPr>
            <a:xfrm>
              <a:off x="5310525" y="1973900"/>
              <a:ext cx="115550" cy="226450"/>
            </a:xfrm>
            <a:custGeom>
              <a:rect b="b" l="l" r="r" t="t"/>
              <a:pathLst>
                <a:path extrusionOk="0" h="9058" w="4622">
                  <a:moveTo>
                    <a:pt x="4326" y="0"/>
                  </a:moveTo>
                  <a:cubicBezTo>
                    <a:pt x="4141" y="0"/>
                    <a:pt x="3993" y="111"/>
                    <a:pt x="3993" y="296"/>
                  </a:cubicBezTo>
                  <a:cubicBezTo>
                    <a:pt x="3993" y="296"/>
                    <a:pt x="3993" y="333"/>
                    <a:pt x="3993" y="444"/>
                  </a:cubicBezTo>
                  <a:cubicBezTo>
                    <a:pt x="3956" y="739"/>
                    <a:pt x="3845" y="1516"/>
                    <a:pt x="3660" y="2292"/>
                  </a:cubicBezTo>
                  <a:cubicBezTo>
                    <a:pt x="3586" y="2699"/>
                    <a:pt x="3475" y="3106"/>
                    <a:pt x="3328" y="3401"/>
                  </a:cubicBezTo>
                  <a:cubicBezTo>
                    <a:pt x="3217" y="3734"/>
                    <a:pt x="3032" y="3956"/>
                    <a:pt x="2921" y="4067"/>
                  </a:cubicBezTo>
                  <a:cubicBezTo>
                    <a:pt x="2477" y="4436"/>
                    <a:pt x="1775" y="4917"/>
                    <a:pt x="1183" y="5398"/>
                  </a:cubicBezTo>
                  <a:cubicBezTo>
                    <a:pt x="888" y="5657"/>
                    <a:pt x="592" y="5915"/>
                    <a:pt x="370" y="6137"/>
                  </a:cubicBezTo>
                  <a:cubicBezTo>
                    <a:pt x="185" y="6396"/>
                    <a:pt x="0" y="6655"/>
                    <a:pt x="0" y="6987"/>
                  </a:cubicBezTo>
                  <a:cubicBezTo>
                    <a:pt x="0" y="7468"/>
                    <a:pt x="296" y="7949"/>
                    <a:pt x="814" y="8355"/>
                  </a:cubicBezTo>
                  <a:cubicBezTo>
                    <a:pt x="1331" y="8762"/>
                    <a:pt x="2071" y="9058"/>
                    <a:pt x="3069" y="9058"/>
                  </a:cubicBezTo>
                  <a:lnTo>
                    <a:pt x="3439" y="9058"/>
                  </a:lnTo>
                  <a:cubicBezTo>
                    <a:pt x="3586" y="9058"/>
                    <a:pt x="3734" y="8910"/>
                    <a:pt x="3734" y="8725"/>
                  </a:cubicBezTo>
                  <a:cubicBezTo>
                    <a:pt x="3697" y="8540"/>
                    <a:pt x="3549" y="8429"/>
                    <a:pt x="3402" y="8429"/>
                  </a:cubicBezTo>
                  <a:cubicBezTo>
                    <a:pt x="3291" y="8466"/>
                    <a:pt x="3180" y="8466"/>
                    <a:pt x="3069" y="8466"/>
                  </a:cubicBezTo>
                  <a:cubicBezTo>
                    <a:pt x="2218" y="8466"/>
                    <a:pt x="1590" y="8208"/>
                    <a:pt x="1183" y="7875"/>
                  </a:cubicBezTo>
                  <a:cubicBezTo>
                    <a:pt x="777" y="7579"/>
                    <a:pt x="592" y="7172"/>
                    <a:pt x="629" y="6987"/>
                  </a:cubicBezTo>
                  <a:cubicBezTo>
                    <a:pt x="592" y="6914"/>
                    <a:pt x="666" y="6766"/>
                    <a:pt x="851" y="6544"/>
                  </a:cubicBezTo>
                  <a:cubicBezTo>
                    <a:pt x="1109" y="6248"/>
                    <a:pt x="1553" y="5878"/>
                    <a:pt x="2034" y="5546"/>
                  </a:cubicBezTo>
                  <a:cubicBezTo>
                    <a:pt x="2477" y="5176"/>
                    <a:pt x="2958" y="4843"/>
                    <a:pt x="3328" y="4547"/>
                  </a:cubicBezTo>
                  <a:cubicBezTo>
                    <a:pt x="3623" y="4289"/>
                    <a:pt x="3808" y="3919"/>
                    <a:pt x="3956" y="3475"/>
                  </a:cubicBezTo>
                  <a:cubicBezTo>
                    <a:pt x="4437" y="2181"/>
                    <a:pt x="4585" y="370"/>
                    <a:pt x="4622" y="333"/>
                  </a:cubicBezTo>
                  <a:cubicBezTo>
                    <a:pt x="4622" y="185"/>
                    <a:pt x="4511" y="37"/>
                    <a:pt x="4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42"/>
            <p:cNvSpPr/>
            <p:nvPr/>
          </p:nvSpPr>
          <p:spPr>
            <a:xfrm>
              <a:off x="5280025" y="2266300"/>
              <a:ext cx="187650" cy="53300"/>
            </a:xfrm>
            <a:custGeom>
              <a:rect b="b" l="l" r="r" t="t"/>
              <a:pathLst>
                <a:path extrusionOk="0" h="2132" w="7506">
                  <a:moveTo>
                    <a:pt x="330" y="0"/>
                  </a:moveTo>
                  <a:cubicBezTo>
                    <a:pt x="257" y="0"/>
                    <a:pt x="180" y="29"/>
                    <a:pt x="111" y="98"/>
                  </a:cubicBezTo>
                  <a:cubicBezTo>
                    <a:pt x="0" y="209"/>
                    <a:pt x="0" y="393"/>
                    <a:pt x="111" y="504"/>
                  </a:cubicBezTo>
                  <a:cubicBezTo>
                    <a:pt x="148" y="541"/>
                    <a:pt x="518" y="911"/>
                    <a:pt x="1183" y="1318"/>
                  </a:cubicBezTo>
                  <a:cubicBezTo>
                    <a:pt x="1886" y="1724"/>
                    <a:pt x="2884" y="2131"/>
                    <a:pt x="4141" y="2131"/>
                  </a:cubicBezTo>
                  <a:cubicBezTo>
                    <a:pt x="5065" y="2131"/>
                    <a:pt x="6137" y="1909"/>
                    <a:pt x="7283" y="1318"/>
                  </a:cubicBezTo>
                  <a:cubicBezTo>
                    <a:pt x="7431" y="1244"/>
                    <a:pt x="7505" y="1059"/>
                    <a:pt x="7431" y="911"/>
                  </a:cubicBezTo>
                  <a:cubicBezTo>
                    <a:pt x="7377" y="803"/>
                    <a:pt x="7264" y="734"/>
                    <a:pt x="7149" y="734"/>
                  </a:cubicBezTo>
                  <a:cubicBezTo>
                    <a:pt x="7107" y="734"/>
                    <a:pt x="7064" y="743"/>
                    <a:pt x="7025" y="763"/>
                  </a:cubicBezTo>
                  <a:cubicBezTo>
                    <a:pt x="5916" y="1318"/>
                    <a:pt x="4954" y="1503"/>
                    <a:pt x="4141" y="1503"/>
                  </a:cubicBezTo>
                  <a:cubicBezTo>
                    <a:pt x="3032" y="1503"/>
                    <a:pt x="2108" y="1133"/>
                    <a:pt x="1516" y="800"/>
                  </a:cubicBezTo>
                  <a:cubicBezTo>
                    <a:pt x="1183" y="615"/>
                    <a:pt x="961" y="430"/>
                    <a:pt x="814" y="319"/>
                  </a:cubicBezTo>
                  <a:cubicBezTo>
                    <a:pt x="703" y="246"/>
                    <a:pt x="666" y="172"/>
                    <a:pt x="629" y="135"/>
                  </a:cubicBezTo>
                  <a:lnTo>
                    <a:pt x="592" y="98"/>
                  </a:lnTo>
                  <a:lnTo>
                    <a:pt x="555" y="98"/>
                  </a:lnTo>
                  <a:cubicBezTo>
                    <a:pt x="495" y="38"/>
                    <a:pt x="415" y="0"/>
                    <a:pt x="3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42"/>
            <p:cNvSpPr/>
            <p:nvPr/>
          </p:nvSpPr>
          <p:spPr>
            <a:xfrm>
              <a:off x="5198675" y="1847275"/>
              <a:ext cx="183950" cy="47850"/>
            </a:xfrm>
            <a:custGeom>
              <a:rect b="b" l="l" r="r" t="t"/>
              <a:pathLst>
                <a:path extrusionOk="0" h="1914" w="7358">
                  <a:moveTo>
                    <a:pt x="3180" y="0"/>
                  </a:moveTo>
                  <a:cubicBezTo>
                    <a:pt x="1369" y="0"/>
                    <a:pt x="186" y="850"/>
                    <a:pt x="149" y="850"/>
                  </a:cubicBezTo>
                  <a:cubicBezTo>
                    <a:pt x="38" y="961"/>
                    <a:pt x="1" y="1146"/>
                    <a:pt x="75" y="1294"/>
                  </a:cubicBezTo>
                  <a:cubicBezTo>
                    <a:pt x="140" y="1381"/>
                    <a:pt x="230" y="1416"/>
                    <a:pt x="323" y="1416"/>
                  </a:cubicBezTo>
                  <a:cubicBezTo>
                    <a:pt x="390" y="1416"/>
                    <a:pt x="457" y="1399"/>
                    <a:pt x="518" y="1368"/>
                  </a:cubicBezTo>
                  <a:cubicBezTo>
                    <a:pt x="629" y="1294"/>
                    <a:pt x="1664" y="592"/>
                    <a:pt x="3180" y="592"/>
                  </a:cubicBezTo>
                  <a:cubicBezTo>
                    <a:pt x="4215" y="592"/>
                    <a:pt x="5435" y="887"/>
                    <a:pt x="6803" y="1849"/>
                  </a:cubicBezTo>
                  <a:cubicBezTo>
                    <a:pt x="6862" y="1892"/>
                    <a:pt x="6926" y="1913"/>
                    <a:pt x="6989" y="1913"/>
                  </a:cubicBezTo>
                  <a:cubicBezTo>
                    <a:pt x="7086" y="1913"/>
                    <a:pt x="7180" y="1864"/>
                    <a:pt x="7247" y="1775"/>
                  </a:cubicBezTo>
                  <a:cubicBezTo>
                    <a:pt x="7358" y="1627"/>
                    <a:pt x="7321" y="1442"/>
                    <a:pt x="7173" y="1331"/>
                  </a:cubicBezTo>
                  <a:cubicBezTo>
                    <a:pt x="5694" y="333"/>
                    <a:pt x="4326" y="0"/>
                    <a:pt x="31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42"/>
            <p:cNvSpPr/>
            <p:nvPr/>
          </p:nvSpPr>
          <p:spPr>
            <a:xfrm>
              <a:off x="5505550" y="1911950"/>
              <a:ext cx="212600" cy="70275"/>
            </a:xfrm>
            <a:custGeom>
              <a:rect b="b" l="l" r="r" t="t"/>
              <a:pathLst>
                <a:path extrusionOk="0" h="2811" w="8504">
                  <a:moveTo>
                    <a:pt x="3290" y="1"/>
                  </a:moveTo>
                  <a:cubicBezTo>
                    <a:pt x="1479" y="1"/>
                    <a:pt x="222" y="740"/>
                    <a:pt x="185" y="740"/>
                  </a:cubicBezTo>
                  <a:cubicBezTo>
                    <a:pt x="37" y="851"/>
                    <a:pt x="0" y="1036"/>
                    <a:pt x="74" y="1184"/>
                  </a:cubicBezTo>
                  <a:cubicBezTo>
                    <a:pt x="123" y="1283"/>
                    <a:pt x="238" y="1332"/>
                    <a:pt x="342" y="1332"/>
                  </a:cubicBezTo>
                  <a:cubicBezTo>
                    <a:pt x="394" y="1332"/>
                    <a:pt x="444" y="1320"/>
                    <a:pt x="481" y="1295"/>
                  </a:cubicBezTo>
                  <a:lnTo>
                    <a:pt x="518" y="1295"/>
                  </a:lnTo>
                  <a:cubicBezTo>
                    <a:pt x="629" y="1221"/>
                    <a:pt x="1738" y="592"/>
                    <a:pt x="3290" y="592"/>
                  </a:cubicBezTo>
                  <a:cubicBezTo>
                    <a:pt x="4621" y="629"/>
                    <a:pt x="6285" y="1036"/>
                    <a:pt x="7949" y="2700"/>
                  </a:cubicBezTo>
                  <a:cubicBezTo>
                    <a:pt x="8023" y="2774"/>
                    <a:pt x="8106" y="2811"/>
                    <a:pt x="8184" y="2811"/>
                  </a:cubicBezTo>
                  <a:cubicBezTo>
                    <a:pt x="8263" y="2811"/>
                    <a:pt x="8337" y="2774"/>
                    <a:pt x="8392" y="2700"/>
                  </a:cubicBezTo>
                  <a:cubicBezTo>
                    <a:pt x="8503" y="2589"/>
                    <a:pt x="8503" y="2404"/>
                    <a:pt x="8392" y="2293"/>
                  </a:cubicBezTo>
                  <a:cubicBezTo>
                    <a:pt x="6618" y="519"/>
                    <a:pt x="4769" y="1"/>
                    <a:pt x="32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42"/>
            <p:cNvSpPr/>
            <p:nvPr/>
          </p:nvSpPr>
          <p:spPr>
            <a:xfrm>
              <a:off x="5480575" y="1777950"/>
              <a:ext cx="517625" cy="1736725"/>
            </a:xfrm>
            <a:custGeom>
              <a:rect b="b" l="l" r="r" t="t"/>
              <a:pathLst>
                <a:path extrusionOk="0" h="69469" w="20705">
                  <a:moveTo>
                    <a:pt x="20704" y="0"/>
                  </a:moveTo>
                  <a:lnTo>
                    <a:pt x="14900" y="1849"/>
                  </a:lnTo>
                  <a:cubicBezTo>
                    <a:pt x="14900" y="1849"/>
                    <a:pt x="7247" y="25251"/>
                    <a:pt x="4363" y="37858"/>
                  </a:cubicBezTo>
                  <a:cubicBezTo>
                    <a:pt x="1480" y="50465"/>
                    <a:pt x="1" y="64181"/>
                    <a:pt x="223" y="68100"/>
                  </a:cubicBezTo>
                  <a:lnTo>
                    <a:pt x="3587" y="69468"/>
                  </a:lnTo>
                  <a:cubicBezTo>
                    <a:pt x="6508" y="64144"/>
                    <a:pt x="14345" y="44550"/>
                    <a:pt x="16157" y="33718"/>
                  </a:cubicBezTo>
                  <a:cubicBezTo>
                    <a:pt x="18006" y="22552"/>
                    <a:pt x="20704" y="4363"/>
                    <a:pt x="207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42"/>
            <p:cNvSpPr/>
            <p:nvPr/>
          </p:nvSpPr>
          <p:spPr>
            <a:xfrm>
              <a:off x="5570225" y="3154175"/>
              <a:ext cx="155325" cy="360500"/>
            </a:xfrm>
            <a:custGeom>
              <a:rect b="b" l="l" r="r" t="t"/>
              <a:pathLst>
                <a:path extrusionOk="0" h="14420" w="6213">
                  <a:moveTo>
                    <a:pt x="1" y="14419"/>
                  </a:moveTo>
                  <a:lnTo>
                    <a:pt x="1" y="14419"/>
                  </a:lnTo>
                  <a:cubicBezTo>
                    <a:pt x="1369" y="11942"/>
                    <a:pt x="3809" y="6360"/>
                    <a:pt x="6212" y="1"/>
                  </a:cubicBezTo>
                  <a:lnTo>
                    <a:pt x="6212" y="1"/>
                  </a:lnTo>
                  <a:cubicBezTo>
                    <a:pt x="3809" y="6360"/>
                    <a:pt x="1369" y="11942"/>
                    <a:pt x="1" y="1441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42"/>
            <p:cNvSpPr/>
            <p:nvPr/>
          </p:nvSpPr>
          <p:spPr>
            <a:xfrm>
              <a:off x="5491675" y="2504425"/>
              <a:ext cx="281925" cy="1010250"/>
            </a:xfrm>
            <a:custGeom>
              <a:rect b="b" l="l" r="r" t="t"/>
              <a:pathLst>
                <a:path extrusionOk="0" h="40410" w="11277">
                  <a:moveTo>
                    <a:pt x="11277" y="0"/>
                  </a:moveTo>
                  <a:lnTo>
                    <a:pt x="2995" y="33422"/>
                  </a:lnTo>
                  <a:lnTo>
                    <a:pt x="7210" y="6840"/>
                  </a:lnTo>
                  <a:lnTo>
                    <a:pt x="185" y="33200"/>
                  </a:lnTo>
                  <a:cubicBezTo>
                    <a:pt x="0" y="35603"/>
                    <a:pt x="37" y="37562"/>
                    <a:pt x="0" y="39152"/>
                  </a:cubicBezTo>
                  <a:lnTo>
                    <a:pt x="3143" y="40409"/>
                  </a:lnTo>
                  <a:cubicBezTo>
                    <a:pt x="4511" y="37932"/>
                    <a:pt x="6951" y="32350"/>
                    <a:pt x="9354" y="25991"/>
                  </a:cubicBezTo>
                  <a:cubicBezTo>
                    <a:pt x="9428" y="25732"/>
                    <a:pt x="9539" y="25473"/>
                    <a:pt x="9613" y="25177"/>
                  </a:cubicBezTo>
                  <a:lnTo>
                    <a:pt x="9613" y="25177"/>
                  </a:lnTo>
                  <a:lnTo>
                    <a:pt x="6951" y="29133"/>
                  </a:lnTo>
                  <a:lnTo>
                    <a:pt x="1127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42"/>
            <p:cNvSpPr/>
            <p:nvPr/>
          </p:nvSpPr>
          <p:spPr>
            <a:xfrm>
              <a:off x="5477800" y="1770550"/>
              <a:ext cx="527800" cy="1752225"/>
            </a:xfrm>
            <a:custGeom>
              <a:rect b="b" l="l" r="r" t="t"/>
              <a:pathLst>
                <a:path extrusionOk="0" h="70089" w="21112">
                  <a:moveTo>
                    <a:pt x="20815" y="0"/>
                  </a:moveTo>
                  <a:cubicBezTo>
                    <a:pt x="20667" y="0"/>
                    <a:pt x="20520" y="111"/>
                    <a:pt x="20520" y="296"/>
                  </a:cubicBezTo>
                  <a:cubicBezTo>
                    <a:pt x="20520" y="2441"/>
                    <a:pt x="19854" y="8060"/>
                    <a:pt x="18930" y="14567"/>
                  </a:cubicBezTo>
                  <a:cubicBezTo>
                    <a:pt x="18043" y="21037"/>
                    <a:pt x="16896" y="28394"/>
                    <a:pt x="15972" y="33977"/>
                  </a:cubicBezTo>
                  <a:cubicBezTo>
                    <a:pt x="15085" y="39337"/>
                    <a:pt x="12645" y="46953"/>
                    <a:pt x="10131" y="53867"/>
                  </a:cubicBezTo>
                  <a:cubicBezTo>
                    <a:pt x="7648" y="60597"/>
                    <a:pt x="5024" y="66662"/>
                    <a:pt x="3557" y="69400"/>
                  </a:cubicBezTo>
                  <a:lnTo>
                    <a:pt x="3557" y="69400"/>
                  </a:lnTo>
                  <a:lnTo>
                    <a:pt x="622" y="68175"/>
                  </a:lnTo>
                  <a:lnTo>
                    <a:pt x="622" y="68175"/>
                  </a:lnTo>
                  <a:cubicBezTo>
                    <a:pt x="611" y="67985"/>
                    <a:pt x="592" y="67784"/>
                    <a:pt x="592" y="67546"/>
                  </a:cubicBezTo>
                  <a:cubicBezTo>
                    <a:pt x="592" y="62814"/>
                    <a:pt x="2071" y="50022"/>
                    <a:pt x="4770" y="38228"/>
                  </a:cubicBezTo>
                  <a:cubicBezTo>
                    <a:pt x="6212" y="31943"/>
                    <a:pt x="8874" y="22922"/>
                    <a:pt x="11129" y="15528"/>
                  </a:cubicBezTo>
                  <a:cubicBezTo>
                    <a:pt x="12275" y="11794"/>
                    <a:pt x="13310" y="8504"/>
                    <a:pt x="14087" y="6101"/>
                  </a:cubicBezTo>
                  <a:cubicBezTo>
                    <a:pt x="14456" y="4918"/>
                    <a:pt x="14789" y="3956"/>
                    <a:pt x="14974" y="3291"/>
                  </a:cubicBezTo>
                  <a:cubicBezTo>
                    <a:pt x="15196" y="2625"/>
                    <a:pt x="15307" y="2256"/>
                    <a:pt x="15307" y="2256"/>
                  </a:cubicBezTo>
                  <a:cubicBezTo>
                    <a:pt x="15381" y="2108"/>
                    <a:pt x="15270" y="1923"/>
                    <a:pt x="15122" y="1849"/>
                  </a:cubicBezTo>
                  <a:cubicBezTo>
                    <a:pt x="15097" y="1843"/>
                    <a:pt x="15072" y="1840"/>
                    <a:pt x="15046" y="1840"/>
                  </a:cubicBezTo>
                  <a:cubicBezTo>
                    <a:pt x="14917" y="1840"/>
                    <a:pt x="14783" y="1917"/>
                    <a:pt x="14752" y="2071"/>
                  </a:cubicBezTo>
                  <a:cubicBezTo>
                    <a:pt x="14715" y="2071"/>
                    <a:pt x="7062" y="25436"/>
                    <a:pt x="4179" y="38080"/>
                  </a:cubicBezTo>
                  <a:cubicBezTo>
                    <a:pt x="1443" y="49948"/>
                    <a:pt x="1" y="62740"/>
                    <a:pt x="1" y="67546"/>
                  </a:cubicBezTo>
                  <a:cubicBezTo>
                    <a:pt x="1" y="67879"/>
                    <a:pt x="1" y="68174"/>
                    <a:pt x="1" y="68433"/>
                  </a:cubicBezTo>
                  <a:cubicBezTo>
                    <a:pt x="1" y="68544"/>
                    <a:pt x="75" y="68655"/>
                    <a:pt x="186" y="68692"/>
                  </a:cubicBezTo>
                  <a:lnTo>
                    <a:pt x="3587" y="70060"/>
                  </a:lnTo>
                  <a:cubicBezTo>
                    <a:pt x="3627" y="70080"/>
                    <a:pt x="3666" y="70089"/>
                    <a:pt x="3705" y="70089"/>
                  </a:cubicBezTo>
                  <a:cubicBezTo>
                    <a:pt x="3809" y="70089"/>
                    <a:pt x="3903" y="70020"/>
                    <a:pt x="3957" y="69912"/>
                  </a:cubicBezTo>
                  <a:cubicBezTo>
                    <a:pt x="5436" y="67250"/>
                    <a:pt x="8134" y="61002"/>
                    <a:pt x="10685" y="54089"/>
                  </a:cubicBezTo>
                  <a:cubicBezTo>
                    <a:pt x="13236" y="47138"/>
                    <a:pt x="15676" y="39522"/>
                    <a:pt x="16564" y="34087"/>
                  </a:cubicBezTo>
                  <a:cubicBezTo>
                    <a:pt x="17488" y="28468"/>
                    <a:pt x="18634" y="21148"/>
                    <a:pt x="19558" y="14641"/>
                  </a:cubicBezTo>
                  <a:cubicBezTo>
                    <a:pt x="20446" y="8134"/>
                    <a:pt x="21111" y="2514"/>
                    <a:pt x="21111" y="296"/>
                  </a:cubicBezTo>
                  <a:cubicBezTo>
                    <a:pt x="21111" y="111"/>
                    <a:pt x="21000" y="0"/>
                    <a:pt x="208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42"/>
            <p:cNvSpPr/>
            <p:nvPr/>
          </p:nvSpPr>
          <p:spPr>
            <a:xfrm>
              <a:off x="4780000" y="1493275"/>
              <a:ext cx="375275" cy="1811575"/>
            </a:xfrm>
            <a:custGeom>
              <a:rect b="b" l="l" r="r" t="t"/>
              <a:pathLst>
                <a:path extrusionOk="0" h="72463" w="15011">
                  <a:moveTo>
                    <a:pt x="11498" y="0"/>
                  </a:moveTo>
                  <a:cubicBezTo>
                    <a:pt x="11498" y="0"/>
                    <a:pt x="6322" y="17192"/>
                    <a:pt x="2403" y="32276"/>
                  </a:cubicBezTo>
                  <a:cubicBezTo>
                    <a:pt x="0" y="41481"/>
                    <a:pt x="2625" y="58784"/>
                    <a:pt x="5546" y="70208"/>
                  </a:cubicBezTo>
                  <a:lnTo>
                    <a:pt x="11202" y="72463"/>
                  </a:lnTo>
                  <a:cubicBezTo>
                    <a:pt x="11720" y="56935"/>
                    <a:pt x="11202" y="27137"/>
                    <a:pt x="12126" y="23588"/>
                  </a:cubicBezTo>
                  <a:cubicBezTo>
                    <a:pt x="13347" y="18818"/>
                    <a:pt x="15010" y="2071"/>
                    <a:pt x="15010" y="2071"/>
                  </a:cubicBezTo>
                  <a:lnTo>
                    <a:pt x="1149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42"/>
            <p:cNvSpPr/>
            <p:nvPr/>
          </p:nvSpPr>
          <p:spPr>
            <a:xfrm>
              <a:off x="4828050" y="2405525"/>
              <a:ext cx="238500" cy="899325"/>
            </a:xfrm>
            <a:custGeom>
              <a:rect b="b" l="l" r="r" t="t"/>
              <a:pathLst>
                <a:path extrusionOk="0" h="35973" w="9540">
                  <a:moveTo>
                    <a:pt x="8023" y="0"/>
                  </a:moveTo>
                  <a:lnTo>
                    <a:pt x="6692" y="26804"/>
                  </a:lnTo>
                  <a:lnTo>
                    <a:pt x="3735" y="2958"/>
                  </a:lnTo>
                  <a:lnTo>
                    <a:pt x="3735" y="26471"/>
                  </a:lnTo>
                  <a:lnTo>
                    <a:pt x="1" y="13014"/>
                  </a:lnTo>
                  <a:lnTo>
                    <a:pt x="1" y="13014"/>
                  </a:lnTo>
                  <a:cubicBezTo>
                    <a:pt x="666" y="19595"/>
                    <a:pt x="1997" y="26508"/>
                    <a:pt x="3402" y="32830"/>
                  </a:cubicBezTo>
                  <a:cubicBezTo>
                    <a:pt x="3476" y="33126"/>
                    <a:pt x="3513" y="33385"/>
                    <a:pt x="3587" y="33644"/>
                  </a:cubicBezTo>
                  <a:lnTo>
                    <a:pt x="7654" y="35344"/>
                  </a:lnTo>
                  <a:lnTo>
                    <a:pt x="9280" y="35973"/>
                  </a:lnTo>
                  <a:cubicBezTo>
                    <a:pt x="9428" y="31758"/>
                    <a:pt x="9502" y="26434"/>
                    <a:pt x="9539" y="20889"/>
                  </a:cubicBezTo>
                  <a:lnTo>
                    <a:pt x="802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42"/>
            <p:cNvSpPr/>
            <p:nvPr/>
          </p:nvSpPr>
          <p:spPr>
            <a:xfrm>
              <a:off x="4808650" y="1485650"/>
              <a:ext cx="354925" cy="1827200"/>
            </a:xfrm>
            <a:custGeom>
              <a:rect b="b" l="l" r="r" t="t"/>
              <a:pathLst>
                <a:path extrusionOk="0" h="73088" w="14197">
                  <a:moveTo>
                    <a:pt x="10350" y="0"/>
                  </a:moveTo>
                  <a:cubicBezTo>
                    <a:pt x="10221" y="0"/>
                    <a:pt x="10087" y="77"/>
                    <a:pt x="10056" y="231"/>
                  </a:cubicBezTo>
                  <a:cubicBezTo>
                    <a:pt x="10056" y="231"/>
                    <a:pt x="4880" y="17386"/>
                    <a:pt x="961" y="32507"/>
                  </a:cubicBezTo>
                  <a:cubicBezTo>
                    <a:pt x="296" y="35058"/>
                    <a:pt x="0" y="38200"/>
                    <a:pt x="0" y="41675"/>
                  </a:cubicBezTo>
                  <a:cubicBezTo>
                    <a:pt x="0" y="50844"/>
                    <a:pt x="1960" y="62268"/>
                    <a:pt x="4104" y="70587"/>
                  </a:cubicBezTo>
                  <a:cubicBezTo>
                    <a:pt x="4104" y="70660"/>
                    <a:pt x="4178" y="70734"/>
                    <a:pt x="4289" y="70771"/>
                  </a:cubicBezTo>
                  <a:lnTo>
                    <a:pt x="9945" y="73064"/>
                  </a:lnTo>
                  <a:cubicBezTo>
                    <a:pt x="9991" y="73079"/>
                    <a:pt x="10037" y="73088"/>
                    <a:pt x="10081" y="73088"/>
                  </a:cubicBezTo>
                  <a:cubicBezTo>
                    <a:pt x="10142" y="73088"/>
                    <a:pt x="10198" y="73070"/>
                    <a:pt x="10241" y="73027"/>
                  </a:cubicBezTo>
                  <a:cubicBezTo>
                    <a:pt x="10315" y="72990"/>
                    <a:pt x="10389" y="72879"/>
                    <a:pt x="10389" y="72805"/>
                  </a:cubicBezTo>
                  <a:cubicBezTo>
                    <a:pt x="10648" y="65004"/>
                    <a:pt x="10611" y="53691"/>
                    <a:pt x="10685" y="43857"/>
                  </a:cubicBezTo>
                  <a:cubicBezTo>
                    <a:pt x="10685" y="38940"/>
                    <a:pt x="10722" y="34392"/>
                    <a:pt x="10833" y="30843"/>
                  </a:cubicBezTo>
                  <a:cubicBezTo>
                    <a:pt x="10870" y="29105"/>
                    <a:pt x="10907" y="27590"/>
                    <a:pt x="10980" y="26407"/>
                  </a:cubicBezTo>
                  <a:cubicBezTo>
                    <a:pt x="11054" y="25223"/>
                    <a:pt x="11165" y="24373"/>
                    <a:pt x="11276" y="23966"/>
                  </a:cubicBezTo>
                  <a:cubicBezTo>
                    <a:pt x="11905" y="21563"/>
                    <a:pt x="12607" y="16203"/>
                    <a:pt x="13199" y="11396"/>
                  </a:cubicBezTo>
                  <a:cubicBezTo>
                    <a:pt x="13753" y="6590"/>
                    <a:pt x="14160" y="2413"/>
                    <a:pt x="14160" y="2413"/>
                  </a:cubicBezTo>
                  <a:cubicBezTo>
                    <a:pt x="14197" y="2228"/>
                    <a:pt x="14049" y="2080"/>
                    <a:pt x="13901" y="2080"/>
                  </a:cubicBezTo>
                  <a:cubicBezTo>
                    <a:pt x="13882" y="2076"/>
                    <a:pt x="13863" y="2074"/>
                    <a:pt x="13844" y="2074"/>
                  </a:cubicBezTo>
                  <a:cubicBezTo>
                    <a:pt x="13687" y="2074"/>
                    <a:pt x="13568" y="2206"/>
                    <a:pt x="13568" y="2339"/>
                  </a:cubicBezTo>
                  <a:cubicBezTo>
                    <a:pt x="13568" y="2339"/>
                    <a:pt x="13458" y="3411"/>
                    <a:pt x="13273" y="5037"/>
                  </a:cubicBezTo>
                  <a:cubicBezTo>
                    <a:pt x="13014" y="7515"/>
                    <a:pt x="12607" y="11323"/>
                    <a:pt x="12127" y="14946"/>
                  </a:cubicBezTo>
                  <a:cubicBezTo>
                    <a:pt x="11646" y="18606"/>
                    <a:pt x="11128" y="22081"/>
                    <a:pt x="10685" y="23819"/>
                  </a:cubicBezTo>
                  <a:cubicBezTo>
                    <a:pt x="10537" y="24299"/>
                    <a:pt x="10463" y="25150"/>
                    <a:pt x="10389" y="26370"/>
                  </a:cubicBezTo>
                  <a:cubicBezTo>
                    <a:pt x="9840" y="34600"/>
                    <a:pt x="10196" y="58686"/>
                    <a:pt x="9774" y="72336"/>
                  </a:cubicBezTo>
                  <a:lnTo>
                    <a:pt x="9774" y="72336"/>
                  </a:lnTo>
                  <a:lnTo>
                    <a:pt x="4654" y="70275"/>
                  </a:lnTo>
                  <a:lnTo>
                    <a:pt x="4654" y="70275"/>
                  </a:lnTo>
                  <a:cubicBezTo>
                    <a:pt x="2562" y="62007"/>
                    <a:pt x="629" y="50710"/>
                    <a:pt x="629" y="41675"/>
                  </a:cubicBezTo>
                  <a:cubicBezTo>
                    <a:pt x="629" y="38237"/>
                    <a:pt x="888" y="35132"/>
                    <a:pt x="1553" y="32655"/>
                  </a:cubicBezTo>
                  <a:cubicBezTo>
                    <a:pt x="3512" y="25113"/>
                    <a:pt x="5768" y="17053"/>
                    <a:pt x="7579" y="10879"/>
                  </a:cubicBezTo>
                  <a:cubicBezTo>
                    <a:pt x="8466" y="7773"/>
                    <a:pt x="9243" y="5148"/>
                    <a:pt x="9760" y="3337"/>
                  </a:cubicBezTo>
                  <a:cubicBezTo>
                    <a:pt x="10056" y="2413"/>
                    <a:pt x="10278" y="1673"/>
                    <a:pt x="10426" y="1156"/>
                  </a:cubicBezTo>
                  <a:cubicBezTo>
                    <a:pt x="10574" y="675"/>
                    <a:pt x="10648" y="416"/>
                    <a:pt x="10648" y="416"/>
                  </a:cubicBezTo>
                  <a:cubicBezTo>
                    <a:pt x="10685" y="231"/>
                    <a:pt x="10611" y="83"/>
                    <a:pt x="10426" y="9"/>
                  </a:cubicBezTo>
                  <a:cubicBezTo>
                    <a:pt x="10401" y="3"/>
                    <a:pt x="10376" y="0"/>
                    <a:pt x="1035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5" name="Shape 2495"/>
        <p:cNvGrpSpPr/>
        <p:nvPr/>
      </p:nvGrpSpPr>
      <p:grpSpPr>
        <a:xfrm>
          <a:off x="0" y="0"/>
          <a:ext cx="0" cy="0"/>
          <a:chOff x="0" y="0"/>
          <a:chExt cx="0" cy="0"/>
        </a:xfrm>
      </p:grpSpPr>
      <p:sp>
        <p:nvSpPr>
          <p:cNvPr id="2496" name="Google Shape;2496;p43"/>
          <p:cNvSpPr txBox="1"/>
          <p:nvPr>
            <p:ph type="title"/>
          </p:nvPr>
        </p:nvSpPr>
        <p:spPr>
          <a:xfrm>
            <a:off x="2710100" y="2231125"/>
            <a:ext cx="3912000" cy="80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ro" sz="4700"/>
              <a:t>Theoretical Part</a:t>
            </a:r>
            <a:endParaRPr sz="4700"/>
          </a:p>
        </p:txBody>
      </p:sp>
      <p:sp>
        <p:nvSpPr>
          <p:cNvPr id="2497" name="Google Shape;2497;p43"/>
          <p:cNvSpPr txBox="1"/>
          <p:nvPr>
            <p:ph idx="2" type="title"/>
          </p:nvPr>
        </p:nvSpPr>
        <p:spPr>
          <a:xfrm>
            <a:off x="2971800" y="1161288"/>
            <a:ext cx="2967600" cy="106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t>01</a:t>
            </a:r>
            <a:endParaRPr/>
          </a:p>
        </p:txBody>
      </p:sp>
      <p:sp>
        <p:nvSpPr>
          <p:cNvPr id="2498" name="Google Shape;2498;p43"/>
          <p:cNvSpPr txBox="1"/>
          <p:nvPr>
            <p:ph idx="1" type="subTitle"/>
          </p:nvPr>
        </p:nvSpPr>
        <p:spPr>
          <a:xfrm>
            <a:off x="2973225" y="2999232"/>
            <a:ext cx="32004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Structural design pattern that provides a unified interface to a set of interfaces in a subsystem</a:t>
            </a:r>
            <a:endParaRPr>
              <a:latin typeface="Barlow Semi Condensed"/>
              <a:ea typeface="Barlow Semi Condensed"/>
              <a:cs typeface="Barlow Semi Condensed"/>
              <a:sym typeface="Barlow Semi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2" name="Shape 2502"/>
        <p:cNvGrpSpPr/>
        <p:nvPr/>
      </p:nvGrpSpPr>
      <p:grpSpPr>
        <a:xfrm>
          <a:off x="0" y="0"/>
          <a:ext cx="0" cy="0"/>
          <a:chOff x="0" y="0"/>
          <a:chExt cx="0" cy="0"/>
        </a:xfrm>
      </p:grpSpPr>
      <p:sp>
        <p:nvSpPr>
          <p:cNvPr id="2503" name="Google Shape;2503;p44"/>
          <p:cNvSpPr txBox="1"/>
          <p:nvPr>
            <p:ph type="title"/>
          </p:nvPr>
        </p:nvSpPr>
        <p:spPr>
          <a:xfrm>
            <a:off x="1112574" y="272600"/>
            <a:ext cx="68250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Structural Patterns</a:t>
            </a:r>
            <a:endParaRPr/>
          </a:p>
        </p:txBody>
      </p:sp>
      <p:sp>
        <p:nvSpPr>
          <p:cNvPr id="2504" name="Google Shape;2504;p44"/>
          <p:cNvSpPr txBox="1"/>
          <p:nvPr>
            <p:ph idx="1" type="subTitle"/>
          </p:nvPr>
        </p:nvSpPr>
        <p:spPr>
          <a:xfrm>
            <a:off x="1206299" y="4215900"/>
            <a:ext cx="6731400" cy="113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1600">
                <a:solidFill>
                  <a:srgbClr val="444444"/>
                </a:solidFill>
                <a:highlight>
                  <a:srgbClr val="FFFFFF"/>
                </a:highlight>
                <a:latin typeface="Arial"/>
                <a:ea typeface="Arial"/>
                <a:cs typeface="Arial"/>
                <a:sym typeface="Arial"/>
              </a:rPr>
              <a:t>Explain how to assemble objects and classes into larger structures, while keeping these structures flexible and efficient.</a:t>
            </a:r>
            <a:endParaRPr sz="1800">
              <a:latin typeface="Barlow Semi Condensed"/>
              <a:ea typeface="Barlow Semi Condensed"/>
              <a:cs typeface="Barlow Semi Condensed"/>
              <a:sym typeface="Barlow Semi Condensed"/>
            </a:endParaRPr>
          </a:p>
        </p:txBody>
      </p:sp>
      <p:pic>
        <p:nvPicPr>
          <p:cNvPr id="2505" name="Google Shape;2505;p44"/>
          <p:cNvPicPr preferRelativeResize="0"/>
          <p:nvPr/>
        </p:nvPicPr>
        <p:blipFill>
          <a:blip r:embed="rId3">
            <a:alphaModFix/>
          </a:blip>
          <a:stretch>
            <a:fillRect/>
          </a:stretch>
        </p:blipFill>
        <p:spPr>
          <a:xfrm>
            <a:off x="2467790" y="1146300"/>
            <a:ext cx="4114575" cy="2771900"/>
          </a:xfrm>
          <a:prstGeom prst="rect">
            <a:avLst/>
          </a:prstGeom>
          <a:noFill/>
          <a:ln>
            <a:noFill/>
          </a:ln>
        </p:spPr>
      </p:pic>
      <p:sp>
        <p:nvSpPr>
          <p:cNvPr id="2506" name="Google Shape;2506;p44"/>
          <p:cNvSpPr txBox="1"/>
          <p:nvPr/>
        </p:nvSpPr>
        <p:spPr>
          <a:xfrm>
            <a:off x="5677650" y="3418400"/>
            <a:ext cx="19635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o">
                <a:solidFill>
                  <a:srgbClr val="ADADAD"/>
                </a:solidFill>
              </a:rPr>
              <a:t>https://hyperskill.org/learn/step/17649</a:t>
            </a:r>
            <a:endParaRPr>
              <a:solidFill>
                <a:srgbClr val="ADADA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0" name="Shape 2510"/>
        <p:cNvGrpSpPr/>
        <p:nvPr/>
      </p:nvGrpSpPr>
      <p:grpSpPr>
        <a:xfrm>
          <a:off x="0" y="0"/>
          <a:ext cx="0" cy="0"/>
          <a:chOff x="0" y="0"/>
          <a:chExt cx="0" cy="0"/>
        </a:xfrm>
      </p:grpSpPr>
      <p:grpSp>
        <p:nvGrpSpPr>
          <p:cNvPr id="2511" name="Google Shape;2511;p45"/>
          <p:cNvGrpSpPr/>
          <p:nvPr/>
        </p:nvGrpSpPr>
        <p:grpSpPr>
          <a:xfrm>
            <a:off x="1980400" y="1361613"/>
            <a:ext cx="5183250" cy="3541786"/>
            <a:chOff x="277900" y="420125"/>
            <a:chExt cx="6852525" cy="4682425"/>
          </a:xfrm>
        </p:grpSpPr>
        <p:sp>
          <p:nvSpPr>
            <p:cNvPr id="2512" name="Google Shape;2512;p45"/>
            <p:cNvSpPr/>
            <p:nvPr/>
          </p:nvSpPr>
          <p:spPr>
            <a:xfrm>
              <a:off x="277900" y="420125"/>
              <a:ext cx="6852525" cy="4609425"/>
            </a:xfrm>
            <a:custGeom>
              <a:rect b="b" l="l" r="r" t="t"/>
              <a:pathLst>
                <a:path extrusionOk="0" h="184377" w="274101">
                  <a:moveTo>
                    <a:pt x="136337" y="1"/>
                  </a:moveTo>
                  <a:cubicBezTo>
                    <a:pt x="108563" y="1"/>
                    <a:pt x="91709" y="26310"/>
                    <a:pt x="78045" y="41336"/>
                  </a:cubicBezTo>
                  <a:cubicBezTo>
                    <a:pt x="62518" y="58454"/>
                    <a:pt x="45178" y="46845"/>
                    <a:pt x="22479" y="65183"/>
                  </a:cubicBezTo>
                  <a:cubicBezTo>
                    <a:pt x="0" y="83335"/>
                    <a:pt x="19077" y="165447"/>
                    <a:pt x="35677" y="184376"/>
                  </a:cubicBezTo>
                  <a:lnTo>
                    <a:pt x="253434" y="184376"/>
                  </a:lnTo>
                  <a:cubicBezTo>
                    <a:pt x="255208" y="177574"/>
                    <a:pt x="261124" y="154837"/>
                    <a:pt x="265116" y="131804"/>
                  </a:cubicBezTo>
                  <a:cubicBezTo>
                    <a:pt x="269923" y="104298"/>
                    <a:pt x="274100" y="66403"/>
                    <a:pt x="254987" y="50505"/>
                  </a:cubicBezTo>
                  <a:cubicBezTo>
                    <a:pt x="249034" y="45561"/>
                    <a:pt x="242499" y="43992"/>
                    <a:pt x="235926" y="43992"/>
                  </a:cubicBezTo>
                  <a:cubicBezTo>
                    <a:pt x="230211" y="43992"/>
                    <a:pt x="224467" y="45178"/>
                    <a:pt x="219051" y="46365"/>
                  </a:cubicBezTo>
                  <a:cubicBezTo>
                    <a:pt x="213642" y="47537"/>
                    <a:pt x="208543" y="48726"/>
                    <a:pt x="204134" y="48726"/>
                  </a:cubicBezTo>
                  <a:cubicBezTo>
                    <a:pt x="201733" y="48726"/>
                    <a:pt x="199538" y="48373"/>
                    <a:pt x="197608" y="47474"/>
                  </a:cubicBezTo>
                  <a:cubicBezTo>
                    <a:pt x="184447" y="41336"/>
                    <a:pt x="183855" y="10799"/>
                    <a:pt x="148585" y="1630"/>
                  </a:cubicBezTo>
                  <a:cubicBezTo>
                    <a:pt x="144277" y="510"/>
                    <a:pt x="140202" y="1"/>
                    <a:pt x="1363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45"/>
            <p:cNvSpPr/>
            <p:nvPr/>
          </p:nvSpPr>
          <p:spPr>
            <a:xfrm>
              <a:off x="482160" y="420200"/>
              <a:ext cx="6424600" cy="4609350"/>
            </a:xfrm>
            <a:custGeom>
              <a:rect b="b" l="l" r="r" t="t"/>
              <a:pathLst>
                <a:path extrusionOk="0" h="184374" w="256984">
                  <a:moveTo>
                    <a:pt x="124148" y="0"/>
                  </a:moveTo>
                  <a:cubicBezTo>
                    <a:pt x="96383" y="0"/>
                    <a:pt x="79487" y="26323"/>
                    <a:pt x="65845" y="41333"/>
                  </a:cubicBezTo>
                  <a:cubicBezTo>
                    <a:pt x="50318" y="58451"/>
                    <a:pt x="32978" y="46842"/>
                    <a:pt x="10279" y="65180"/>
                  </a:cubicBezTo>
                  <a:cubicBezTo>
                    <a:pt x="2921" y="71095"/>
                    <a:pt x="38" y="83887"/>
                    <a:pt x="38" y="99082"/>
                  </a:cubicBezTo>
                  <a:cubicBezTo>
                    <a:pt x="1" y="130285"/>
                    <a:pt x="12312" y="171618"/>
                    <a:pt x="23477" y="184373"/>
                  </a:cubicBezTo>
                  <a:lnTo>
                    <a:pt x="241234" y="184373"/>
                  </a:lnTo>
                  <a:cubicBezTo>
                    <a:pt x="243008" y="177571"/>
                    <a:pt x="248924" y="154834"/>
                    <a:pt x="252916" y="131801"/>
                  </a:cubicBezTo>
                  <a:cubicBezTo>
                    <a:pt x="254987" y="119896"/>
                    <a:pt x="256946" y="106032"/>
                    <a:pt x="256983" y="92834"/>
                  </a:cubicBezTo>
                  <a:cubicBezTo>
                    <a:pt x="256983" y="75605"/>
                    <a:pt x="253619" y="59523"/>
                    <a:pt x="242787" y="50502"/>
                  </a:cubicBezTo>
                  <a:cubicBezTo>
                    <a:pt x="236834" y="45548"/>
                    <a:pt x="230290" y="43995"/>
                    <a:pt x="223710" y="43995"/>
                  </a:cubicBezTo>
                  <a:cubicBezTo>
                    <a:pt x="218016" y="43995"/>
                    <a:pt x="212286" y="45178"/>
                    <a:pt x="206851" y="46362"/>
                  </a:cubicBezTo>
                  <a:cubicBezTo>
                    <a:pt x="201453" y="47545"/>
                    <a:pt x="196388" y="48728"/>
                    <a:pt x="191989" y="48728"/>
                  </a:cubicBezTo>
                  <a:cubicBezTo>
                    <a:pt x="189549" y="48728"/>
                    <a:pt x="187331" y="48358"/>
                    <a:pt x="185408" y="47471"/>
                  </a:cubicBezTo>
                  <a:cubicBezTo>
                    <a:pt x="172247" y="41333"/>
                    <a:pt x="171655" y="10796"/>
                    <a:pt x="136385" y="1627"/>
                  </a:cubicBezTo>
                  <a:cubicBezTo>
                    <a:pt x="132097" y="481"/>
                    <a:pt x="127993" y="0"/>
                    <a:pt x="1241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45"/>
            <p:cNvSpPr/>
            <p:nvPr/>
          </p:nvSpPr>
          <p:spPr>
            <a:xfrm>
              <a:off x="702125" y="5036900"/>
              <a:ext cx="6191675" cy="65650"/>
            </a:xfrm>
            <a:custGeom>
              <a:rect b="b" l="l" r="r" t="t"/>
              <a:pathLst>
                <a:path extrusionOk="0" h="2626" w="247667">
                  <a:moveTo>
                    <a:pt x="1" y="1"/>
                  </a:moveTo>
                  <a:lnTo>
                    <a:pt x="1" y="2626"/>
                  </a:lnTo>
                  <a:lnTo>
                    <a:pt x="247667" y="2626"/>
                  </a:lnTo>
                  <a:lnTo>
                    <a:pt x="2476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45"/>
            <p:cNvSpPr/>
            <p:nvPr/>
          </p:nvSpPr>
          <p:spPr>
            <a:xfrm>
              <a:off x="665175" y="3566050"/>
              <a:ext cx="125725" cy="97450"/>
            </a:xfrm>
            <a:custGeom>
              <a:rect b="b" l="l" r="r" t="t"/>
              <a:pathLst>
                <a:path extrusionOk="0" h="3898" w="5029">
                  <a:moveTo>
                    <a:pt x="1558" y="0"/>
                  </a:moveTo>
                  <a:cubicBezTo>
                    <a:pt x="1494" y="0"/>
                    <a:pt x="1431" y="5"/>
                    <a:pt x="1368" y="15"/>
                  </a:cubicBezTo>
                  <a:cubicBezTo>
                    <a:pt x="481" y="125"/>
                    <a:pt x="0" y="976"/>
                    <a:pt x="185" y="1789"/>
                  </a:cubicBezTo>
                  <a:cubicBezTo>
                    <a:pt x="407" y="2639"/>
                    <a:pt x="1257" y="3231"/>
                    <a:pt x="1996" y="3564"/>
                  </a:cubicBezTo>
                  <a:cubicBezTo>
                    <a:pt x="2705" y="3872"/>
                    <a:pt x="4312" y="3897"/>
                    <a:pt x="4828" y="3897"/>
                  </a:cubicBezTo>
                  <a:cubicBezTo>
                    <a:pt x="4932" y="3897"/>
                    <a:pt x="4991" y="3896"/>
                    <a:pt x="4991" y="3896"/>
                  </a:cubicBezTo>
                  <a:cubicBezTo>
                    <a:pt x="5028" y="3896"/>
                    <a:pt x="4547" y="2529"/>
                    <a:pt x="4510" y="2418"/>
                  </a:cubicBezTo>
                  <a:cubicBezTo>
                    <a:pt x="4055" y="1507"/>
                    <a:pt x="2705" y="0"/>
                    <a:pt x="15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45"/>
            <p:cNvSpPr/>
            <p:nvPr/>
          </p:nvSpPr>
          <p:spPr>
            <a:xfrm>
              <a:off x="667950" y="3411900"/>
              <a:ext cx="777325" cy="1632425"/>
            </a:xfrm>
            <a:custGeom>
              <a:rect b="b" l="l" r="r" t="t"/>
              <a:pathLst>
                <a:path extrusionOk="0" h="65297" w="31093">
                  <a:moveTo>
                    <a:pt x="14640" y="31764"/>
                  </a:moveTo>
                  <a:cubicBezTo>
                    <a:pt x="15232" y="32430"/>
                    <a:pt x="16822" y="33206"/>
                    <a:pt x="17043" y="33317"/>
                  </a:cubicBezTo>
                  <a:cubicBezTo>
                    <a:pt x="16822" y="33835"/>
                    <a:pt x="16600" y="34352"/>
                    <a:pt x="16378" y="34833"/>
                  </a:cubicBezTo>
                  <a:cubicBezTo>
                    <a:pt x="15676" y="36533"/>
                    <a:pt x="15010" y="37901"/>
                    <a:pt x="14529" y="38826"/>
                  </a:cubicBezTo>
                  <a:cubicBezTo>
                    <a:pt x="14419" y="39011"/>
                    <a:pt x="14345" y="39195"/>
                    <a:pt x="14234" y="39343"/>
                  </a:cubicBezTo>
                  <a:lnTo>
                    <a:pt x="14160" y="39343"/>
                  </a:lnTo>
                  <a:cubicBezTo>
                    <a:pt x="14160" y="39158"/>
                    <a:pt x="14123" y="38974"/>
                    <a:pt x="14086" y="38752"/>
                  </a:cubicBezTo>
                  <a:cubicBezTo>
                    <a:pt x="13938" y="37680"/>
                    <a:pt x="13716" y="36164"/>
                    <a:pt x="13346" y="34352"/>
                  </a:cubicBezTo>
                  <a:cubicBezTo>
                    <a:pt x="13235" y="33761"/>
                    <a:pt x="13125" y="33169"/>
                    <a:pt x="12977" y="32541"/>
                  </a:cubicBezTo>
                  <a:cubicBezTo>
                    <a:pt x="13125" y="32467"/>
                    <a:pt x="13901" y="32171"/>
                    <a:pt x="14640" y="31764"/>
                  </a:cubicBezTo>
                  <a:close/>
                  <a:moveTo>
                    <a:pt x="6531" y="0"/>
                  </a:moveTo>
                  <a:cubicBezTo>
                    <a:pt x="6326" y="0"/>
                    <a:pt x="6117" y="49"/>
                    <a:pt x="5915" y="154"/>
                  </a:cubicBezTo>
                  <a:cubicBezTo>
                    <a:pt x="4843" y="709"/>
                    <a:pt x="4547" y="2853"/>
                    <a:pt x="4732" y="3925"/>
                  </a:cubicBezTo>
                  <a:cubicBezTo>
                    <a:pt x="4769" y="4036"/>
                    <a:pt x="5176" y="5441"/>
                    <a:pt x="5176" y="5441"/>
                  </a:cubicBezTo>
                  <a:lnTo>
                    <a:pt x="5213" y="5404"/>
                  </a:lnTo>
                  <a:lnTo>
                    <a:pt x="5213" y="5404"/>
                  </a:lnTo>
                  <a:cubicBezTo>
                    <a:pt x="5139" y="5737"/>
                    <a:pt x="5102" y="6107"/>
                    <a:pt x="5065" y="6513"/>
                  </a:cubicBezTo>
                  <a:cubicBezTo>
                    <a:pt x="4991" y="7253"/>
                    <a:pt x="4917" y="8103"/>
                    <a:pt x="4880" y="9027"/>
                  </a:cubicBezTo>
                  <a:cubicBezTo>
                    <a:pt x="4880" y="9952"/>
                    <a:pt x="4880" y="10950"/>
                    <a:pt x="4954" y="11985"/>
                  </a:cubicBezTo>
                  <a:cubicBezTo>
                    <a:pt x="5065" y="13057"/>
                    <a:pt x="5213" y="14166"/>
                    <a:pt x="5509" y="15275"/>
                  </a:cubicBezTo>
                  <a:lnTo>
                    <a:pt x="5509" y="15312"/>
                  </a:lnTo>
                  <a:cubicBezTo>
                    <a:pt x="5324" y="15017"/>
                    <a:pt x="4769" y="14203"/>
                    <a:pt x="4732" y="14129"/>
                  </a:cubicBezTo>
                  <a:cubicBezTo>
                    <a:pt x="4142" y="13446"/>
                    <a:pt x="2744" y="12502"/>
                    <a:pt x="1654" y="12502"/>
                  </a:cubicBezTo>
                  <a:cubicBezTo>
                    <a:pt x="1446" y="12502"/>
                    <a:pt x="1250" y="12536"/>
                    <a:pt x="1072" y="12613"/>
                  </a:cubicBezTo>
                  <a:cubicBezTo>
                    <a:pt x="259" y="12946"/>
                    <a:pt x="0" y="13907"/>
                    <a:pt x="407" y="14647"/>
                  </a:cubicBezTo>
                  <a:cubicBezTo>
                    <a:pt x="850" y="15423"/>
                    <a:pt x="1812" y="15793"/>
                    <a:pt x="2625" y="15904"/>
                  </a:cubicBezTo>
                  <a:cubicBezTo>
                    <a:pt x="2705" y="15914"/>
                    <a:pt x="2794" y="15918"/>
                    <a:pt x="2889" y="15918"/>
                  </a:cubicBezTo>
                  <a:cubicBezTo>
                    <a:pt x="3840" y="15918"/>
                    <a:pt x="5414" y="15457"/>
                    <a:pt x="5583" y="15423"/>
                  </a:cubicBezTo>
                  <a:cubicBezTo>
                    <a:pt x="5878" y="16495"/>
                    <a:pt x="6248" y="17568"/>
                    <a:pt x="6729" y="18603"/>
                  </a:cubicBezTo>
                  <a:cubicBezTo>
                    <a:pt x="6987" y="19231"/>
                    <a:pt x="7246" y="19823"/>
                    <a:pt x="7542" y="20414"/>
                  </a:cubicBezTo>
                  <a:cubicBezTo>
                    <a:pt x="7357" y="20155"/>
                    <a:pt x="7209" y="19934"/>
                    <a:pt x="7209" y="19897"/>
                  </a:cubicBezTo>
                  <a:cubicBezTo>
                    <a:pt x="6584" y="19208"/>
                    <a:pt x="5164" y="18282"/>
                    <a:pt x="4070" y="18282"/>
                  </a:cubicBezTo>
                  <a:cubicBezTo>
                    <a:pt x="3871" y="18282"/>
                    <a:pt x="3683" y="18313"/>
                    <a:pt x="3512" y="18381"/>
                  </a:cubicBezTo>
                  <a:cubicBezTo>
                    <a:pt x="2736" y="18751"/>
                    <a:pt x="2477" y="19712"/>
                    <a:pt x="2884" y="20451"/>
                  </a:cubicBezTo>
                  <a:cubicBezTo>
                    <a:pt x="3290" y="21191"/>
                    <a:pt x="4289" y="21560"/>
                    <a:pt x="5102" y="21671"/>
                  </a:cubicBezTo>
                  <a:cubicBezTo>
                    <a:pt x="5187" y="21683"/>
                    <a:pt x="5282" y="21689"/>
                    <a:pt x="5385" y="21689"/>
                  </a:cubicBezTo>
                  <a:cubicBezTo>
                    <a:pt x="6221" y="21689"/>
                    <a:pt x="7554" y="21326"/>
                    <a:pt x="7949" y="21228"/>
                  </a:cubicBezTo>
                  <a:cubicBezTo>
                    <a:pt x="8060" y="21449"/>
                    <a:pt x="8171" y="21671"/>
                    <a:pt x="8281" y="21930"/>
                  </a:cubicBezTo>
                  <a:cubicBezTo>
                    <a:pt x="8836" y="23002"/>
                    <a:pt x="9391" y="24111"/>
                    <a:pt x="9908" y="25183"/>
                  </a:cubicBezTo>
                  <a:cubicBezTo>
                    <a:pt x="10093" y="25553"/>
                    <a:pt x="10241" y="25960"/>
                    <a:pt x="10426" y="26330"/>
                  </a:cubicBezTo>
                  <a:cubicBezTo>
                    <a:pt x="10241" y="26108"/>
                    <a:pt x="10130" y="25923"/>
                    <a:pt x="10093" y="25886"/>
                  </a:cubicBezTo>
                  <a:cubicBezTo>
                    <a:pt x="9499" y="25198"/>
                    <a:pt x="8084" y="24271"/>
                    <a:pt x="6990" y="24271"/>
                  </a:cubicBezTo>
                  <a:cubicBezTo>
                    <a:pt x="6792" y="24271"/>
                    <a:pt x="6604" y="24302"/>
                    <a:pt x="6433" y="24370"/>
                  </a:cubicBezTo>
                  <a:cubicBezTo>
                    <a:pt x="5620" y="24740"/>
                    <a:pt x="5398" y="25701"/>
                    <a:pt x="5804" y="26404"/>
                  </a:cubicBezTo>
                  <a:cubicBezTo>
                    <a:pt x="6211" y="27180"/>
                    <a:pt x="7209" y="27550"/>
                    <a:pt x="7986" y="27661"/>
                  </a:cubicBezTo>
                  <a:cubicBezTo>
                    <a:pt x="8077" y="27674"/>
                    <a:pt x="8179" y="27680"/>
                    <a:pt x="8289" y="27680"/>
                  </a:cubicBezTo>
                  <a:cubicBezTo>
                    <a:pt x="9106" y="27680"/>
                    <a:pt x="10339" y="27352"/>
                    <a:pt x="10795" y="27254"/>
                  </a:cubicBezTo>
                  <a:cubicBezTo>
                    <a:pt x="10943" y="27624"/>
                    <a:pt x="11091" y="28030"/>
                    <a:pt x="11239" y="28437"/>
                  </a:cubicBezTo>
                  <a:cubicBezTo>
                    <a:pt x="11313" y="28696"/>
                    <a:pt x="11424" y="28955"/>
                    <a:pt x="11498" y="29213"/>
                  </a:cubicBezTo>
                  <a:cubicBezTo>
                    <a:pt x="11572" y="29509"/>
                    <a:pt x="11646" y="29768"/>
                    <a:pt x="11720" y="30027"/>
                  </a:cubicBezTo>
                  <a:cubicBezTo>
                    <a:pt x="11831" y="30544"/>
                    <a:pt x="11978" y="31062"/>
                    <a:pt x="12089" y="31579"/>
                  </a:cubicBezTo>
                  <a:cubicBezTo>
                    <a:pt x="12163" y="31949"/>
                    <a:pt x="12237" y="32282"/>
                    <a:pt x="12274" y="32615"/>
                  </a:cubicBezTo>
                  <a:cubicBezTo>
                    <a:pt x="12126" y="32245"/>
                    <a:pt x="11757" y="31505"/>
                    <a:pt x="11720" y="31432"/>
                  </a:cubicBezTo>
                  <a:cubicBezTo>
                    <a:pt x="11183" y="30593"/>
                    <a:pt x="9793" y="29358"/>
                    <a:pt x="8657" y="29358"/>
                  </a:cubicBezTo>
                  <a:cubicBezTo>
                    <a:pt x="8541" y="29358"/>
                    <a:pt x="8428" y="29371"/>
                    <a:pt x="8318" y="29398"/>
                  </a:cubicBezTo>
                  <a:cubicBezTo>
                    <a:pt x="7468" y="29583"/>
                    <a:pt x="7098" y="30507"/>
                    <a:pt x="7394" y="31284"/>
                  </a:cubicBezTo>
                  <a:cubicBezTo>
                    <a:pt x="7690" y="32097"/>
                    <a:pt x="8614" y="32615"/>
                    <a:pt x="9354" y="32836"/>
                  </a:cubicBezTo>
                  <a:cubicBezTo>
                    <a:pt x="9658" y="32929"/>
                    <a:pt x="10095" y="32960"/>
                    <a:pt x="10542" y="32960"/>
                  </a:cubicBezTo>
                  <a:cubicBezTo>
                    <a:pt x="11345" y="32960"/>
                    <a:pt x="12182" y="32860"/>
                    <a:pt x="12348" y="32836"/>
                  </a:cubicBezTo>
                  <a:cubicBezTo>
                    <a:pt x="12459" y="33391"/>
                    <a:pt x="12570" y="33946"/>
                    <a:pt x="12644" y="34463"/>
                  </a:cubicBezTo>
                  <a:cubicBezTo>
                    <a:pt x="12977" y="36275"/>
                    <a:pt x="13162" y="37791"/>
                    <a:pt x="13272" y="38826"/>
                  </a:cubicBezTo>
                  <a:cubicBezTo>
                    <a:pt x="13309" y="39011"/>
                    <a:pt x="13309" y="39195"/>
                    <a:pt x="13346" y="39343"/>
                  </a:cubicBezTo>
                  <a:lnTo>
                    <a:pt x="9686" y="39343"/>
                  </a:lnTo>
                  <a:lnTo>
                    <a:pt x="11017" y="65297"/>
                  </a:lnTo>
                  <a:lnTo>
                    <a:pt x="17228" y="65297"/>
                  </a:lnTo>
                  <a:lnTo>
                    <a:pt x="18559" y="39343"/>
                  </a:lnTo>
                  <a:lnTo>
                    <a:pt x="15158" y="39343"/>
                  </a:lnTo>
                  <a:lnTo>
                    <a:pt x="15232" y="39195"/>
                  </a:lnTo>
                  <a:cubicBezTo>
                    <a:pt x="15712" y="38234"/>
                    <a:pt x="16341" y="36829"/>
                    <a:pt x="17043" y="35129"/>
                  </a:cubicBezTo>
                  <a:cubicBezTo>
                    <a:pt x="17265" y="34574"/>
                    <a:pt x="17487" y="34019"/>
                    <a:pt x="17746" y="33391"/>
                  </a:cubicBezTo>
                  <a:cubicBezTo>
                    <a:pt x="17924" y="33450"/>
                    <a:pt x="19154" y="33701"/>
                    <a:pt x="20090" y="33701"/>
                  </a:cubicBezTo>
                  <a:cubicBezTo>
                    <a:pt x="20318" y="33701"/>
                    <a:pt x="20529" y="33686"/>
                    <a:pt x="20704" y="33650"/>
                  </a:cubicBezTo>
                  <a:cubicBezTo>
                    <a:pt x="21480" y="33465"/>
                    <a:pt x="22441" y="33021"/>
                    <a:pt x="22774" y="32245"/>
                  </a:cubicBezTo>
                  <a:cubicBezTo>
                    <a:pt x="23144" y="31469"/>
                    <a:pt x="22811" y="30544"/>
                    <a:pt x="21997" y="30248"/>
                  </a:cubicBezTo>
                  <a:cubicBezTo>
                    <a:pt x="21860" y="30204"/>
                    <a:pt x="21713" y="30184"/>
                    <a:pt x="21561" y="30184"/>
                  </a:cubicBezTo>
                  <a:cubicBezTo>
                    <a:pt x="20442" y="30184"/>
                    <a:pt x="19001" y="31279"/>
                    <a:pt x="18448" y="32060"/>
                  </a:cubicBezTo>
                  <a:cubicBezTo>
                    <a:pt x="18411" y="32097"/>
                    <a:pt x="18079" y="32689"/>
                    <a:pt x="17857" y="33095"/>
                  </a:cubicBezTo>
                  <a:cubicBezTo>
                    <a:pt x="17931" y="32836"/>
                    <a:pt x="18042" y="32615"/>
                    <a:pt x="18116" y="32356"/>
                  </a:cubicBezTo>
                  <a:cubicBezTo>
                    <a:pt x="18300" y="31838"/>
                    <a:pt x="18485" y="31358"/>
                    <a:pt x="18670" y="30803"/>
                  </a:cubicBezTo>
                  <a:cubicBezTo>
                    <a:pt x="18744" y="30544"/>
                    <a:pt x="18818" y="30285"/>
                    <a:pt x="18892" y="29990"/>
                  </a:cubicBezTo>
                  <a:cubicBezTo>
                    <a:pt x="18966" y="29731"/>
                    <a:pt x="19040" y="29435"/>
                    <a:pt x="19114" y="29176"/>
                  </a:cubicBezTo>
                  <a:cubicBezTo>
                    <a:pt x="19262" y="28511"/>
                    <a:pt x="19410" y="27845"/>
                    <a:pt x="19520" y="27143"/>
                  </a:cubicBezTo>
                  <a:cubicBezTo>
                    <a:pt x="19949" y="27321"/>
                    <a:pt x="21412" y="27810"/>
                    <a:pt x="22244" y="27810"/>
                  </a:cubicBezTo>
                  <a:cubicBezTo>
                    <a:pt x="22274" y="27810"/>
                    <a:pt x="22302" y="27810"/>
                    <a:pt x="22330" y="27808"/>
                  </a:cubicBezTo>
                  <a:cubicBezTo>
                    <a:pt x="23107" y="27734"/>
                    <a:pt x="24142" y="27439"/>
                    <a:pt x="24585" y="26736"/>
                  </a:cubicBezTo>
                  <a:cubicBezTo>
                    <a:pt x="25066" y="26034"/>
                    <a:pt x="24881" y="25073"/>
                    <a:pt x="24105" y="24666"/>
                  </a:cubicBezTo>
                  <a:cubicBezTo>
                    <a:pt x="23888" y="24554"/>
                    <a:pt x="23637" y="24505"/>
                    <a:pt x="23368" y="24505"/>
                  </a:cubicBezTo>
                  <a:cubicBezTo>
                    <a:pt x="22303" y="24505"/>
                    <a:pt x="20953" y="25266"/>
                    <a:pt x="20334" y="25886"/>
                  </a:cubicBezTo>
                  <a:cubicBezTo>
                    <a:pt x="20297" y="25923"/>
                    <a:pt x="19816" y="26551"/>
                    <a:pt x="19557" y="26884"/>
                  </a:cubicBezTo>
                  <a:cubicBezTo>
                    <a:pt x="19594" y="26477"/>
                    <a:pt x="19668" y="26071"/>
                    <a:pt x="19742" y="25664"/>
                  </a:cubicBezTo>
                  <a:cubicBezTo>
                    <a:pt x="19890" y="24444"/>
                    <a:pt x="20001" y="23224"/>
                    <a:pt x="20112" y="22004"/>
                  </a:cubicBezTo>
                  <a:cubicBezTo>
                    <a:pt x="20149" y="21634"/>
                    <a:pt x="20186" y="21265"/>
                    <a:pt x="20223" y="20895"/>
                  </a:cubicBezTo>
                  <a:cubicBezTo>
                    <a:pt x="20367" y="20967"/>
                    <a:pt x="22121" y="21599"/>
                    <a:pt x="23067" y="21599"/>
                  </a:cubicBezTo>
                  <a:cubicBezTo>
                    <a:pt x="23093" y="21599"/>
                    <a:pt x="23119" y="21598"/>
                    <a:pt x="23144" y="21597"/>
                  </a:cubicBezTo>
                  <a:cubicBezTo>
                    <a:pt x="23920" y="21523"/>
                    <a:pt x="24955" y="21228"/>
                    <a:pt x="25399" y="20525"/>
                  </a:cubicBezTo>
                  <a:cubicBezTo>
                    <a:pt x="25879" y="19823"/>
                    <a:pt x="25695" y="18825"/>
                    <a:pt x="24918" y="18418"/>
                  </a:cubicBezTo>
                  <a:cubicBezTo>
                    <a:pt x="24707" y="18309"/>
                    <a:pt x="24463" y="18261"/>
                    <a:pt x="24201" y="18261"/>
                  </a:cubicBezTo>
                  <a:cubicBezTo>
                    <a:pt x="23133" y="18261"/>
                    <a:pt x="21771" y="19051"/>
                    <a:pt x="21147" y="19675"/>
                  </a:cubicBezTo>
                  <a:cubicBezTo>
                    <a:pt x="21110" y="19712"/>
                    <a:pt x="20408" y="20599"/>
                    <a:pt x="20223" y="20821"/>
                  </a:cubicBezTo>
                  <a:cubicBezTo>
                    <a:pt x="20334" y="20008"/>
                    <a:pt x="20408" y="19194"/>
                    <a:pt x="20556" y="18418"/>
                  </a:cubicBezTo>
                  <a:cubicBezTo>
                    <a:pt x="20704" y="17309"/>
                    <a:pt x="20925" y="16237"/>
                    <a:pt x="21221" y="15201"/>
                  </a:cubicBezTo>
                  <a:cubicBezTo>
                    <a:pt x="21293" y="15237"/>
                    <a:pt x="23120" y="15905"/>
                    <a:pt x="24069" y="15905"/>
                  </a:cubicBezTo>
                  <a:cubicBezTo>
                    <a:pt x="24094" y="15905"/>
                    <a:pt x="24118" y="15905"/>
                    <a:pt x="24142" y="15904"/>
                  </a:cubicBezTo>
                  <a:cubicBezTo>
                    <a:pt x="24955" y="15830"/>
                    <a:pt x="25990" y="15534"/>
                    <a:pt x="26434" y="14832"/>
                  </a:cubicBezTo>
                  <a:cubicBezTo>
                    <a:pt x="26915" y="14129"/>
                    <a:pt x="26730" y="13131"/>
                    <a:pt x="25953" y="12761"/>
                  </a:cubicBezTo>
                  <a:cubicBezTo>
                    <a:pt x="25732" y="12639"/>
                    <a:pt x="25474" y="12586"/>
                    <a:pt x="25198" y="12586"/>
                  </a:cubicBezTo>
                  <a:cubicBezTo>
                    <a:pt x="24136" y="12586"/>
                    <a:pt x="22798" y="13365"/>
                    <a:pt x="22182" y="13981"/>
                  </a:cubicBezTo>
                  <a:cubicBezTo>
                    <a:pt x="22145" y="14018"/>
                    <a:pt x="21369" y="14980"/>
                    <a:pt x="21258" y="15164"/>
                  </a:cubicBezTo>
                  <a:cubicBezTo>
                    <a:pt x="21258" y="15090"/>
                    <a:pt x="21295" y="15017"/>
                    <a:pt x="21295" y="14980"/>
                  </a:cubicBezTo>
                  <a:cubicBezTo>
                    <a:pt x="21628" y="13870"/>
                    <a:pt x="22071" y="12872"/>
                    <a:pt x="22552" y="11948"/>
                  </a:cubicBezTo>
                  <a:cubicBezTo>
                    <a:pt x="22848" y="11393"/>
                    <a:pt x="23144" y="10913"/>
                    <a:pt x="23439" y="10432"/>
                  </a:cubicBezTo>
                  <a:cubicBezTo>
                    <a:pt x="23772" y="10617"/>
                    <a:pt x="25362" y="11356"/>
                    <a:pt x="26212" y="11393"/>
                  </a:cubicBezTo>
                  <a:cubicBezTo>
                    <a:pt x="26274" y="11396"/>
                    <a:pt x="26337" y="11398"/>
                    <a:pt x="26402" y="11398"/>
                  </a:cubicBezTo>
                  <a:cubicBezTo>
                    <a:pt x="27150" y="11398"/>
                    <a:pt x="28068" y="11193"/>
                    <a:pt x="28578" y="10580"/>
                  </a:cubicBezTo>
                  <a:cubicBezTo>
                    <a:pt x="29096" y="9952"/>
                    <a:pt x="29059" y="8953"/>
                    <a:pt x="28319" y="8473"/>
                  </a:cubicBezTo>
                  <a:cubicBezTo>
                    <a:pt x="28057" y="8298"/>
                    <a:pt x="27723" y="8225"/>
                    <a:pt x="27357" y="8225"/>
                  </a:cubicBezTo>
                  <a:cubicBezTo>
                    <a:pt x="26333" y="8225"/>
                    <a:pt x="25064" y="8796"/>
                    <a:pt x="24438" y="9286"/>
                  </a:cubicBezTo>
                  <a:cubicBezTo>
                    <a:pt x="24401" y="9323"/>
                    <a:pt x="23957" y="9730"/>
                    <a:pt x="23661" y="10062"/>
                  </a:cubicBezTo>
                  <a:cubicBezTo>
                    <a:pt x="23809" y="9841"/>
                    <a:pt x="23957" y="9619"/>
                    <a:pt x="24068" y="9397"/>
                  </a:cubicBezTo>
                  <a:cubicBezTo>
                    <a:pt x="24585" y="8658"/>
                    <a:pt x="25103" y="7992"/>
                    <a:pt x="25547" y="7401"/>
                  </a:cubicBezTo>
                  <a:cubicBezTo>
                    <a:pt x="25805" y="7068"/>
                    <a:pt x="26064" y="6772"/>
                    <a:pt x="26286" y="6513"/>
                  </a:cubicBezTo>
                  <a:cubicBezTo>
                    <a:pt x="26730" y="6476"/>
                    <a:pt x="28430" y="6439"/>
                    <a:pt x="29170" y="6070"/>
                  </a:cubicBezTo>
                  <a:cubicBezTo>
                    <a:pt x="29909" y="5737"/>
                    <a:pt x="30760" y="5108"/>
                    <a:pt x="30907" y="4258"/>
                  </a:cubicBezTo>
                  <a:cubicBezTo>
                    <a:pt x="31092" y="3445"/>
                    <a:pt x="30575" y="2594"/>
                    <a:pt x="29724" y="2483"/>
                  </a:cubicBezTo>
                  <a:cubicBezTo>
                    <a:pt x="29685" y="2480"/>
                    <a:pt x="29646" y="2478"/>
                    <a:pt x="29607" y="2478"/>
                  </a:cubicBezTo>
                  <a:cubicBezTo>
                    <a:pt x="28415" y="2478"/>
                    <a:pt x="27085" y="4067"/>
                    <a:pt x="26656" y="4997"/>
                  </a:cubicBezTo>
                  <a:cubicBezTo>
                    <a:pt x="26619" y="5108"/>
                    <a:pt x="26175" y="6513"/>
                    <a:pt x="26175" y="6513"/>
                  </a:cubicBezTo>
                  <a:lnTo>
                    <a:pt x="26212" y="6513"/>
                  </a:lnTo>
                  <a:cubicBezTo>
                    <a:pt x="25990" y="6772"/>
                    <a:pt x="25732" y="7031"/>
                    <a:pt x="25473" y="7364"/>
                  </a:cubicBezTo>
                  <a:cubicBezTo>
                    <a:pt x="25029" y="7918"/>
                    <a:pt x="24511" y="8584"/>
                    <a:pt x="23957" y="9323"/>
                  </a:cubicBezTo>
                  <a:cubicBezTo>
                    <a:pt x="23439" y="10099"/>
                    <a:pt x="22885" y="10913"/>
                    <a:pt x="22404" y="11837"/>
                  </a:cubicBezTo>
                  <a:cubicBezTo>
                    <a:pt x="21887" y="12798"/>
                    <a:pt x="21406" y="13797"/>
                    <a:pt x="21036" y="14906"/>
                  </a:cubicBezTo>
                  <a:lnTo>
                    <a:pt x="21036" y="14943"/>
                  </a:lnTo>
                  <a:cubicBezTo>
                    <a:pt x="21036" y="14573"/>
                    <a:pt x="21036" y="13575"/>
                    <a:pt x="20999" y="13501"/>
                  </a:cubicBezTo>
                  <a:cubicBezTo>
                    <a:pt x="20888" y="12429"/>
                    <a:pt x="19964" y="10432"/>
                    <a:pt x="18781" y="10210"/>
                  </a:cubicBezTo>
                  <a:cubicBezTo>
                    <a:pt x="18701" y="10196"/>
                    <a:pt x="18622" y="10190"/>
                    <a:pt x="18544" y="10190"/>
                  </a:cubicBezTo>
                  <a:cubicBezTo>
                    <a:pt x="17797" y="10190"/>
                    <a:pt x="17184" y="10808"/>
                    <a:pt x="17117" y="11578"/>
                  </a:cubicBezTo>
                  <a:cubicBezTo>
                    <a:pt x="17043" y="12429"/>
                    <a:pt x="17672" y="13279"/>
                    <a:pt x="18263" y="13797"/>
                  </a:cubicBezTo>
                  <a:cubicBezTo>
                    <a:pt x="18966" y="14425"/>
                    <a:pt x="20851" y="15017"/>
                    <a:pt x="20999" y="15054"/>
                  </a:cubicBezTo>
                  <a:cubicBezTo>
                    <a:pt x="20667" y="16089"/>
                    <a:pt x="20408" y="17198"/>
                    <a:pt x="20186" y="18344"/>
                  </a:cubicBezTo>
                  <a:cubicBezTo>
                    <a:pt x="20075" y="19009"/>
                    <a:pt x="20001" y="19638"/>
                    <a:pt x="19890" y="20303"/>
                  </a:cubicBezTo>
                  <a:cubicBezTo>
                    <a:pt x="19890" y="20008"/>
                    <a:pt x="19890" y="19712"/>
                    <a:pt x="19890" y="19675"/>
                  </a:cubicBezTo>
                  <a:cubicBezTo>
                    <a:pt x="19742" y="18603"/>
                    <a:pt x="18855" y="16606"/>
                    <a:pt x="17672" y="16421"/>
                  </a:cubicBezTo>
                  <a:cubicBezTo>
                    <a:pt x="17571" y="16400"/>
                    <a:pt x="17472" y="16390"/>
                    <a:pt x="17377" y="16390"/>
                  </a:cubicBezTo>
                  <a:cubicBezTo>
                    <a:pt x="16633" y="16390"/>
                    <a:pt x="16074" y="16999"/>
                    <a:pt x="16008" y="17752"/>
                  </a:cubicBezTo>
                  <a:cubicBezTo>
                    <a:pt x="15934" y="18603"/>
                    <a:pt x="16563" y="19453"/>
                    <a:pt x="17154" y="20008"/>
                  </a:cubicBezTo>
                  <a:cubicBezTo>
                    <a:pt x="17746" y="20525"/>
                    <a:pt x="19373" y="21080"/>
                    <a:pt x="19779" y="21191"/>
                  </a:cubicBezTo>
                  <a:cubicBezTo>
                    <a:pt x="19742" y="21449"/>
                    <a:pt x="19705" y="21708"/>
                    <a:pt x="19705" y="21967"/>
                  </a:cubicBezTo>
                  <a:cubicBezTo>
                    <a:pt x="19557" y="23187"/>
                    <a:pt x="19410" y="24407"/>
                    <a:pt x="19225" y="25590"/>
                  </a:cubicBezTo>
                  <a:cubicBezTo>
                    <a:pt x="19188" y="25997"/>
                    <a:pt x="19077" y="26404"/>
                    <a:pt x="19003" y="26810"/>
                  </a:cubicBezTo>
                  <a:cubicBezTo>
                    <a:pt x="19003" y="26551"/>
                    <a:pt x="19003" y="26330"/>
                    <a:pt x="19003" y="26293"/>
                  </a:cubicBezTo>
                  <a:cubicBezTo>
                    <a:pt x="18855" y="25220"/>
                    <a:pt x="17968" y="23224"/>
                    <a:pt x="16785" y="23002"/>
                  </a:cubicBezTo>
                  <a:cubicBezTo>
                    <a:pt x="16704" y="22988"/>
                    <a:pt x="16625" y="22982"/>
                    <a:pt x="16547" y="22982"/>
                  </a:cubicBezTo>
                  <a:cubicBezTo>
                    <a:pt x="15800" y="22982"/>
                    <a:pt x="15188" y="23597"/>
                    <a:pt x="15121" y="24333"/>
                  </a:cubicBezTo>
                  <a:cubicBezTo>
                    <a:pt x="15047" y="25183"/>
                    <a:pt x="15676" y="26034"/>
                    <a:pt x="16267" y="26588"/>
                  </a:cubicBezTo>
                  <a:cubicBezTo>
                    <a:pt x="16859" y="27106"/>
                    <a:pt x="18337" y="27624"/>
                    <a:pt x="18818" y="27771"/>
                  </a:cubicBezTo>
                  <a:cubicBezTo>
                    <a:pt x="18744" y="28178"/>
                    <a:pt x="18670" y="28622"/>
                    <a:pt x="18559" y="29028"/>
                  </a:cubicBezTo>
                  <a:cubicBezTo>
                    <a:pt x="18485" y="29287"/>
                    <a:pt x="18411" y="29546"/>
                    <a:pt x="18337" y="29842"/>
                  </a:cubicBezTo>
                  <a:cubicBezTo>
                    <a:pt x="18226" y="30101"/>
                    <a:pt x="18153" y="30359"/>
                    <a:pt x="18079" y="30618"/>
                  </a:cubicBezTo>
                  <a:cubicBezTo>
                    <a:pt x="17894" y="31136"/>
                    <a:pt x="17709" y="31653"/>
                    <a:pt x="17524" y="32134"/>
                  </a:cubicBezTo>
                  <a:cubicBezTo>
                    <a:pt x="17376" y="32467"/>
                    <a:pt x="17265" y="32762"/>
                    <a:pt x="17117" y="33095"/>
                  </a:cubicBezTo>
                  <a:cubicBezTo>
                    <a:pt x="17191" y="32689"/>
                    <a:pt x="17302" y="31875"/>
                    <a:pt x="17302" y="31801"/>
                  </a:cubicBezTo>
                  <a:cubicBezTo>
                    <a:pt x="17302" y="31062"/>
                    <a:pt x="17080" y="29916"/>
                    <a:pt x="16563" y="29102"/>
                  </a:cubicBezTo>
                  <a:cubicBezTo>
                    <a:pt x="16563" y="28991"/>
                    <a:pt x="16563" y="28881"/>
                    <a:pt x="16526" y="28770"/>
                  </a:cubicBezTo>
                  <a:cubicBezTo>
                    <a:pt x="16430" y="28068"/>
                    <a:pt x="15840" y="27505"/>
                    <a:pt x="15134" y="27505"/>
                  </a:cubicBezTo>
                  <a:cubicBezTo>
                    <a:pt x="15021" y="27505"/>
                    <a:pt x="14905" y="27519"/>
                    <a:pt x="14788" y="27550"/>
                  </a:cubicBezTo>
                  <a:cubicBezTo>
                    <a:pt x="13605" y="27882"/>
                    <a:pt x="12866" y="29916"/>
                    <a:pt x="12829" y="30988"/>
                  </a:cubicBezTo>
                  <a:cubicBezTo>
                    <a:pt x="12829" y="31062"/>
                    <a:pt x="12866" y="31764"/>
                    <a:pt x="12903" y="32208"/>
                  </a:cubicBezTo>
                  <a:cubicBezTo>
                    <a:pt x="12829" y="31949"/>
                    <a:pt x="12792" y="31690"/>
                    <a:pt x="12718" y="31432"/>
                  </a:cubicBezTo>
                  <a:cubicBezTo>
                    <a:pt x="12607" y="30914"/>
                    <a:pt x="12459" y="30396"/>
                    <a:pt x="12311" y="29842"/>
                  </a:cubicBezTo>
                  <a:cubicBezTo>
                    <a:pt x="12237" y="29583"/>
                    <a:pt x="12126" y="29324"/>
                    <a:pt x="12052" y="29065"/>
                  </a:cubicBezTo>
                  <a:cubicBezTo>
                    <a:pt x="11978" y="28770"/>
                    <a:pt x="11868" y="28511"/>
                    <a:pt x="11794" y="28252"/>
                  </a:cubicBezTo>
                  <a:cubicBezTo>
                    <a:pt x="11535" y="27587"/>
                    <a:pt x="11276" y="26958"/>
                    <a:pt x="11017" y="26330"/>
                  </a:cubicBezTo>
                  <a:cubicBezTo>
                    <a:pt x="11461" y="26219"/>
                    <a:pt x="13051" y="25812"/>
                    <a:pt x="13716" y="25331"/>
                  </a:cubicBezTo>
                  <a:cubicBezTo>
                    <a:pt x="14345" y="24851"/>
                    <a:pt x="15010" y="24037"/>
                    <a:pt x="15010" y="23187"/>
                  </a:cubicBezTo>
                  <a:cubicBezTo>
                    <a:pt x="15010" y="22378"/>
                    <a:pt x="14408" y="21703"/>
                    <a:pt x="13585" y="21703"/>
                  </a:cubicBezTo>
                  <a:cubicBezTo>
                    <a:pt x="13543" y="21703"/>
                    <a:pt x="13500" y="21705"/>
                    <a:pt x="13457" y="21708"/>
                  </a:cubicBezTo>
                  <a:cubicBezTo>
                    <a:pt x="12274" y="21856"/>
                    <a:pt x="11202" y="23779"/>
                    <a:pt x="11017" y="24814"/>
                  </a:cubicBezTo>
                  <a:cubicBezTo>
                    <a:pt x="10980" y="24888"/>
                    <a:pt x="10906" y="25664"/>
                    <a:pt x="10869" y="26108"/>
                  </a:cubicBezTo>
                  <a:cubicBezTo>
                    <a:pt x="10721" y="25701"/>
                    <a:pt x="10537" y="25331"/>
                    <a:pt x="10352" y="24962"/>
                  </a:cubicBezTo>
                  <a:cubicBezTo>
                    <a:pt x="9834" y="23890"/>
                    <a:pt x="9243" y="22817"/>
                    <a:pt x="8651" y="21708"/>
                  </a:cubicBezTo>
                  <a:cubicBezTo>
                    <a:pt x="8503" y="21376"/>
                    <a:pt x="8318" y="21043"/>
                    <a:pt x="8134" y="20710"/>
                  </a:cubicBezTo>
                  <a:cubicBezTo>
                    <a:pt x="8318" y="20673"/>
                    <a:pt x="10241" y="20229"/>
                    <a:pt x="10943" y="19675"/>
                  </a:cubicBezTo>
                  <a:cubicBezTo>
                    <a:pt x="11572" y="19194"/>
                    <a:pt x="12274" y="18381"/>
                    <a:pt x="12274" y="17531"/>
                  </a:cubicBezTo>
                  <a:cubicBezTo>
                    <a:pt x="12274" y="16772"/>
                    <a:pt x="11663" y="16078"/>
                    <a:pt x="10891" y="16078"/>
                  </a:cubicBezTo>
                  <a:cubicBezTo>
                    <a:pt x="10835" y="16078"/>
                    <a:pt x="10779" y="16081"/>
                    <a:pt x="10721" y="16089"/>
                  </a:cubicBezTo>
                  <a:cubicBezTo>
                    <a:pt x="9501" y="16200"/>
                    <a:pt x="8466" y="18122"/>
                    <a:pt x="8244" y="19194"/>
                  </a:cubicBezTo>
                  <a:cubicBezTo>
                    <a:pt x="8244" y="19268"/>
                    <a:pt x="8134" y="20377"/>
                    <a:pt x="8134" y="20673"/>
                  </a:cubicBezTo>
                  <a:cubicBezTo>
                    <a:pt x="7727" y="19934"/>
                    <a:pt x="7357" y="19194"/>
                    <a:pt x="7024" y="18455"/>
                  </a:cubicBezTo>
                  <a:cubicBezTo>
                    <a:pt x="6581" y="17457"/>
                    <a:pt x="6174" y="16421"/>
                    <a:pt x="5841" y="15423"/>
                  </a:cubicBezTo>
                  <a:cubicBezTo>
                    <a:pt x="5915" y="15386"/>
                    <a:pt x="7912" y="14943"/>
                    <a:pt x="8651" y="14388"/>
                  </a:cubicBezTo>
                  <a:cubicBezTo>
                    <a:pt x="9317" y="13870"/>
                    <a:pt x="9982" y="13094"/>
                    <a:pt x="9982" y="12244"/>
                  </a:cubicBezTo>
                  <a:cubicBezTo>
                    <a:pt x="9982" y="11451"/>
                    <a:pt x="9403" y="10754"/>
                    <a:pt x="8605" y="10754"/>
                  </a:cubicBezTo>
                  <a:cubicBezTo>
                    <a:pt x="8548" y="10754"/>
                    <a:pt x="8489" y="10757"/>
                    <a:pt x="8429" y="10765"/>
                  </a:cubicBezTo>
                  <a:cubicBezTo>
                    <a:pt x="7209" y="10876"/>
                    <a:pt x="6174" y="12798"/>
                    <a:pt x="5952" y="13870"/>
                  </a:cubicBezTo>
                  <a:cubicBezTo>
                    <a:pt x="5952" y="13944"/>
                    <a:pt x="5841" y="15164"/>
                    <a:pt x="5841" y="15386"/>
                  </a:cubicBezTo>
                  <a:cubicBezTo>
                    <a:pt x="5804" y="15312"/>
                    <a:pt x="5804" y="15238"/>
                    <a:pt x="5767" y="15201"/>
                  </a:cubicBezTo>
                  <a:cubicBezTo>
                    <a:pt x="5435" y="14092"/>
                    <a:pt x="5287" y="13020"/>
                    <a:pt x="5176" y="11985"/>
                  </a:cubicBezTo>
                  <a:cubicBezTo>
                    <a:pt x="5102" y="11356"/>
                    <a:pt x="5065" y="10802"/>
                    <a:pt x="5028" y="10210"/>
                  </a:cubicBezTo>
                  <a:cubicBezTo>
                    <a:pt x="5435" y="10173"/>
                    <a:pt x="7172" y="9952"/>
                    <a:pt x="7875" y="9508"/>
                  </a:cubicBezTo>
                  <a:cubicBezTo>
                    <a:pt x="8577" y="9101"/>
                    <a:pt x="9354" y="8362"/>
                    <a:pt x="9427" y="7511"/>
                  </a:cubicBezTo>
                  <a:cubicBezTo>
                    <a:pt x="9501" y="6698"/>
                    <a:pt x="8910" y="5885"/>
                    <a:pt x="8060" y="5885"/>
                  </a:cubicBezTo>
                  <a:cubicBezTo>
                    <a:pt x="6840" y="5885"/>
                    <a:pt x="5583" y="7696"/>
                    <a:pt x="5250" y="8695"/>
                  </a:cubicBezTo>
                  <a:cubicBezTo>
                    <a:pt x="5250" y="8768"/>
                    <a:pt x="5102" y="9360"/>
                    <a:pt x="5028" y="9804"/>
                  </a:cubicBezTo>
                  <a:cubicBezTo>
                    <a:pt x="5028" y="9545"/>
                    <a:pt x="5028" y="9286"/>
                    <a:pt x="5028" y="9027"/>
                  </a:cubicBezTo>
                  <a:cubicBezTo>
                    <a:pt x="5028" y="8103"/>
                    <a:pt x="5102" y="7253"/>
                    <a:pt x="5139" y="6513"/>
                  </a:cubicBezTo>
                  <a:cubicBezTo>
                    <a:pt x="5176" y="6107"/>
                    <a:pt x="5213" y="5737"/>
                    <a:pt x="5250" y="5367"/>
                  </a:cubicBezTo>
                  <a:cubicBezTo>
                    <a:pt x="5620" y="5145"/>
                    <a:pt x="7024" y="4147"/>
                    <a:pt x="7431" y="3445"/>
                  </a:cubicBezTo>
                  <a:cubicBezTo>
                    <a:pt x="7875" y="2742"/>
                    <a:pt x="8207" y="1744"/>
                    <a:pt x="7912" y="968"/>
                  </a:cubicBezTo>
                  <a:cubicBezTo>
                    <a:pt x="7665" y="393"/>
                    <a:pt x="7115" y="0"/>
                    <a:pt x="65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45"/>
            <p:cNvSpPr/>
            <p:nvPr/>
          </p:nvSpPr>
          <p:spPr>
            <a:xfrm>
              <a:off x="1174425" y="3532200"/>
              <a:ext cx="91525" cy="134975"/>
            </a:xfrm>
            <a:custGeom>
              <a:rect b="b" l="l" r="r" t="t"/>
              <a:pathLst>
                <a:path extrusionOk="0" h="5399" w="3661">
                  <a:moveTo>
                    <a:pt x="1633" y="1"/>
                  </a:moveTo>
                  <a:cubicBezTo>
                    <a:pt x="1052" y="1"/>
                    <a:pt x="518" y="417"/>
                    <a:pt x="297" y="999"/>
                  </a:cubicBezTo>
                  <a:cubicBezTo>
                    <a:pt x="1" y="1812"/>
                    <a:pt x="371" y="2773"/>
                    <a:pt x="814" y="3476"/>
                  </a:cubicBezTo>
                  <a:cubicBezTo>
                    <a:pt x="1332" y="4252"/>
                    <a:pt x="3106" y="5398"/>
                    <a:pt x="3106" y="5398"/>
                  </a:cubicBezTo>
                  <a:cubicBezTo>
                    <a:pt x="3143" y="5398"/>
                    <a:pt x="3513" y="3993"/>
                    <a:pt x="3513" y="3883"/>
                  </a:cubicBezTo>
                  <a:cubicBezTo>
                    <a:pt x="3661" y="2810"/>
                    <a:pt x="3328" y="666"/>
                    <a:pt x="2219" y="149"/>
                  </a:cubicBezTo>
                  <a:cubicBezTo>
                    <a:pt x="2025" y="47"/>
                    <a:pt x="1826" y="1"/>
                    <a:pt x="16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45"/>
            <p:cNvSpPr/>
            <p:nvPr/>
          </p:nvSpPr>
          <p:spPr>
            <a:xfrm>
              <a:off x="4182000" y="4206925"/>
              <a:ext cx="147900" cy="871025"/>
            </a:xfrm>
            <a:custGeom>
              <a:rect b="b" l="l" r="r" t="t"/>
              <a:pathLst>
                <a:path extrusionOk="0" h="34841" w="5916">
                  <a:moveTo>
                    <a:pt x="2551" y="0"/>
                  </a:moveTo>
                  <a:lnTo>
                    <a:pt x="0" y="555"/>
                  </a:lnTo>
                  <a:lnTo>
                    <a:pt x="4769" y="34346"/>
                  </a:lnTo>
                  <a:cubicBezTo>
                    <a:pt x="4802" y="34635"/>
                    <a:pt x="5057" y="34841"/>
                    <a:pt x="5342" y="34841"/>
                  </a:cubicBezTo>
                  <a:cubicBezTo>
                    <a:pt x="5385" y="34841"/>
                    <a:pt x="5428" y="34836"/>
                    <a:pt x="5472" y="34827"/>
                  </a:cubicBezTo>
                  <a:cubicBezTo>
                    <a:pt x="5731" y="34790"/>
                    <a:pt x="5915" y="34531"/>
                    <a:pt x="5878" y="34235"/>
                  </a:cubicBezTo>
                  <a:lnTo>
                    <a:pt x="25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45"/>
            <p:cNvSpPr/>
            <p:nvPr/>
          </p:nvSpPr>
          <p:spPr>
            <a:xfrm>
              <a:off x="4173675" y="4199525"/>
              <a:ext cx="163625" cy="886400"/>
            </a:xfrm>
            <a:custGeom>
              <a:rect b="b" l="l" r="r" t="t"/>
              <a:pathLst>
                <a:path extrusionOk="0" h="35456" w="6545">
                  <a:moveTo>
                    <a:pt x="2588" y="703"/>
                  </a:moveTo>
                  <a:lnTo>
                    <a:pt x="5916" y="34568"/>
                  </a:lnTo>
                  <a:cubicBezTo>
                    <a:pt x="5916" y="34716"/>
                    <a:pt x="5842" y="34790"/>
                    <a:pt x="5731" y="34827"/>
                  </a:cubicBezTo>
                  <a:lnTo>
                    <a:pt x="5657" y="34827"/>
                  </a:lnTo>
                  <a:cubicBezTo>
                    <a:pt x="5546" y="34827"/>
                    <a:pt x="5398" y="34753"/>
                    <a:pt x="5398" y="34605"/>
                  </a:cubicBezTo>
                  <a:lnTo>
                    <a:pt x="673" y="1125"/>
                  </a:lnTo>
                  <a:lnTo>
                    <a:pt x="673" y="1125"/>
                  </a:lnTo>
                  <a:lnTo>
                    <a:pt x="2588" y="703"/>
                  </a:lnTo>
                  <a:close/>
                  <a:moveTo>
                    <a:pt x="2810" y="0"/>
                  </a:moveTo>
                  <a:lnTo>
                    <a:pt x="259" y="555"/>
                  </a:lnTo>
                  <a:cubicBezTo>
                    <a:pt x="111" y="592"/>
                    <a:pt x="0" y="740"/>
                    <a:pt x="37" y="925"/>
                  </a:cubicBezTo>
                  <a:lnTo>
                    <a:pt x="4770" y="34716"/>
                  </a:lnTo>
                  <a:cubicBezTo>
                    <a:pt x="4844" y="35160"/>
                    <a:pt x="5213" y="35455"/>
                    <a:pt x="5657" y="35455"/>
                  </a:cubicBezTo>
                  <a:cubicBezTo>
                    <a:pt x="5731" y="35455"/>
                    <a:pt x="5805" y="35455"/>
                    <a:pt x="5842" y="35418"/>
                  </a:cubicBezTo>
                  <a:cubicBezTo>
                    <a:pt x="6248" y="35344"/>
                    <a:pt x="6544" y="34975"/>
                    <a:pt x="6544" y="34568"/>
                  </a:cubicBezTo>
                  <a:lnTo>
                    <a:pt x="6544" y="34494"/>
                  </a:lnTo>
                  <a:lnTo>
                    <a:pt x="3180" y="296"/>
                  </a:lnTo>
                  <a:cubicBezTo>
                    <a:pt x="3180" y="185"/>
                    <a:pt x="3143" y="111"/>
                    <a:pt x="3069" y="74"/>
                  </a:cubicBezTo>
                  <a:cubicBezTo>
                    <a:pt x="2995" y="0"/>
                    <a:pt x="2884" y="0"/>
                    <a:pt x="28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45"/>
            <p:cNvSpPr/>
            <p:nvPr/>
          </p:nvSpPr>
          <p:spPr>
            <a:xfrm>
              <a:off x="3355700" y="4206925"/>
              <a:ext cx="147900" cy="871025"/>
            </a:xfrm>
            <a:custGeom>
              <a:rect b="b" l="l" r="r" t="t"/>
              <a:pathLst>
                <a:path extrusionOk="0" h="34841" w="5916">
                  <a:moveTo>
                    <a:pt x="3365" y="0"/>
                  </a:moveTo>
                  <a:lnTo>
                    <a:pt x="37" y="34235"/>
                  </a:lnTo>
                  <a:cubicBezTo>
                    <a:pt x="0" y="34531"/>
                    <a:pt x="185" y="34790"/>
                    <a:pt x="481" y="34827"/>
                  </a:cubicBezTo>
                  <a:cubicBezTo>
                    <a:pt x="520" y="34836"/>
                    <a:pt x="559" y="34841"/>
                    <a:pt x="598" y="34841"/>
                  </a:cubicBezTo>
                  <a:cubicBezTo>
                    <a:pt x="859" y="34841"/>
                    <a:pt x="1114" y="34635"/>
                    <a:pt x="1147" y="34346"/>
                  </a:cubicBezTo>
                  <a:lnTo>
                    <a:pt x="5916" y="555"/>
                  </a:lnTo>
                  <a:lnTo>
                    <a:pt x="3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45"/>
            <p:cNvSpPr/>
            <p:nvPr/>
          </p:nvSpPr>
          <p:spPr>
            <a:xfrm>
              <a:off x="3348300" y="4199525"/>
              <a:ext cx="163625" cy="886400"/>
            </a:xfrm>
            <a:custGeom>
              <a:rect b="b" l="l" r="r" t="t"/>
              <a:pathLst>
                <a:path extrusionOk="0" h="35456" w="6545">
                  <a:moveTo>
                    <a:pt x="3957" y="703"/>
                  </a:moveTo>
                  <a:lnTo>
                    <a:pt x="5872" y="1125"/>
                  </a:lnTo>
                  <a:lnTo>
                    <a:pt x="5872" y="1125"/>
                  </a:lnTo>
                  <a:lnTo>
                    <a:pt x="1147" y="34605"/>
                  </a:lnTo>
                  <a:cubicBezTo>
                    <a:pt x="1147" y="34753"/>
                    <a:pt x="1036" y="34827"/>
                    <a:pt x="888" y="34827"/>
                  </a:cubicBezTo>
                  <a:lnTo>
                    <a:pt x="851" y="34827"/>
                  </a:lnTo>
                  <a:cubicBezTo>
                    <a:pt x="703" y="34790"/>
                    <a:pt x="629" y="34716"/>
                    <a:pt x="629" y="34568"/>
                  </a:cubicBezTo>
                  <a:lnTo>
                    <a:pt x="3957" y="703"/>
                  </a:lnTo>
                  <a:close/>
                  <a:moveTo>
                    <a:pt x="3735" y="0"/>
                  </a:moveTo>
                  <a:cubicBezTo>
                    <a:pt x="3661" y="0"/>
                    <a:pt x="3550" y="0"/>
                    <a:pt x="3513" y="74"/>
                  </a:cubicBezTo>
                  <a:cubicBezTo>
                    <a:pt x="3439" y="111"/>
                    <a:pt x="3365" y="185"/>
                    <a:pt x="3365" y="296"/>
                  </a:cubicBezTo>
                  <a:lnTo>
                    <a:pt x="38" y="34494"/>
                  </a:lnTo>
                  <a:lnTo>
                    <a:pt x="1" y="34568"/>
                  </a:lnTo>
                  <a:cubicBezTo>
                    <a:pt x="1" y="34975"/>
                    <a:pt x="296" y="35344"/>
                    <a:pt x="703" y="35418"/>
                  </a:cubicBezTo>
                  <a:cubicBezTo>
                    <a:pt x="777" y="35455"/>
                    <a:pt x="814" y="35455"/>
                    <a:pt x="888" y="35455"/>
                  </a:cubicBezTo>
                  <a:cubicBezTo>
                    <a:pt x="1332" y="35455"/>
                    <a:pt x="1701" y="35160"/>
                    <a:pt x="1775" y="34716"/>
                  </a:cubicBezTo>
                  <a:lnTo>
                    <a:pt x="6508" y="925"/>
                  </a:lnTo>
                  <a:cubicBezTo>
                    <a:pt x="6544" y="740"/>
                    <a:pt x="6434" y="592"/>
                    <a:pt x="6286" y="555"/>
                  </a:cubicBezTo>
                  <a:lnTo>
                    <a:pt x="37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45"/>
            <p:cNvSpPr/>
            <p:nvPr/>
          </p:nvSpPr>
          <p:spPr>
            <a:xfrm>
              <a:off x="3415775" y="3231825"/>
              <a:ext cx="889175" cy="1075875"/>
            </a:xfrm>
            <a:custGeom>
              <a:rect b="b" l="l" r="r" t="t"/>
              <a:pathLst>
                <a:path extrusionOk="0" h="43035" w="35567">
                  <a:moveTo>
                    <a:pt x="4178" y="0"/>
                  </a:moveTo>
                  <a:cubicBezTo>
                    <a:pt x="1849" y="0"/>
                    <a:pt x="1" y="1923"/>
                    <a:pt x="111" y="4215"/>
                  </a:cubicBezTo>
                  <a:lnTo>
                    <a:pt x="1738" y="43034"/>
                  </a:lnTo>
                  <a:lnTo>
                    <a:pt x="32387" y="43034"/>
                  </a:lnTo>
                  <a:lnTo>
                    <a:pt x="35381" y="4363"/>
                  </a:lnTo>
                  <a:cubicBezTo>
                    <a:pt x="35566" y="1997"/>
                    <a:pt x="33718" y="0"/>
                    <a:pt x="313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45"/>
            <p:cNvSpPr/>
            <p:nvPr/>
          </p:nvSpPr>
          <p:spPr>
            <a:xfrm>
              <a:off x="3410225" y="3223500"/>
              <a:ext cx="898425" cy="1091575"/>
            </a:xfrm>
            <a:custGeom>
              <a:rect b="b" l="l" r="r" t="t"/>
              <a:pathLst>
                <a:path extrusionOk="0" h="43663" w="35937">
                  <a:moveTo>
                    <a:pt x="31574" y="629"/>
                  </a:moveTo>
                  <a:cubicBezTo>
                    <a:pt x="32609" y="629"/>
                    <a:pt x="33533" y="1073"/>
                    <a:pt x="34235" y="1738"/>
                  </a:cubicBezTo>
                  <a:cubicBezTo>
                    <a:pt x="34901" y="2440"/>
                    <a:pt x="35308" y="3365"/>
                    <a:pt x="35308" y="4400"/>
                  </a:cubicBezTo>
                  <a:cubicBezTo>
                    <a:pt x="35308" y="4474"/>
                    <a:pt x="35308" y="4585"/>
                    <a:pt x="35308" y="4696"/>
                  </a:cubicBezTo>
                  <a:lnTo>
                    <a:pt x="32313" y="43034"/>
                  </a:lnTo>
                  <a:lnTo>
                    <a:pt x="2244" y="43034"/>
                  </a:lnTo>
                  <a:lnTo>
                    <a:pt x="629" y="4548"/>
                  </a:lnTo>
                  <a:cubicBezTo>
                    <a:pt x="629" y="4511"/>
                    <a:pt x="629" y="4437"/>
                    <a:pt x="629" y="4400"/>
                  </a:cubicBezTo>
                  <a:cubicBezTo>
                    <a:pt x="629" y="3365"/>
                    <a:pt x="1036" y="2404"/>
                    <a:pt x="1738" y="1738"/>
                  </a:cubicBezTo>
                  <a:cubicBezTo>
                    <a:pt x="2404" y="1073"/>
                    <a:pt x="3328" y="629"/>
                    <a:pt x="4400" y="629"/>
                  </a:cubicBezTo>
                  <a:close/>
                  <a:moveTo>
                    <a:pt x="4400" y="0"/>
                  </a:moveTo>
                  <a:cubicBezTo>
                    <a:pt x="1960" y="0"/>
                    <a:pt x="1" y="1997"/>
                    <a:pt x="1" y="4400"/>
                  </a:cubicBezTo>
                  <a:cubicBezTo>
                    <a:pt x="1" y="4437"/>
                    <a:pt x="1" y="4511"/>
                    <a:pt x="1" y="4585"/>
                  </a:cubicBezTo>
                  <a:lnTo>
                    <a:pt x="1627" y="43367"/>
                  </a:lnTo>
                  <a:cubicBezTo>
                    <a:pt x="1664" y="43552"/>
                    <a:pt x="1775" y="43663"/>
                    <a:pt x="1960" y="43663"/>
                  </a:cubicBezTo>
                  <a:lnTo>
                    <a:pt x="32609" y="43663"/>
                  </a:lnTo>
                  <a:cubicBezTo>
                    <a:pt x="32757" y="43663"/>
                    <a:pt x="32905" y="43552"/>
                    <a:pt x="32905" y="43367"/>
                  </a:cubicBezTo>
                  <a:lnTo>
                    <a:pt x="35936" y="4733"/>
                  </a:lnTo>
                  <a:cubicBezTo>
                    <a:pt x="35936" y="4622"/>
                    <a:pt x="35936" y="4511"/>
                    <a:pt x="35936" y="4400"/>
                  </a:cubicBezTo>
                  <a:cubicBezTo>
                    <a:pt x="35936" y="1997"/>
                    <a:pt x="34014" y="0"/>
                    <a:pt x="315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45"/>
            <p:cNvSpPr/>
            <p:nvPr/>
          </p:nvSpPr>
          <p:spPr>
            <a:xfrm>
              <a:off x="3388050" y="4095075"/>
              <a:ext cx="902100" cy="212625"/>
            </a:xfrm>
            <a:custGeom>
              <a:rect b="b" l="l" r="r" t="t"/>
              <a:pathLst>
                <a:path extrusionOk="0" h="8505" w="36084">
                  <a:moveTo>
                    <a:pt x="0" y="1"/>
                  </a:moveTo>
                  <a:lnTo>
                    <a:pt x="0" y="8504"/>
                  </a:lnTo>
                  <a:lnTo>
                    <a:pt x="36084" y="8504"/>
                  </a:lnTo>
                  <a:lnTo>
                    <a:pt x="3608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45"/>
            <p:cNvSpPr/>
            <p:nvPr/>
          </p:nvSpPr>
          <p:spPr>
            <a:xfrm>
              <a:off x="3380650" y="4086775"/>
              <a:ext cx="916900" cy="228300"/>
            </a:xfrm>
            <a:custGeom>
              <a:rect b="b" l="l" r="r" t="t"/>
              <a:pathLst>
                <a:path extrusionOk="0" h="9132" w="36676">
                  <a:moveTo>
                    <a:pt x="36047" y="629"/>
                  </a:moveTo>
                  <a:lnTo>
                    <a:pt x="36047" y="8503"/>
                  </a:lnTo>
                  <a:lnTo>
                    <a:pt x="592" y="8503"/>
                  </a:lnTo>
                  <a:lnTo>
                    <a:pt x="592" y="629"/>
                  </a:lnTo>
                  <a:close/>
                  <a:moveTo>
                    <a:pt x="296" y="0"/>
                  </a:moveTo>
                  <a:cubicBezTo>
                    <a:pt x="222" y="0"/>
                    <a:pt x="149" y="37"/>
                    <a:pt x="75" y="111"/>
                  </a:cubicBezTo>
                  <a:cubicBezTo>
                    <a:pt x="1" y="148"/>
                    <a:pt x="1" y="259"/>
                    <a:pt x="1" y="333"/>
                  </a:cubicBezTo>
                  <a:lnTo>
                    <a:pt x="1" y="8836"/>
                  </a:lnTo>
                  <a:cubicBezTo>
                    <a:pt x="1" y="8910"/>
                    <a:pt x="1" y="8984"/>
                    <a:pt x="75" y="9058"/>
                  </a:cubicBezTo>
                  <a:cubicBezTo>
                    <a:pt x="149" y="9095"/>
                    <a:pt x="222" y="9132"/>
                    <a:pt x="296" y="9132"/>
                  </a:cubicBezTo>
                  <a:lnTo>
                    <a:pt x="36380" y="9132"/>
                  </a:lnTo>
                  <a:cubicBezTo>
                    <a:pt x="36454" y="9132"/>
                    <a:pt x="36528" y="9095"/>
                    <a:pt x="36602" y="9058"/>
                  </a:cubicBezTo>
                  <a:cubicBezTo>
                    <a:pt x="36639" y="8984"/>
                    <a:pt x="36675" y="8910"/>
                    <a:pt x="36675" y="8836"/>
                  </a:cubicBezTo>
                  <a:lnTo>
                    <a:pt x="36675" y="333"/>
                  </a:lnTo>
                  <a:cubicBezTo>
                    <a:pt x="36675" y="259"/>
                    <a:pt x="36639" y="148"/>
                    <a:pt x="36602" y="111"/>
                  </a:cubicBezTo>
                  <a:cubicBezTo>
                    <a:pt x="36528" y="37"/>
                    <a:pt x="36454" y="0"/>
                    <a:pt x="363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45"/>
            <p:cNvSpPr/>
            <p:nvPr/>
          </p:nvSpPr>
          <p:spPr>
            <a:xfrm>
              <a:off x="3342750" y="3850150"/>
              <a:ext cx="116500" cy="457550"/>
            </a:xfrm>
            <a:custGeom>
              <a:rect b="b" l="l" r="r" t="t"/>
              <a:pathLst>
                <a:path extrusionOk="0" h="18302" w="4660">
                  <a:moveTo>
                    <a:pt x="2330" y="1"/>
                  </a:moveTo>
                  <a:cubicBezTo>
                    <a:pt x="1036" y="1"/>
                    <a:pt x="1" y="1036"/>
                    <a:pt x="1" y="2330"/>
                  </a:cubicBezTo>
                  <a:lnTo>
                    <a:pt x="1923" y="18301"/>
                  </a:lnTo>
                  <a:lnTo>
                    <a:pt x="4659" y="18301"/>
                  </a:lnTo>
                  <a:lnTo>
                    <a:pt x="4659" y="2330"/>
                  </a:lnTo>
                  <a:cubicBezTo>
                    <a:pt x="4659" y="1036"/>
                    <a:pt x="3624" y="1"/>
                    <a:pt x="23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45"/>
            <p:cNvSpPr/>
            <p:nvPr/>
          </p:nvSpPr>
          <p:spPr>
            <a:xfrm>
              <a:off x="3335375" y="3842750"/>
              <a:ext cx="131250" cy="472325"/>
            </a:xfrm>
            <a:custGeom>
              <a:rect b="b" l="l" r="r" t="t"/>
              <a:pathLst>
                <a:path extrusionOk="0" h="18893" w="5250">
                  <a:moveTo>
                    <a:pt x="2625" y="592"/>
                  </a:moveTo>
                  <a:cubicBezTo>
                    <a:pt x="3734" y="592"/>
                    <a:pt x="4621" y="1517"/>
                    <a:pt x="4621" y="2626"/>
                  </a:cubicBezTo>
                  <a:lnTo>
                    <a:pt x="4621" y="18264"/>
                  </a:lnTo>
                  <a:lnTo>
                    <a:pt x="2477" y="18264"/>
                  </a:lnTo>
                  <a:lnTo>
                    <a:pt x="593" y="2598"/>
                  </a:lnTo>
                  <a:lnTo>
                    <a:pt x="593" y="2598"/>
                  </a:lnTo>
                  <a:cubicBezTo>
                    <a:pt x="643" y="1501"/>
                    <a:pt x="1525" y="592"/>
                    <a:pt x="2625" y="592"/>
                  </a:cubicBezTo>
                  <a:close/>
                  <a:moveTo>
                    <a:pt x="2625" y="1"/>
                  </a:moveTo>
                  <a:cubicBezTo>
                    <a:pt x="1183" y="1"/>
                    <a:pt x="0" y="1147"/>
                    <a:pt x="0" y="2626"/>
                  </a:cubicBezTo>
                  <a:lnTo>
                    <a:pt x="0" y="2663"/>
                  </a:lnTo>
                  <a:lnTo>
                    <a:pt x="1923" y="18634"/>
                  </a:lnTo>
                  <a:cubicBezTo>
                    <a:pt x="1923" y="18782"/>
                    <a:pt x="2070" y="18893"/>
                    <a:pt x="2218" y="18893"/>
                  </a:cubicBezTo>
                  <a:lnTo>
                    <a:pt x="4954" y="18893"/>
                  </a:lnTo>
                  <a:cubicBezTo>
                    <a:pt x="5028" y="18893"/>
                    <a:pt x="5102" y="18856"/>
                    <a:pt x="5176" y="18819"/>
                  </a:cubicBezTo>
                  <a:cubicBezTo>
                    <a:pt x="5213" y="18745"/>
                    <a:pt x="5250" y="18671"/>
                    <a:pt x="5250" y="18597"/>
                  </a:cubicBezTo>
                  <a:lnTo>
                    <a:pt x="5250" y="2626"/>
                  </a:lnTo>
                  <a:cubicBezTo>
                    <a:pt x="5250" y="1147"/>
                    <a:pt x="4067" y="1"/>
                    <a:pt x="26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45"/>
            <p:cNvSpPr/>
            <p:nvPr/>
          </p:nvSpPr>
          <p:spPr>
            <a:xfrm>
              <a:off x="4225425" y="3850150"/>
              <a:ext cx="116500" cy="457550"/>
            </a:xfrm>
            <a:custGeom>
              <a:rect b="b" l="l" r="r" t="t"/>
              <a:pathLst>
                <a:path extrusionOk="0" h="18302" w="4660">
                  <a:moveTo>
                    <a:pt x="2330" y="1"/>
                  </a:moveTo>
                  <a:cubicBezTo>
                    <a:pt x="1036" y="1"/>
                    <a:pt x="1" y="1036"/>
                    <a:pt x="1" y="2330"/>
                  </a:cubicBezTo>
                  <a:lnTo>
                    <a:pt x="1" y="18301"/>
                  </a:lnTo>
                  <a:lnTo>
                    <a:pt x="2737" y="18301"/>
                  </a:lnTo>
                  <a:lnTo>
                    <a:pt x="4659" y="2330"/>
                  </a:lnTo>
                  <a:cubicBezTo>
                    <a:pt x="4659" y="1036"/>
                    <a:pt x="3587" y="1"/>
                    <a:pt x="23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45"/>
            <p:cNvSpPr/>
            <p:nvPr/>
          </p:nvSpPr>
          <p:spPr>
            <a:xfrm>
              <a:off x="4218050" y="3842750"/>
              <a:ext cx="131250" cy="472325"/>
            </a:xfrm>
            <a:custGeom>
              <a:rect b="b" l="l" r="r" t="t"/>
              <a:pathLst>
                <a:path extrusionOk="0" h="18893" w="5250">
                  <a:moveTo>
                    <a:pt x="2625" y="592"/>
                  </a:moveTo>
                  <a:cubicBezTo>
                    <a:pt x="3723" y="592"/>
                    <a:pt x="4603" y="1497"/>
                    <a:pt x="4621" y="2591"/>
                  </a:cubicBezTo>
                  <a:lnTo>
                    <a:pt x="4621" y="2591"/>
                  </a:lnTo>
                  <a:lnTo>
                    <a:pt x="2736" y="18264"/>
                  </a:lnTo>
                  <a:lnTo>
                    <a:pt x="592" y="18264"/>
                  </a:lnTo>
                  <a:lnTo>
                    <a:pt x="592" y="2626"/>
                  </a:lnTo>
                  <a:cubicBezTo>
                    <a:pt x="592" y="1517"/>
                    <a:pt x="1516" y="592"/>
                    <a:pt x="2625" y="592"/>
                  </a:cubicBezTo>
                  <a:close/>
                  <a:moveTo>
                    <a:pt x="2625" y="1"/>
                  </a:moveTo>
                  <a:cubicBezTo>
                    <a:pt x="1183" y="1"/>
                    <a:pt x="0" y="1147"/>
                    <a:pt x="0" y="2626"/>
                  </a:cubicBezTo>
                  <a:lnTo>
                    <a:pt x="0" y="18597"/>
                  </a:lnTo>
                  <a:cubicBezTo>
                    <a:pt x="0" y="18671"/>
                    <a:pt x="37" y="18745"/>
                    <a:pt x="74" y="18819"/>
                  </a:cubicBezTo>
                  <a:cubicBezTo>
                    <a:pt x="148" y="18856"/>
                    <a:pt x="222" y="18893"/>
                    <a:pt x="296" y="18893"/>
                  </a:cubicBezTo>
                  <a:lnTo>
                    <a:pt x="3032" y="18893"/>
                  </a:lnTo>
                  <a:cubicBezTo>
                    <a:pt x="3179" y="18893"/>
                    <a:pt x="3327" y="18782"/>
                    <a:pt x="3327" y="18634"/>
                  </a:cubicBezTo>
                  <a:lnTo>
                    <a:pt x="5250" y="2663"/>
                  </a:lnTo>
                  <a:lnTo>
                    <a:pt x="5250" y="2626"/>
                  </a:lnTo>
                  <a:cubicBezTo>
                    <a:pt x="5250" y="1147"/>
                    <a:pt x="4067" y="1"/>
                    <a:pt x="26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45"/>
            <p:cNvSpPr/>
            <p:nvPr/>
          </p:nvSpPr>
          <p:spPr>
            <a:xfrm>
              <a:off x="3548875" y="3556225"/>
              <a:ext cx="574000" cy="329075"/>
            </a:xfrm>
            <a:custGeom>
              <a:rect b="b" l="l" r="r" t="t"/>
              <a:pathLst>
                <a:path extrusionOk="0" h="13163" w="22960">
                  <a:moveTo>
                    <a:pt x="0" y="1"/>
                  </a:moveTo>
                  <a:lnTo>
                    <a:pt x="1294" y="13162"/>
                  </a:lnTo>
                  <a:lnTo>
                    <a:pt x="21665" y="13162"/>
                  </a:lnTo>
                  <a:lnTo>
                    <a:pt x="229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45"/>
            <p:cNvSpPr/>
            <p:nvPr/>
          </p:nvSpPr>
          <p:spPr>
            <a:xfrm>
              <a:off x="3541475" y="3548850"/>
              <a:ext cx="588775" cy="343850"/>
            </a:xfrm>
            <a:custGeom>
              <a:rect b="b" l="l" r="r" t="t"/>
              <a:pathLst>
                <a:path extrusionOk="0" h="13754" w="23551">
                  <a:moveTo>
                    <a:pt x="22885" y="592"/>
                  </a:moveTo>
                  <a:lnTo>
                    <a:pt x="21665" y="13125"/>
                  </a:lnTo>
                  <a:lnTo>
                    <a:pt x="1886" y="13125"/>
                  </a:lnTo>
                  <a:lnTo>
                    <a:pt x="626" y="592"/>
                  </a:lnTo>
                  <a:close/>
                  <a:moveTo>
                    <a:pt x="296" y="0"/>
                  </a:moveTo>
                  <a:cubicBezTo>
                    <a:pt x="222" y="0"/>
                    <a:pt x="148" y="37"/>
                    <a:pt x="74" y="74"/>
                  </a:cubicBezTo>
                  <a:cubicBezTo>
                    <a:pt x="1" y="148"/>
                    <a:pt x="1" y="259"/>
                    <a:pt x="1" y="333"/>
                  </a:cubicBezTo>
                  <a:lnTo>
                    <a:pt x="1295" y="13457"/>
                  </a:lnTo>
                  <a:cubicBezTo>
                    <a:pt x="1295" y="13642"/>
                    <a:pt x="1442" y="13753"/>
                    <a:pt x="1590" y="13753"/>
                  </a:cubicBezTo>
                  <a:lnTo>
                    <a:pt x="21961" y="13753"/>
                  </a:lnTo>
                  <a:cubicBezTo>
                    <a:pt x="22109" y="13753"/>
                    <a:pt x="22257" y="13642"/>
                    <a:pt x="22257" y="13457"/>
                  </a:cubicBezTo>
                  <a:lnTo>
                    <a:pt x="23551" y="333"/>
                  </a:lnTo>
                  <a:cubicBezTo>
                    <a:pt x="23551" y="259"/>
                    <a:pt x="23514" y="148"/>
                    <a:pt x="23477" y="74"/>
                  </a:cubicBezTo>
                  <a:cubicBezTo>
                    <a:pt x="23403" y="37"/>
                    <a:pt x="23329" y="0"/>
                    <a:pt x="232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45"/>
            <p:cNvSpPr/>
            <p:nvPr/>
          </p:nvSpPr>
          <p:spPr>
            <a:xfrm>
              <a:off x="3337225" y="3015525"/>
              <a:ext cx="1061075" cy="603575"/>
            </a:xfrm>
            <a:custGeom>
              <a:rect b="b" l="l" r="r" t="t"/>
              <a:pathLst>
                <a:path extrusionOk="0" h="24143" w="42443">
                  <a:moveTo>
                    <a:pt x="22552" y="1"/>
                  </a:moveTo>
                  <a:lnTo>
                    <a:pt x="16748" y="112"/>
                  </a:lnTo>
                  <a:lnTo>
                    <a:pt x="5878" y="6212"/>
                  </a:lnTo>
                  <a:lnTo>
                    <a:pt x="0" y="24143"/>
                  </a:lnTo>
                  <a:lnTo>
                    <a:pt x="42442" y="24143"/>
                  </a:lnTo>
                  <a:cubicBezTo>
                    <a:pt x="42442" y="24143"/>
                    <a:pt x="35640" y="6693"/>
                    <a:pt x="34309" y="5805"/>
                  </a:cubicBezTo>
                  <a:cubicBezTo>
                    <a:pt x="32978" y="4881"/>
                    <a:pt x="22552" y="1"/>
                    <a:pt x="225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45"/>
            <p:cNvSpPr/>
            <p:nvPr/>
          </p:nvSpPr>
          <p:spPr>
            <a:xfrm>
              <a:off x="3328900" y="3008150"/>
              <a:ext cx="1076800" cy="619275"/>
            </a:xfrm>
            <a:custGeom>
              <a:rect b="b" l="l" r="r" t="t"/>
              <a:pathLst>
                <a:path extrusionOk="0" h="24771" w="43072">
                  <a:moveTo>
                    <a:pt x="22743" y="594"/>
                  </a:moveTo>
                  <a:cubicBezTo>
                    <a:pt x="22812" y="625"/>
                    <a:pt x="23458" y="914"/>
                    <a:pt x="24401" y="1368"/>
                  </a:cubicBezTo>
                  <a:cubicBezTo>
                    <a:pt x="25880" y="2071"/>
                    <a:pt x="28172" y="3143"/>
                    <a:pt x="30205" y="4141"/>
                  </a:cubicBezTo>
                  <a:cubicBezTo>
                    <a:pt x="31203" y="4622"/>
                    <a:pt x="32165" y="5102"/>
                    <a:pt x="32941" y="5472"/>
                  </a:cubicBezTo>
                  <a:cubicBezTo>
                    <a:pt x="33681" y="5879"/>
                    <a:pt x="34235" y="6174"/>
                    <a:pt x="34457" y="6322"/>
                  </a:cubicBezTo>
                  <a:cubicBezTo>
                    <a:pt x="34494" y="6359"/>
                    <a:pt x="34605" y="6433"/>
                    <a:pt x="34716" y="6618"/>
                  </a:cubicBezTo>
                  <a:cubicBezTo>
                    <a:pt x="35122" y="7246"/>
                    <a:pt x="35862" y="8688"/>
                    <a:pt x="36675" y="10500"/>
                  </a:cubicBezTo>
                  <a:cubicBezTo>
                    <a:pt x="37895" y="13236"/>
                    <a:pt x="39337" y="16748"/>
                    <a:pt x="40483" y="19558"/>
                  </a:cubicBezTo>
                  <a:cubicBezTo>
                    <a:pt x="41075" y="21000"/>
                    <a:pt x="41555" y="22257"/>
                    <a:pt x="41925" y="23144"/>
                  </a:cubicBezTo>
                  <a:cubicBezTo>
                    <a:pt x="42082" y="23563"/>
                    <a:pt x="42215" y="23900"/>
                    <a:pt x="42311" y="24142"/>
                  </a:cubicBezTo>
                  <a:lnTo>
                    <a:pt x="777" y="24142"/>
                  </a:lnTo>
                  <a:lnTo>
                    <a:pt x="6470" y="6692"/>
                  </a:lnTo>
                  <a:lnTo>
                    <a:pt x="17166" y="701"/>
                  </a:lnTo>
                  <a:lnTo>
                    <a:pt x="17166" y="701"/>
                  </a:lnTo>
                  <a:lnTo>
                    <a:pt x="22743" y="594"/>
                  </a:lnTo>
                  <a:close/>
                  <a:moveTo>
                    <a:pt x="22848" y="0"/>
                  </a:moveTo>
                  <a:lnTo>
                    <a:pt x="17081" y="74"/>
                  </a:lnTo>
                  <a:lnTo>
                    <a:pt x="16933" y="148"/>
                  </a:lnTo>
                  <a:lnTo>
                    <a:pt x="6063" y="6211"/>
                  </a:lnTo>
                  <a:cubicBezTo>
                    <a:pt x="5990" y="6248"/>
                    <a:pt x="5953" y="6322"/>
                    <a:pt x="5916" y="6396"/>
                  </a:cubicBezTo>
                  <a:lnTo>
                    <a:pt x="37" y="24364"/>
                  </a:lnTo>
                  <a:cubicBezTo>
                    <a:pt x="0" y="24438"/>
                    <a:pt x="37" y="24549"/>
                    <a:pt x="74" y="24623"/>
                  </a:cubicBezTo>
                  <a:cubicBezTo>
                    <a:pt x="148" y="24734"/>
                    <a:pt x="222" y="24771"/>
                    <a:pt x="333" y="24771"/>
                  </a:cubicBezTo>
                  <a:lnTo>
                    <a:pt x="42775" y="24771"/>
                  </a:lnTo>
                  <a:cubicBezTo>
                    <a:pt x="42849" y="24771"/>
                    <a:pt x="42960" y="24697"/>
                    <a:pt x="43034" y="24623"/>
                  </a:cubicBezTo>
                  <a:cubicBezTo>
                    <a:pt x="43071" y="24549"/>
                    <a:pt x="43071" y="24438"/>
                    <a:pt x="43034" y="24327"/>
                  </a:cubicBezTo>
                  <a:cubicBezTo>
                    <a:pt x="43034" y="24327"/>
                    <a:pt x="41333" y="19964"/>
                    <a:pt x="39485" y="15491"/>
                  </a:cubicBezTo>
                  <a:cubicBezTo>
                    <a:pt x="38561" y="13236"/>
                    <a:pt x="37562" y="10981"/>
                    <a:pt x="36749" y="9206"/>
                  </a:cubicBezTo>
                  <a:cubicBezTo>
                    <a:pt x="36342" y="8319"/>
                    <a:pt x="35973" y="7579"/>
                    <a:pt x="35640" y="6988"/>
                  </a:cubicBezTo>
                  <a:cubicBezTo>
                    <a:pt x="35492" y="6692"/>
                    <a:pt x="35344" y="6470"/>
                    <a:pt x="35196" y="6285"/>
                  </a:cubicBezTo>
                  <a:cubicBezTo>
                    <a:pt x="35085" y="6063"/>
                    <a:pt x="34974" y="5953"/>
                    <a:pt x="34827" y="5842"/>
                  </a:cubicBezTo>
                  <a:cubicBezTo>
                    <a:pt x="34642" y="5694"/>
                    <a:pt x="34309" y="5509"/>
                    <a:pt x="33902" y="5287"/>
                  </a:cubicBezTo>
                  <a:cubicBezTo>
                    <a:pt x="31019" y="3734"/>
                    <a:pt x="22996" y="37"/>
                    <a:pt x="22996" y="37"/>
                  </a:cubicBezTo>
                  <a:lnTo>
                    <a:pt x="2284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45"/>
            <p:cNvSpPr/>
            <p:nvPr/>
          </p:nvSpPr>
          <p:spPr>
            <a:xfrm>
              <a:off x="3938900" y="2856775"/>
              <a:ext cx="52725" cy="82300"/>
            </a:xfrm>
            <a:custGeom>
              <a:rect b="b" l="l" r="r" t="t"/>
              <a:pathLst>
                <a:path extrusionOk="0" h="3292" w="2109">
                  <a:moveTo>
                    <a:pt x="1480" y="0"/>
                  </a:moveTo>
                  <a:cubicBezTo>
                    <a:pt x="1085" y="0"/>
                    <a:pt x="592" y="362"/>
                    <a:pt x="592" y="362"/>
                  </a:cubicBezTo>
                  <a:lnTo>
                    <a:pt x="518" y="768"/>
                  </a:lnTo>
                  <a:lnTo>
                    <a:pt x="1" y="2913"/>
                  </a:lnTo>
                  <a:cubicBezTo>
                    <a:pt x="1" y="2913"/>
                    <a:pt x="332" y="3291"/>
                    <a:pt x="824" y="3291"/>
                  </a:cubicBezTo>
                  <a:cubicBezTo>
                    <a:pt x="947" y="3291"/>
                    <a:pt x="1080" y="3268"/>
                    <a:pt x="1221" y="3208"/>
                  </a:cubicBezTo>
                  <a:cubicBezTo>
                    <a:pt x="1923" y="2913"/>
                    <a:pt x="2108" y="1175"/>
                    <a:pt x="1923" y="362"/>
                  </a:cubicBezTo>
                  <a:cubicBezTo>
                    <a:pt x="1849" y="91"/>
                    <a:pt x="1677" y="0"/>
                    <a:pt x="1480"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45"/>
            <p:cNvSpPr/>
            <p:nvPr/>
          </p:nvSpPr>
          <p:spPr>
            <a:xfrm>
              <a:off x="3930600" y="2849175"/>
              <a:ext cx="65650" cy="98000"/>
            </a:xfrm>
            <a:custGeom>
              <a:rect b="b" l="l" r="r" t="t"/>
              <a:pathLst>
                <a:path extrusionOk="0" h="3920" w="2626">
                  <a:moveTo>
                    <a:pt x="1886" y="629"/>
                  </a:moveTo>
                  <a:cubicBezTo>
                    <a:pt x="1923" y="629"/>
                    <a:pt x="1923" y="666"/>
                    <a:pt x="1960" y="740"/>
                  </a:cubicBezTo>
                  <a:cubicBezTo>
                    <a:pt x="1997" y="888"/>
                    <a:pt x="2034" y="1146"/>
                    <a:pt x="2034" y="1405"/>
                  </a:cubicBezTo>
                  <a:cubicBezTo>
                    <a:pt x="2034" y="1775"/>
                    <a:pt x="1960" y="2219"/>
                    <a:pt x="1849" y="2588"/>
                  </a:cubicBezTo>
                  <a:cubicBezTo>
                    <a:pt x="1738" y="2958"/>
                    <a:pt x="1553" y="3180"/>
                    <a:pt x="1405" y="3217"/>
                  </a:cubicBezTo>
                  <a:cubicBezTo>
                    <a:pt x="1331" y="3291"/>
                    <a:pt x="1220" y="3291"/>
                    <a:pt x="1146" y="3291"/>
                  </a:cubicBezTo>
                  <a:cubicBezTo>
                    <a:pt x="961" y="3291"/>
                    <a:pt x="850" y="3217"/>
                    <a:pt x="740" y="3143"/>
                  </a:cubicBezTo>
                  <a:lnTo>
                    <a:pt x="676" y="3095"/>
                  </a:lnTo>
                  <a:lnTo>
                    <a:pt x="676" y="3095"/>
                  </a:lnTo>
                  <a:lnTo>
                    <a:pt x="1146" y="1146"/>
                  </a:lnTo>
                  <a:lnTo>
                    <a:pt x="1194" y="886"/>
                  </a:lnTo>
                  <a:lnTo>
                    <a:pt x="1194" y="886"/>
                  </a:lnTo>
                  <a:cubicBezTo>
                    <a:pt x="1248" y="846"/>
                    <a:pt x="1335" y="793"/>
                    <a:pt x="1442" y="740"/>
                  </a:cubicBezTo>
                  <a:cubicBezTo>
                    <a:pt x="1553" y="666"/>
                    <a:pt x="1738" y="629"/>
                    <a:pt x="1812" y="629"/>
                  </a:cubicBezTo>
                  <a:close/>
                  <a:moveTo>
                    <a:pt x="1812" y="0"/>
                  </a:moveTo>
                  <a:cubicBezTo>
                    <a:pt x="1516" y="0"/>
                    <a:pt x="1294" y="111"/>
                    <a:pt x="1072" y="222"/>
                  </a:cubicBezTo>
                  <a:cubicBezTo>
                    <a:pt x="887" y="333"/>
                    <a:pt x="777" y="407"/>
                    <a:pt x="740" y="407"/>
                  </a:cubicBezTo>
                  <a:cubicBezTo>
                    <a:pt x="703" y="481"/>
                    <a:pt x="666" y="518"/>
                    <a:pt x="629" y="592"/>
                  </a:cubicBezTo>
                  <a:lnTo>
                    <a:pt x="518" y="998"/>
                  </a:lnTo>
                  <a:lnTo>
                    <a:pt x="37" y="3143"/>
                  </a:lnTo>
                  <a:cubicBezTo>
                    <a:pt x="0" y="3217"/>
                    <a:pt x="37" y="3328"/>
                    <a:pt x="74" y="3402"/>
                  </a:cubicBezTo>
                  <a:cubicBezTo>
                    <a:pt x="111" y="3402"/>
                    <a:pt x="185" y="3549"/>
                    <a:pt x="370" y="3660"/>
                  </a:cubicBezTo>
                  <a:cubicBezTo>
                    <a:pt x="555" y="3771"/>
                    <a:pt x="814" y="3919"/>
                    <a:pt x="1146" y="3919"/>
                  </a:cubicBezTo>
                  <a:cubicBezTo>
                    <a:pt x="1294" y="3919"/>
                    <a:pt x="1479" y="3882"/>
                    <a:pt x="1664" y="3808"/>
                  </a:cubicBezTo>
                  <a:cubicBezTo>
                    <a:pt x="2071" y="3623"/>
                    <a:pt x="2292" y="3217"/>
                    <a:pt x="2440" y="2773"/>
                  </a:cubicBezTo>
                  <a:cubicBezTo>
                    <a:pt x="2588" y="2329"/>
                    <a:pt x="2625" y="1849"/>
                    <a:pt x="2625" y="1405"/>
                  </a:cubicBezTo>
                  <a:cubicBezTo>
                    <a:pt x="2625" y="1109"/>
                    <a:pt x="2625" y="814"/>
                    <a:pt x="2551" y="592"/>
                  </a:cubicBezTo>
                  <a:cubicBezTo>
                    <a:pt x="2514" y="407"/>
                    <a:pt x="2403" y="259"/>
                    <a:pt x="2255" y="148"/>
                  </a:cubicBezTo>
                  <a:cubicBezTo>
                    <a:pt x="2144" y="37"/>
                    <a:pt x="1960" y="0"/>
                    <a:pt x="18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45"/>
            <p:cNvSpPr/>
            <p:nvPr/>
          </p:nvSpPr>
          <p:spPr>
            <a:xfrm>
              <a:off x="3667175" y="2856775"/>
              <a:ext cx="53625" cy="82300"/>
            </a:xfrm>
            <a:custGeom>
              <a:rect b="b" l="l" r="r" t="t"/>
              <a:pathLst>
                <a:path extrusionOk="0" h="3292" w="2145">
                  <a:moveTo>
                    <a:pt x="640" y="0"/>
                  </a:moveTo>
                  <a:cubicBezTo>
                    <a:pt x="448" y="0"/>
                    <a:pt x="284" y="91"/>
                    <a:pt x="222" y="362"/>
                  </a:cubicBezTo>
                  <a:cubicBezTo>
                    <a:pt x="1" y="1175"/>
                    <a:pt x="222" y="2913"/>
                    <a:pt x="925" y="3208"/>
                  </a:cubicBezTo>
                  <a:cubicBezTo>
                    <a:pt x="1065" y="3268"/>
                    <a:pt x="1198" y="3291"/>
                    <a:pt x="1321" y="3291"/>
                  </a:cubicBezTo>
                  <a:cubicBezTo>
                    <a:pt x="1814" y="3291"/>
                    <a:pt x="2145" y="2913"/>
                    <a:pt x="2145" y="2913"/>
                  </a:cubicBezTo>
                  <a:lnTo>
                    <a:pt x="1627" y="768"/>
                  </a:lnTo>
                  <a:lnTo>
                    <a:pt x="1516" y="362"/>
                  </a:lnTo>
                  <a:cubicBezTo>
                    <a:pt x="1516" y="362"/>
                    <a:pt x="1023" y="0"/>
                    <a:pt x="640"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45"/>
            <p:cNvSpPr/>
            <p:nvPr/>
          </p:nvSpPr>
          <p:spPr>
            <a:xfrm>
              <a:off x="3662550" y="2849175"/>
              <a:ext cx="65650" cy="98000"/>
            </a:xfrm>
            <a:custGeom>
              <a:rect b="b" l="l" r="r" t="t"/>
              <a:pathLst>
                <a:path extrusionOk="0" h="3920" w="2626">
                  <a:moveTo>
                    <a:pt x="814" y="629"/>
                  </a:moveTo>
                  <a:cubicBezTo>
                    <a:pt x="925" y="629"/>
                    <a:pt x="1110" y="666"/>
                    <a:pt x="1258" y="777"/>
                  </a:cubicBezTo>
                  <a:cubicBezTo>
                    <a:pt x="1332" y="814"/>
                    <a:pt x="1406" y="851"/>
                    <a:pt x="1443" y="888"/>
                  </a:cubicBezTo>
                  <a:lnTo>
                    <a:pt x="1446" y="890"/>
                  </a:lnTo>
                  <a:lnTo>
                    <a:pt x="1516" y="1146"/>
                  </a:lnTo>
                  <a:lnTo>
                    <a:pt x="1987" y="3094"/>
                  </a:lnTo>
                  <a:lnTo>
                    <a:pt x="1987" y="3094"/>
                  </a:lnTo>
                  <a:cubicBezTo>
                    <a:pt x="1959" y="3113"/>
                    <a:pt x="1925" y="3130"/>
                    <a:pt x="1886" y="3143"/>
                  </a:cubicBezTo>
                  <a:cubicBezTo>
                    <a:pt x="1775" y="3217"/>
                    <a:pt x="1664" y="3291"/>
                    <a:pt x="1516" y="3291"/>
                  </a:cubicBezTo>
                  <a:cubicBezTo>
                    <a:pt x="1406" y="3291"/>
                    <a:pt x="1332" y="3291"/>
                    <a:pt x="1221" y="3217"/>
                  </a:cubicBezTo>
                  <a:cubicBezTo>
                    <a:pt x="1110" y="3180"/>
                    <a:pt x="925" y="2958"/>
                    <a:pt x="814" y="2588"/>
                  </a:cubicBezTo>
                  <a:cubicBezTo>
                    <a:pt x="666" y="2219"/>
                    <a:pt x="629" y="1775"/>
                    <a:pt x="629" y="1405"/>
                  </a:cubicBezTo>
                  <a:cubicBezTo>
                    <a:pt x="629" y="1146"/>
                    <a:pt x="629" y="925"/>
                    <a:pt x="703" y="740"/>
                  </a:cubicBezTo>
                  <a:cubicBezTo>
                    <a:pt x="703" y="666"/>
                    <a:pt x="740" y="629"/>
                    <a:pt x="740" y="629"/>
                  </a:cubicBezTo>
                  <a:close/>
                  <a:moveTo>
                    <a:pt x="814" y="0"/>
                  </a:moveTo>
                  <a:cubicBezTo>
                    <a:pt x="666" y="0"/>
                    <a:pt x="518" y="37"/>
                    <a:pt x="370" y="148"/>
                  </a:cubicBezTo>
                  <a:cubicBezTo>
                    <a:pt x="223" y="259"/>
                    <a:pt x="149" y="407"/>
                    <a:pt x="75" y="592"/>
                  </a:cubicBezTo>
                  <a:cubicBezTo>
                    <a:pt x="38" y="814"/>
                    <a:pt x="1" y="1109"/>
                    <a:pt x="1" y="1405"/>
                  </a:cubicBezTo>
                  <a:cubicBezTo>
                    <a:pt x="1" y="1849"/>
                    <a:pt x="75" y="2329"/>
                    <a:pt x="223" y="2773"/>
                  </a:cubicBezTo>
                  <a:cubicBezTo>
                    <a:pt x="370" y="3217"/>
                    <a:pt x="555" y="3623"/>
                    <a:pt x="962" y="3808"/>
                  </a:cubicBezTo>
                  <a:cubicBezTo>
                    <a:pt x="1147" y="3882"/>
                    <a:pt x="1332" y="3919"/>
                    <a:pt x="1516" y="3919"/>
                  </a:cubicBezTo>
                  <a:cubicBezTo>
                    <a:pt x="1812" y="3919"/>
                    <a:pt x="2108" y="3771"/>
                    <a:pt x="2256" y="3660"/>
                  </a:cubicBezTo>
                  <a:cubicBezTo>
                    <a:pt x="2441" y="3549"/>
                    <a:pt x="2552" y="3402"/>
                    <a:pt x="2552" y="3402"/>
                  </a:cubicBezTo>
                  <a:cubicBezTo>
                    <a:pt x="2626" y="3328"/>
                    <a:pt x="2626" y="3217"/>
                    <a:pt x="2626" y="3143"/>
                  </a:cubicBezTo>
                  <a:lnTo>
                    <a:pt x="2108" y="998"/>
                  </a:lnTo>
                  <a:lnTo>
                    <a:pt x="1997" y="592"/>
                  </a:lnTo>
                  <a:cubicBezTo>
                    <a:pt x="1997" y="518"/>
                    <a:pt x="1960" y="481"/>
                    <a:pt x="1886" y="407"/>
                  </a:cubicBezTo>
                  <a:cubicBezTo>
                    <a:pt x="1886" y="407"/>
                    <a:pt x="1738" y="333"/>
                    <a:pt x="1553" y="222"/>
                  </a:cubicBezTo>
                  <a:cubicBezTo>
                    <a:pt x="1369" y="111"/>
                    <a:pt x="1110" y="0"/>
                    <a:pt x="8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45"/>
            <p:cNvSpPr/>
            <p:nvPr/>
          </p:nvSpPr>
          <p:spPr>
            <a:xfrm>
              <a:off x="3694900" y="2954900"/>
              <a:ext cx="289325" cy="233500"/>
            </a:xfrm>
            <a:custGeom>
              <a:rect b="b" l="l" r="r" t="t"/>
              <a:pathLst>
                <a:path extrusionOk="0" h="9340" w="11573">
                  <a:moveTo>
                    <a:pt x="5371" y="0"/>
                  </a:moveTo>
                  <a:cubicBezTo>
                    <a:pt x="4082" y="0"/>
                    <a:pt x="2795" y="308"/>
                    <a:pt x="2034" y="1021"/>
                  </a:cubicBezTo>
                  <a:cubicBezTo>
                    <a:pt x="2034" y="1021"/>
                    <a:pt x="1110" y="1724"/>
                    <a:pt x="925" y="2426"/>
                  </a:cubicBezTo>
                  <a:cubicBezTo>
                    <a:pt x="703" y="3128"/>
                    <a:pt x="1" y="8933"/>
                    <a:pt x="1" y="8933"/>
                  </a:cubicBezTo>
                  <a:cubicBezTo>
                    <a:pt x="1" y="8933"/>
                    <a:pt x="3883" y="6382"/>
                    <a:pt x="4992" y="6197"/>
                  </a:cubicBezTo>
                  <a:cubicBezTo>
                    <a:pt x="5027" y="6190"/>
                    <a:pt x="5067" y="6187"/>
                    <a:pt x="5111" y="6187"/>
                  </a:cubicBezTo>
                  <a:cubicBezTo>
                    <a:pt x="6444" y="6187"/>
                    <a:pt x="11572" y="9340"/>
                    <a:pt x="11572" y="9340"/>
                  </a:cubicBezTo>
                  <a:cubicBezTo>
                    <a:pt x="11572" y="9340"/>
                    <a:pt x="10278" y="2722"/>
                    <a:pt x="9243" y="1317"/>
                  </a:cubicBezTo>
                  <a:cubicBezTo>
                    <a:pt x="8682" y="507"/>
                    <a:pt x="7025" y="0"/>
                    <a:pt x="537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45"/>
            <p:cNvSpPr/>
            <p:nvPr/>
          </p:nvSpPr>
          <p:spPr>
            <a:xfrm>
              <a:off x="3687500" y="2947150"/>
              <a:ext cx="305050" cy="249100"/>
            </a:xfrm>
            <a:custGeom>
              <a:rect b="b" l="l" r="r" t="t"/>
              <a:pathLst>
                <a:path extrusionOk="0" h="9964" w="12202">
                  <a:moveTo>
                    <a:pt x="2146" y="1074"/>
                  </a:moveTo>
                  <a:lnTo>
                    <a:pt x="2146" y="1074"/>
                  </a:lnTo>
                  <a:cubicBezTo>
                    <a:pt x="2146" y="1074"/>
                    <a:pt x="2146" y="1074"/>
                    <a:pt x="2146" y="1074"/>
                  </a:cubicBezTo>
                  <a:lnTo>
                    <a:pt x="2146" y="1074"/>
                  </a:lnTo>
                  <a:lnTo>
                    <a:pt x="2146" y="1074"/>
                  </a:lnTo>
                  <a:close/>
                  <a:moveTo>
                    <a:pt x="5620" y="629"/>
                  </a:moveTo>
                  <a:cubicBezTo>
                    <a:pt x="6434" y="629"/>
                    <a:pt x="7247" y="740"/>
                    <a:pt x="7913" y="961"/>
                  </a:cubicBezTo>
                  <a:cubicBezTo>
                    <a:pt x="8578" y="1183"/>
                    <a:pt x="9059" y="1479"/>
                    <a:pt x="9281" y="1812"/>
                  </a:cubicBezTo>
                  <a:cubicBezTo>
                    <a:pt x="9502" y="2107"/>
                    <a:pt x="9798" y="2773"/>
                    <a:pt x="10057" y="3586"/>
                  </a:cubicBezTo>
                  <a:cubicBezTo>
                    <a:pt x="10427" y="4769"/>
                    <a:pt x="10833" y="6322"/>
                    <a:pt x="11092" y="7542"/>
                  </a:cubicBezTo>
                  <a:cubicBezTo>
                    <a:pt x="11233" y="8141"/>
                    <a:pt x="11340" y="8639"/>
                    <a:pt x="11446" y="9037"/>
                  </a:cubicBezTo>
                  <a:lnTo>
                    <a:pt x="11446" y="9037"/>
                  </a:lnTo>
                  <a:cubicBezTo>
                    <a:pt x="10926" y="8727"/>
                    <a:pt x="10129" y="8258"/>
                    <a:pt x="9281" y="7801"/>
                  </a:cubicBezTo>
                  <a:cubicBezTo>
                    <a:pt x="8541" y="7394"/>
                    <a:pt x="7765" y="6988"/>
                    <a:pt x="7099" y="6692"/>
                  </a:cubicBezTo>
                  <a:cubicBezTo>
                    <a:pt x="6730" y="6544"/>
                    <a:pt x="6434" y="6433"/>
                    <a:pt x="6138" y="6322"/>
                  </a:cubicBezTo>
                  <a:cubicBezTo>
                    <a:pt x="5842" y="6248"/>
                    <a:pt x="5620" y="6174"/>
                    <a:pt x="5399" y="6174"/>
                  </a:cubicBezTo>
                  <a:lnTo>
                    <a:pt x="5214" y="6174"/>
                  </a:lnTo>
                  <a:cubicBezTo>
                    <a:pt x="4881" y="6248"/>
                    <a:pt x="4437" y="6470"/>
                    <a:pt x="3883" y="6729"/>
                  </a:cubicBezTo>
                  <a:cubicBezTo>
                    <a:pt x="2781" y="7293"/>
                    <a:pt x="1413" y="8158"/>
                    <a:pt x="676" y="8637"/>
                  </a:cubicBezTo>
                  <a:lnTo>
                    <a:pt x="676" y="8637"/>
                  </a:lnTo>
                  <a:cubicBezTo>
                    <a:pt x="751" y="8071"/>
                    <a:pt x="869" y="7197"/>
                    <a:pt x="999" y="6285"/>
                  </a:cubicBezTo>
                  <a:cubicBezTo>
                    <a:pt x="1110" y="5509"/>
                    <a:pt x="1184" y="4732"/>
                    <a:pt x="1295" y="4104"/>
                  </a:cubicBezTo>
                  <a:cubicBezTo>
                    <a:pt x="1332" y="3771"/>
                    <a:pt x="1369" y="3512"/>
                    <a:pt x="1406" y="3291"/>
                  </a:cubicBezTo>
                  <a:cubicBezTo>
                    <a:pt x="1480" y="3069"/>
                    <a:pt x="1480" y="2884"/>
                    <a:pt x="1517" y="2810"/>
                  </a:cubicBezTo>
                  <a:cubicBezTo>
                    <a:pt x="1591" y="2551"/>
                    <a:pt x="1849" y="2218"/>
                    <a:pt x="2071" y="1960"/>
                  </a:cubicBezTo>
                  <a:cubicBezTo>
                    <a:pt x="2182" y="1849"/>
                    <a:pt x="2293" y="1738"/>
                    <a:pt x="2404" y="1664"/>
                  </a:cubicBezTo>
                  <a:lnTo>
                    <a:pt x="2478" y="1590"/>
                  </a:lnTo>
                  <a:lnTo>
                    <a:pt x="2515" y="1553"/>
                  </a:lnTo>
                  <a:lnTo>
                    <a:pt x="2552" y="1553"/>
                  </a:lnTo>
                  <a:cubicBezTo>
                    <a:pt x="3180" y="924"/>
                    <a:pt x="4400" y="629"/>
                    <a:pt x="5620" y="629"/>
                  </a:cubicBezTo>
                  <a:close/>
                  <a:moveTo>
                    <a:pt x="5620" y="0"/>
                  </a:moveTo>
                  <a:cubicBezTo>
                    <a:pt x="4309" y="0"/>
                    <a:pt x="2998" y="287"/>
                    <a:pt x="2146" y="1074"/>
                  </a:cubicBezTo>
                  <a:lnTo>
                    <a:pt x="2145" y="1072"/>
                  </a:lnTo>
                  <a:cubicBezTo>
                    <a:pt x="2145" y="1072"/>
                    <a:pt x="1886" y="1257"/>
                    <a:pt x="1628" y="1553"/>
                  </a:cubicBezTo>
                  <a:cubicBezTo>
                    <a:pt x="1369" y="1849"/>
                    <a:pt x="1036" y="2218"/>
                    <a:pt x="925" y="2662"/>
                  </a:cubicBezTo>
                  <a:cubicBezTo>
                    <a:pt x="888" y="2773"/>
                    <a:pt x="851" y="2921"/>
                    <a:pt x="814" y="3180"/>
                  </a:cubicBezTo>
                  <a:cubicBezTo>
                    <a:pt x="555" y="4769"/>
                    <a:pt x="1" y="9206"/>
                    <a:pt x="1" y="9206"/>
                  </a:cubicBezTo>
                  <a:cubicBezTo>
                    <a:pt x="1" y="9317"/>
                    <a:pt x="38" y="9428"/>
                    <a:pt x="149" y="9502"/>
                  </a:cubicBezTo>
                  <a:cubicBezTo>
                    <a:pt x="204" y="9539"/>
                    <a:pt x="260" y="9557"/>
                    <a:pt x="315" y="9557"/>
                  </a:cubicBezTo>
                  <a:cubicBezTo>
                    <a:pt x="371" y="9557"/>
                    <a:pt x="426" y="9539"/>
                    <a:pt x="482" y="9502"/>
                  </a:cubicBezTo>
                  <a:cubicBezTo>
                    <a:pt x="482" y="9502"/>
                    <a:pt x="703" y="9317"/>
                    <a:pt x="1073" y="9095"/>
                  </a:cubicBezTo>
                  <a:cubicBezTo>
                    <a:pt x="1665" y="8725"/>
                    <a:pt x="2515" y="8208"/>
                    <a:pt x="3365" y="7727"/>
                  </a:cubicBezTo>
                  <a:cubicBezTo>
                    <a:pt x="3772" y="7468"/>
                    <a:pt x="4179" y="7283"/>
                    <a:pt x="4548" y="7099"/>
                  </a:cubicBezTo>
                  <a:cubicBezTo>
                    <a:pt x="4881" y="6951"/>
                    <a:pt x="5177" y="6840"/>
                    <a:pt x="5325" y="6803"/>
                  </a:cubicBezTo>
                  <a:lnTo>
                    <a:pt x="5399" y="6803"/>
                  </a:lnTo>
                  <a:cubicBezTo>
                    <a:pt x="5510" y="6803"/>
                    <a:pt x="5694" y="6840"/>
                    <a:pt x="5953" y="6914"/>
                  </a:cubicBezTo>
                  <a:cubicBezTo>
                    <a:pt x="6840" y="7209"/>
                    <a:pt x="8319" y="7949"/>
                    <a:pt x="9502" y="8614"/>
                  </a:cubicBezTo>
                  <a:cubicBezTo>
                    <a:pt x="10131" y="8947"/>
                    <a:pt x="10685" y="9280"/>
                    <a:pt x="11055" y="9502"/>
                  </a:cubicBezTo>
                  <a:cubicBezTo>
                    <a:pt x="11462" y="9760"/>
                    <a:pt x="11721" y="9908"/>
                    <a:pt x="11721" y="9908"/>
                  </a:cubicBezTo>
                  <a:cubicBezTo>
                    <a:pt x="11776" y="9945"/>
                    <a:pt x="11831" y="9964"/>
                    <a:pt x="11887" y="9964"/>
                  </a:cubicBezTo>
                  <a:cubicBezTo>
                    <a:pt x="11942" y="9964"/>
                    <a:pt x="11998" y="9945"/>
                    <a:pt x="12053" y="9908"/>
                  </a:cubicBezTo>
                  <a:cubicBezTo>
                    <a:pt x="12164" y="9834"/>
                    <a:pt x="12201" y="9686"/>
                    <a:pt x="12164" y="9576"/>
                  </a:cubicBezTo>
                  <a:cubicBezTo>
                    <a:pt x="12164" y="9576"/>
                    <a:pt x="11831" y="7912"/>
                    <a:pt x="11388" y="6100"/>
                  </a:cubicBezTo>
                  <a:cubicBezTo>
                    <a:pt x="11166" y="5176"/>
                    <a:pt x="10907" y="4215"/>
                    <a:pt x="10611" y="3364"/>
                  </a:cubicBezTo>
                  <a:cubicBezTo>
                    <a:pt x="10353" y="2551"/>
                    <a:pt x="10094" y="1849"/>
                    <a:pt x="9798" y="1442"/>
                  </a:cubicBezTo>
                  <a:cubicBezTo>
                    <a:pt x="9428" y="961"/>
                    <a:pt x="8837" y="629"/>
                    <a:pt x="8097" y="370"/>
                  </a:cubicBezTo>
                  <a:cubicBezTo>
                    <a:pt x="7358" y="148"/>
                    <a:pt x="6508" y="0"/>
                    <a:pt x="56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45"/>
            <p:cNvSpPr/>
            <p:nvPr/>
          </p:nvSpPr>
          <p:spPr>
            <a:xfrm>
              <a:off x="3761450" y="3038650"/>
              <a:ext cx="139600" cy="207225"/>
            </a:xfrm>
            <a:custGeom>
              <a:rect b="b" l="l" r="r" t="t"/>
              <a:pathLst>
                <a:path extrusionOk="0" h="8289" w="5584">
                  <a:moveTo>
                    <a:pt x="1" y="0"/>
                  </a:moveTo>
                  <a:cubicBezTo>
                    <a:pt x="1" y="1"/>
                    <a:pt x="2454" y="8289"/>
                    <a:pt x="2871" y="8289"/>
                  </a:cubicBezTo>
                  <a:cubicBezTo>
                    <a:pt x="2894" y="8289"/>
                    <a:pt x="2911" y="8263"/>
                    <a:pt x="2921" y="8208"/>
                  </a:cubicBezTo>
                  <a:cubicBezTo>
                    <a:pt x="3143" y="7210"/>
                    <a:pt x="5583" y="296"/>
                    <a:pt x="5583" y="296"/>
                  </a:cubicBezTo>
                  <a:lnTo>
                    <a:pt x="5583" y="296"/>
                  </a:lnTo>
                  <a:cubicBezTo>
                    <a:pt x="5583" y="296"/>
                    <a:pt x="4263" y="413"/>
                    <a:pt x="2886" y="413"/>
                  </a:cubicBezTo>
                  <a:cubicBezTo>
                    <a:pt x="1696" y="413"/>
                    <a:pt x="463" y="326"/>
                    <a:pt x="1"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45"/>
            <p:cNvSpPr/>
            <p:nvPr/>
          </p:nvSpPr>
          <p:spPr>
            <a:xfrm>
              <a:off x="3753125" y="3030800"/>
              <a:ext cx="155300" cy="223225"/>
            </a:xfrm>
            <a:custGeom>
              <a:rect b="b" l="l" r="r" t="t"/>
              <a:pathLst>
                <a:path extrusionOk="0" h="8929" w="6212">
                  <a:moveTo>
                    <a:pt x="793" y="828"/>
                  </a:moveTo>
                  <a:cubicBezTo>
                    <a:pt x="999" y="876"/>
                    <a:pt x="1228" y="909"/>
                    <a:pt x="1480" y="943"/>
                  </a:cubicBezTo>
                  <a:cubicBezTo>
                    <a:pt x="1997" y="1017"/>
                    <a:pt x="2626" y="1017"/>
                    <a:pt x="3217" y="1017"/>
                  </a:cubicBezTo>
                  <a:cubicBezTo>
                    <a:pt x="4113" y="1017"/>
                    <a:pt x="4963" y="972"/>
                    <a:pt x="5462" y="939"/>
                  </a:cubicBezTo>
                  <a:lnTo>
                    <a:pt x="5462" y="939"/>
                  </a:lnTo>
                  <a:cubicBezTo>
                    <a:pt x="5236" y="1571"/>
                    <a:pt x="4800" y="2801"/>
                    <a:pt x="4363" y="4085"/>
                  </a:cubicBezTo>
                  <a:cubicBezTo>
                    <a:pt x="4031" y="5010"/>
                    <a:pt x="3735" y="5971"/>
                    <a:pt x="3476" y="6784"/>
                  </a:cubicBezTo>
                  <a:cubicBezTo>
                    <a:pt x="3336" y="7205"/>
                    <a:pt x="3217" y="7583"/>
                    <a:pt x="3126" y="7888"/>
                  </a:cubicBezTo>
                  <a:lnTo>
                    <a:pt x="3126" y="7888"/>
                  </a:lnTo>
                  <a:cubicBezTo>
                    <a:pt x="3107" y="7843"/>
                    <a:pt x="3088" y="7796"/>
                    <a:pt x="3069" y="7745"/>
                  </a:cubicBezTo>
                  <a:cubicBezTo>
                    <a:pt x="2663" y="6747"/>
                    <a:pt x="2034" y="4862"/>
                    <a:pt x="1517" y="3235"/>
                  </a:cubicBezTo>
                  <a:cubicBezTo>
                    <a:pt x="1295" y="2422"/>
                    <a:pt x="1036" y="1645"/>
                    <a:pt x="888" y="1128"/>
                  </a:cubicBezTo>
                  <a:cubicBezTo>
                    <a:pt x="852" y="1020"/>
                    <a:pt x="821" y="920"/>
                    <a:pt x="793" y="828"/>
                  </a:cubicBezTo>
                  <a:close/>
                  <a:moveTo>
                    <a:pt x="315" y="0"/>
                  </a:moveTo>
                  <a:cubicBezTo>
                    <a:pt x="260" y="0"/>
                    <a:pt x="204" y="18"/>
                    <a:pt x="149" y="55"/>
                  </a:cubicBezTo>
                  <a:cubicBezTo>
                    <a:pt x="38" y="129"/>
                    <a:pt x="1" y="277"/>
                    <a:pt x="38" y="388"/>
                  </a:cubicBezTo>
                  <a:cubicBezTo>
                    <a:pt x="38" y="388"/>
                    <a:pt x="629" y="2459"/>
                    <a:pt x="1295" y="4566"/>
                  </a:cubicBezTo>
                  <a:cubicBezTo>
                    <a:pt x="1628" y="5601"/>
                    <a:pt x="1997" y="6636"/>
                    <a:pt x="2293" y="7413"/>
                  </a:cubicBezTo>
                  <a:cubicBezTo>
                    <a:pt x="2441" y="7819"/>
                    <a:pt x="2552" y="8152"/>
                    <a:pt x="2700" y="8374"/>
                  </a:cubicBezTo>
                  <a:cubicBezTo>
                    <a:pt x="2737" y="8522"/>
                    <a:pt x="2811" y="8596"/>
                    <a:pt x="2848" y="8670"/>
                  </a:cubicBezTo>
                  <a:lnTo>
                    <a:pt x="2958" y="8818"/>
                  </a:lnTo>
                  <a:cubicBezTo>
                    <a:pt x="2995" y="8854"/>
                    <a:pt x="3069" y="8891"/>
                    <a:pt x="3217" y="8928"/>
                  </a:cubicBezTo>
                  <a:cubicBezTo>
                    <a:pt x="3254" y="8928"/>
                    <a:pt x="3328" y="8891"/>
                    <a:pt x="3402" y="8854"/>
                  </a:cubicBezTo>
                  <a:cubicBezTo>
                    <a:pt x="3476" y="8818"/>
                    <a:pt x="3513" y="8744"/>
                    <a:pt x="3513" y="8707"/>
                  </a:cubicBezTo>
                  <a:lnTo>
                    <a:pt x="3550" y="8596"/>
                  </a:lnTo>
                  <a:cubicBezTo>
                    <a:pt x="3624" y="8374"/>
                    <a:pt x="3809" y="7745"/>
                    <a:pt x="4068" y="6969"/>
                  </a:cubicBezTo>
                  <a:cubicBezTo>
                    <a:pt x="4437" y="5786"/>
                    <a:pt x="4955" y="4233"/>
                    <a:pt x="5399" y="2939"/>
                  </a:cubicBezTo>
                  <a:cubicBezTo>
                    <a:pt x="5842" y="1682"/>
                    <a:pt x="6175" y="721"/>
                    <a:pt x="6175" y="721"/>
                  </a:cubicBezTo>
                  <a:cubicBezTo>
                    <a:pt x="6212" y="610"/>
                    <a:pt x="6212" y="499"/>
                    <a:pt x="6138" y="425"/>
                  </a:cubicBezTo>
                  <a:cubicBezTo>
                    <a:pt x="6078" y="365"/>
                    <a:pt x="6017" y="304"/>
                    <a:pt x="5937" y="304"/>
                  </a:cubicBezTo>
                  <a:cubicBezTo>
                    <a:pt x="5919" y="304"/>
                    <a:pt x="5899" y="307"/>
                    <a:pt x="5879" y="314"/>
                  </a:cubicBezTo>
                  <a:cubicBezTo>
                    <a:pt x="5879" y="314"/>
                    <a:pt x="5546" y="314"/>
                    <a:pt x="5066" y="351"/>
                  </a:cubicBezTo>
                  <a:cubicBezTo>
                    <a:pt x="4585" y="388"/>
                    <a:pt x="3920" y="425"/>
                    <a:pt x="3217" y="425"/>
                  </a:cubicBezTo>
                  <a:cubicBezTo>
                    <a:pt x="2663" y="425"/>
                    <a:pt x="2034" y="388"/>
                    <a:pt x="1554" y="351"/>
                  </a:cubicBezTo>
                  <a:cubicBezTo>
                    <a:pt x="1036" y="277"/>
                    <a:pt x="629" y="166"/>
                    <a:pt x="481" y="55"/>
                  </a:cubicBezTo>
                  <a:cubicBezTo>
                    <a:pt x="426" y="18"/>
                    <a:pt x="371" y="0"/>
                    <a:pt x="3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45"/>
            <p:cNvSpPr/>
            <p:nvPr/>
          </p:nvSpPr>
          <p:spPr>
            <a:xfrm>
              <a:off x="3715250" y="2777775"/>
              <a:ext cx="241250" cy="327075"/>
            </a:xfrm>
            <a:custGeom>
              <a:rect b="b" l="l" r="r" t="t"/>
              <a:pathLst>
                <a:path extrusionOk="0" h="13083" w="9650">
                  <a:moveTo>
                    <a:pt x="7210" y="0"/>
                  </a:moveTo>
                  <a:cubicBezTo>
                    <a:pt x="6721" y="0"/>
                    <a:pt x="6145" y="80"/>
                    <a:pt x="5472" y="268"/>
                  </a:cubicBezTo>
                  <a:cubicBezTo>
                    <a:pt x="2329" y="1193"/>
                    <a:pt x="111" y="2597"/>
                    <a:pt x="0" y="4631"/>
                  </a:cubicBezTo>
                  <a:cubicBezTo>
                    <a:pt x="0" y="4631"/>
                    <a:pt x="629" y="7995"/>
                    <a:pt x="1109" y="9326"/>
                  </a:cubicBezTo>
                  <a:cubicBezTo>
                    <a:pt x="1600" y="10555"/>
                    <a:pt x="3291" y="13082"/>
                    <a:pt x="4663" y="13082"/>
                  </a:cubicBezTo>
                  <a:cubicBezTo>
                    <a:pt x="4737" y="13082"/>
                    <a:pt x="4809" y="13075"/>
                    <a:pt x="4880" y="13060"/>
                  </a:cubicBezTo>
                  <a:cubicBezTo>
                    <a:pt x="6285" y="12764"/>
                    <a:pt x="8651" y="9807"/>
                    <a:pt x="8947" y="8698"/>
                  </a:cubicBezTo>
                  <a:cubicBezTo>
                    <a:pt x="9243" y="7589"/>
                    <a:pt x="9649" y="2930"/>
                    <a:pt x="9649" y="1895"/>
                  </a:cubicBezTo>
                  <a:cubicBezTo>
                    <a:pt x="9649" y="1108"/>
                    <a:pt x="9029" y="0"/>
                    <a:pt x="7210"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45"/>
            <p:cNvSpPr/>
            <p:nvPr/>
          </p:nvSpPr>
          <p:spPr>
            <a:xfrm>
              <a:off x="3707850" y="2769675"/>
              <a:ext cx="256050" cy="342925"/>
            </a:xfrm>
            <a:custGeom>
              <a:rect b="b" l="l" r="r" t="t"/>
              <a:pathLst>
                <a:path extrusionOk="0" h="13717" w="10242">
                  <a:moveTo>
                    <a:pt x="7542" y="629"/>
                  </a:moveTo>
                  <a:cubicBezTo>
                    <a:pt x="8356" y="629"/>
                    <a:pt x="8873" y="888"/>
                    <a:pt x="9206" y="1184"/>
                  </a:cubicBezTo>
                  <a:cubicBezTo>
                    <a:pt x="9502" y="1517"/>
                    <a:pt x="9650" y="1923"/>
                    <a:pt x="9650" y="2219"/>
                  </a:cubicBezTo>
                  <a:cubicBezTo>
                    <a:pt x="9650" y="2700"/>
                    <a:pt x="9539" y="4142"/>
                    <a:pt x="9391" y="5546"/>
                  </a:cubicBezTo>
                  <a:cubicBezTo>
                    <a:pt x="9317" y="6286"/>
                    <a:pt x="9243" y="6988"/>
                    <a:pt x="9169" y="7580"/>
                  </a:cubicBezTo>
                  <a:cubicBezTo>
                    <a:pt x="9095" y="8208"/>
                    <a:pt x="9021" y="8689"/>
                    <a:pt x="8947" y="8948"/>
                  </a:cubicBezTo>
                  <a:cubicBezTo>
                    <a:pt x="8873" y="9170"/>
                    <a:pt x="8688" y="9539"/>
                    <a:pt x="8430" y="9983"/>
                  </a:cubicBezTo>
                  <a:cubicBezTo>
                    <a:pt x="7986" y="10611"/>
                    <a:pt x="7394" y="11351"/>
                    <a:pt x="6803" y="11942"/>
                  </a:cubicBezTo>
                  <a:cubicBezTo>
                    <a:pt x="6174" y="12571"/>
                    <a:pt x="5509" y="13014"/>
                    <a:pt x="5102" y="13088"/>
                  </a:cubicBezTo>
                  <a:lnTo>
                    <a:pt x="4954" y="13088"/>
                  </a:lnTo>
                  <a:cubicBezTo>
                    <a:pt x="4928" y="13092"/>
                    <a:pt x="4901" y="13094"/>
                    <a:pt x="4873" y="13094"/>
                  </a:cubicBezTo>
                  <a:cubicBezTo>
                    <a:pt x="4634" y="13094"/>
                    <a:pt x="4365" y="12955"/>
                    <a:pt x="4067" y="12756"/>
                  </a:cubicBezTo>
                  <a:cubicBezTo>
                    <a:pt x="3586" y="12386"/>
                    <a:pt x="3069" y="11831"/>
                    <a:pt x="2625" y="11203"/>
                  </a:cubicBezTo>
                  <a:cubicBezTo>
                    <a:pt x="2218" y="10611"/>
                    <a:pt x="1886" y="9946"/>
                    <a:pt x="1701" y="9539"/>
                  </a:cubicBezTo>
                  <a:cubicBezTo>
                    <a:pt x="1479" y="8911"/>
                    <a:pt x="1183" y="7728"/>
                    <a:pt x="961" y="6729"/>
                  </a:cubicBezTo>
                  <a:cubicBezTo>
                    <a:pt x="851" y="6249"/>
                    <a:pt x="777" y="5768"/>
                    <a:pt x="703" y="5435"/>
                  </a:cubicBezTo>
                  <a:cubicBezTo>
                    <a:pt x="656" y="5224"/>
                    <a:pt x="624" y="5072"/>
                    <a:pt x="606" y="4989"/>
                  </a:cubicBezTo>
                  <a:lnTo>
                    <a:pt x="606" y="4989"/>
                  </a:lnTo>
                  <a:lnTo>
                    <a:pt x="629" y="4992"/>
                  </a:lnTo>
                  <a:cubicBezTo>
                    <a:pt x="666" y="4068"/>
                    <a:pt x="1183" y="3291"/>
                    <a:pt x="2071" y="2626"/>
                  </a:cubicBezTo>
                  <a:cubicBezTo>
                    <a:pt x="2995" y="1923"/>
                    <a:pt x="4326" y="1332"/>
                    <a:pt x="5879" y="888"/>
                  </a:cubicBezTo>
                  <a:cubicBezTo>
                    <a:pt x="6507" y="703"/>
                    <a:pt x="7062" y="629"/>
                    <a:pt x="7542" y="629"/>
                  </a:cubicBezTo>
                  <a:close/>
                  <a:moveTo>
                    <a:pt x="7542" y="1"/>
                  </a:moveTo>
                  <a:cubicBezTo>
                    <a:pt x="6988" y="1"/>
                    <a:pt x="6396" y="112"/>
                    <a:pt x="5694" y="297"/>
                  </a:cubicBezTo>
                  <a:cubicBezTo>
                    <a:pt x="4104" y="777"/>
                    <a:pt x="2736" y="1369"/>
                    <a:pt x="1701" y="2108"/>
                  </a:cubicBezTo>
                  <a:cubicBezTo>
                    <a:pt x="703" y="2885"/>
                    <a:pt x="37" y="3809"/>
                    <a:pt x="0" y="4955"/>
                  </a:cubicBezTo>
                  <a:lnTo>
                    <a:pt x="0" y="5029"/>
                  </a:lnTo>
                  <a:cubicBezTo>
                    <a:pt x="0" y="5029"/>
                    <a:pt x="148" y="5879"/>
                    <a:pt x="370" y="6877"/>
                  </a:cubicBezTo>
                  <a:cubicBezTo>
                    <a:pt x="592" y="7876"/>
                    <a:pt x="851" y="9059"/>
                    <a:pt x="1146" y="9761"/>
                  </a:cubicBezTo>
                  <a:cubicBezTo>
                    <a:pt x="1405" y="10427"/>
                    <a:pt x="1923" y="11388"/>
                    <a:pt x="2625" y="12201"/>
                  </a:cubicBezTo>
                  <a:cubicBezTo>
                    <a:pt x="2958" y="12608"/>
                    <a:pt x="3328" y="12978"/>
                    <a:pt x="3697" y="13236"/>
                  </a:cubicBezTo>
                  <a:cubicBezTo>
                    <a:pt x="4104" y="13532"/>
                    <a:pt x="4511" y="13717"/>
                    <a:pt x="4954" y="13717"/>
                  </a:cubicBezTo>
                  <a:cubicBezTo>
                    <a:pt x="5028" y="13717"/>
                    <a:pt x="5139" y="13717"/>
                    <a:pt x="5250" y="13680"/>
                  </a:cubicBezTo>
                  <a:cubicBezTo>
                    <a:pt x="5694" y="13606"/>
                    <a:pt x="6100" y="13347"/>
                    <a:pt x="6544" y="12978"/>
                  </a:cubicBezTo>
                  <a:cubicBezTo>
                    <a:pt x="7210" y="12460"/>
                    <a:pt x="7875" y="11721"/>
                    <a:pt x="8430" y="11018"/>
                  </a:cubicBezTo>
                  <a:cubicBezTo>
                    <a:pt x="8984" y="10279"/>
                    <a:pt x="9391" y="9613"/>
                    <a:pt x="9539" y="9096"/>
                  </a:cubicBezTo>
                  <a:cubicBezTo>
                    <a:pt x="9613" y="8800"/>
                    <a:pt x="9687" y="8282"/>
                    <a:pt x="9797" y="7691"/>
                  </a:cubicBezTo>
                  <a:cubicBezTo>
                    <a:pt x="10019" y="5842"/>
                    <a:pt x="10241" y="3032"/>
                    <a:pt x="10241" y="2219"/>
                  </a:cubicBezTo>
                  <a:cubicBezTo>
                    <a:pt x="10241" y="1738"/>
                    <a:pt x="10056" y="1184"/>
                    <a:pt x="9613" y="740"/>
                  </a:cubicBezTo>
                  <a:cubicBezTo>
                    <a:pt x="9169" y="297"/>
                    <a:pt x="8503" y="1"/>
                    <a:pt x="75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45"/>
            <p:cNvSpPr/>
            <p:nvPr/>
          </p:nvSpPr>
          <p:spPr>
            <a:xfrm>
              <a:off x="3659775" y="2613900"/>
              <a:ext cx="321675" cy="302000"/>
            </a:xfrm>
            <a:custGeom>
              <a:rect b="b" l="l" r="r" t="t"/>
              <a:pathLst>
                <a:path extrusionOk="0" h="12080" w="12867">
                  <a:moveTo>
                    <a:pt x="8223" y="1"/>
                  </a:moveTo>
                  <a:cubicBezTo>
                    <a:pt x="6105" y="1"/>
                    <a:pt x="3346" y="637"/>
                    <a:pt x="1923" y="1758"/>
                  </a:cubicBezTo>
                  <a:cubicBezTo>
                    <a:pt x="1" y="3274"/>
                    <a:pt x="407" y="7119"/>
                    <a:pt x="592" y="8857"/>
                  </a:cubicBezTo>
                  <a:cubicBezTo>
                    <a:pt x="758" y="10153"/>
                    <a:pt x="1294" y="10318"/>
                    <a:pt x="1555" y="10318"/>
                  </a:cubicBezTo>
                  <a:cubicBezTo>
                    <a:pt x="1644" y="10318"/>
                    <a:pt x="1701" y="10299"/>
                    <a:pt x="1701" y="10299"/>
                  </a:cubicBezTo>
                  <a:lnTo>
                    <a:pt x="1701" y="10299"/>
                  </a:lnTo>
                  <a:cubicBezTo>
                    <a:pt x="1701" y="10299"/>
                    <a:pt x="1295" y="11001"/>
                    <a:pt x="1221" y="11519"/>
                  </a:cubicBezTo>
                  <a:cubicBezTo>
                    <a:pt x="1163" y="11769"/>
                    <a:pt x="1737" y="12079"/>
                    <a:pt x="2660" y="12079"/>
                  </a:cubicBezTo>
                  <a:cubicBezTo>
                    <a:pt x="3510" y="12079"/>
                    <a:pt x="4656" y="11816"/>
                    <a:pt x="5879" y="11001"/>
                  </a:cubicBezTo>
                  <a:cubicBezTo>
                    <a:pt x="8430" y="9263"/>
                    <a:pt x="9946" y="7858"/>
                    <a:pt x="9946" y="7858"/>
                  </a:cubicBezTo>
                  <a:cubicBezTo>
                    <a:pt x="9946" y="7858"/>
                    <a:pt x="10242" y="8265"/>
                    <a:pt x="10057" y="9152"/>
                  </a:cubicBezTo>
                  <a:cubicBezTo>
                    <a:pt x="9895" y="9825"/>
                    <a:pt x="10282" y="10282"/>
                    <a:pt x="10931" y="10282"/>
                  </a:cubicBezTo>
                  <a:cubicBezTo>
                    <a:pt x="11175" y="10282"/>
                    <a:pt x="11455" y="10218"/>
                    <a:pt x="11757" y="10077"/>
                  </a:cubicBezTo>
                  <a:cubicBezTo>
                    <a:pt x="12867" y="9559"/>
                    <a:pt x="12460" y="8968"/>
                    <a:pt x="12460" y="8968"/>
                  </a:cubicBezTo>
                  <a:cubicBezTo>
                    <a:pt x="12460" y="8968"/>
                    <a:pt x="12867" y="6343"/>
                    <a:pt x="12867" y="5012"/>
                  </a:cubicBezTo>
                  <a:cubicBezTo>
                    <a:pt x="12867" y="3681"/>
                    <a:pt x="12053" y="834"/>
                    <a:pt x="10131" y="243"/>
                  </a:cubicBezTo>
                  <a:cubicBezTo>
                    <a:pt x="9631" y="79"/>
                    <a:pt x="8966" y="1"/>
                    <a:pt x="8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45"/>
            <p:cNvSpPr/>
            <p:nvPr/>
          </p:nvSpPr>
          <p:spPr>
            <a:xfrm>
              <a:off x="3662550" y="2606075"/>
              <a:ext cx="327225" cy="317975"/>
            </a:xfrm>
            <a:custGeom>
              <a:rect b="b" l="l" r="r" t="t"/>
              <a:pathLst>
                <a:path extrusionOk="0" h="12719" w="13089">
                  <a:moveTo>
                    <a:pt x="8134" y="629"/>
                  </a:moveTo>
                  <a:cubicBezTo>
                    <a:pt x="8837" y="629"/>
                    <a:pt x="9502" y="703"/>
                    <a:pt x="9946" y="851"/>
                  </a:cubicBezTo>
                  <a:cubicBezTo>
                    <a:pt x="10796" y="1110"/>
                    <a:pt x="11425" y="1886"/>
                    <a:pt x="11831" y="2811"/>
                  </a:cubicBezTo>
                  <a:cubicBezTo>
                    <a:pt x="12275" y="3698"/>
                    <a:pt x="12460" y="4733"/>
                    <a:pt x="12460" y="5325"/>
                  </a:cubicBezTo>
                  <a:cubicBezTo>
                    <a:pt x="12460" y="5953"/>
                    <a:pt x="12349" y="6951"/>
                    <a:pt x="12275" y="7765"/>
                  </a:cubicBezTo>
                  <a:cubicBezTo>
                    <a:pt x="12164" y="8578"/>
                    <a:pt x="12053" y="9244"/>
                    <a:pt x="12053" y="9244"/>
                  </a:cubicBezTo>
                  <a:cubicBezTo>
                    <a:pt x="12053" y="9305"/>
                    <a:pt x="12053" y="9366"/>
                    <a:pt x="12095" y="9427"/>
                  </a:cubicBezTo>
                  <a:lnTo>
                    <a:pt x="12095" y="9427"/>
                  </a:lnTo>
                  <a:lnTo>
                    <a:pt x="12090" y="9429"/>
                  </a:lnTo>
                  <a:lnTo>
                    <a:pt x="12127" y="9539"/>
                  </a:lnTo>
                  <a:cubicBezTo>
                    <a:pt x="12127" y="9613"/>
                    <a:pt x="12127" y="9650"/>
                    <a:pt x="12053" y="9761"/>
                  </a:cubicBezTo>
                  <a:cubicBezTo>
                    <a:pt x="11979" y="9835"/>
                    <a:pt x="11831" y="9983"/>
                    <a:pt x="11536" y="10131"/>
                  </a:cubicBezTo>
                  <a:cubicBezTo>
                    <a:pt x="11240" y="10242"/>
                    <a:pt x="11018" y="10279"/>
                    <a:pt x="10833" y="10279"/>
                  </a:cubicBezTo>
                  <a:cubicBezTo>
                    <a:pt x="10611" y="10279"/>
                    <a:pt x="10463" y="10205"/>
                    <a:pt x="10352" y="10131"/>
                  </a:cubicBezTo>
                  <a:cubicBezTo>
                    <a:pt x="10279" y="10057"/>
                    <a:pt x="10205" y="9946"/>
                    <a:pt x="10205" y="9761"/>
                  </a:cubicBezTo>
                  <a:cubicBezTo>
                    <a:pt x="10205" y="9687"/>
                    <a:pt x="10205" y="9613"/>
                    <a:pt x="10242" y="9539"/>
                  </a:cubicBezTo>
                  <a:cubicBezTo>
                    <a:pt x="10279" y="9281"/>
                    <a:pt x="10315" y="9096"/>
                    <a:pt x="10315" y="8874"/>
                  </a:cubicBezTo>
                  <a:cubicBezTo>
                    <a:pt x="10315" y="8319"/>
                    <a:pt x="10094" y="8024"/>
                    <a:pt x="10057" y="7987"/>
                  </a:cubicBezTo>
                  <a:cubicBezTo>
                    <a:pt x="10020" y="7913"/>
                    <a:pt x="9946" y="7876"/>
                    <a:pt x="9872" y="7839"/>
                  </a:cubicBezTo>
                  <a:cubicBezTo>
                    <a:pt x="9761" y="7839"/>
                    <a:pt x="9687" y="7876"/>
                    <a:pt x="9613" y="7950"/>
                  </a:cubicBezTo>
                  <a:lnTo>
                    <a:pt x="9539" y="7987"/>
                  </a:lnTo>
                  <a:cubicBezTo>
                    <a:pt x="9243" y="8282"/>
                    <a:pt x="7801" y="9539"/>
                    <a:pt x="5583" y="11055"/>
                  </a:cubicBezTo>
                  <a:cubicBezTo>
                    <a:pt x="4437" y="11832"/>
                    <a:pt x="3365" y="12090"/>
                    <a:pt x="2552" y="12090"/>
                  </a:cubicBezTo>
                  <a:cubicBezTo>
                    <a:pt x="2145" y="12090"/>
                    <a:pt x="1812" y="12016"/>
                    <a:pt x="1627" y="11943"/>
                  </a:cubicBezTo>
                  <a:cubicBezTo>
                    <a:pt x="1524" y="11908"/>
                    <a:pt x="1452" y="11841"/>
                    <a:pt x="1413" y="11833"/>
                  </a:cubicBezTo>
                  <a:lnTo>
                    <a:pt x="1413" y="11833"/>
                  </a:lnTo>
                  <a:cubicBezTo>
                    <a:pt x="1456" y="11647"/>
                    <a:pt x="1560" y="11372"/>
                    <a:pt x="1664" y="11129"/>
                  </a:cubicBezTo>
                  <a:cubicBezTo>
                    <a:pt x="1738" y="11018"/>
                    <a:pt x="1775" y="10944"/>
                    <a:pt x="1812" y="10870"/>
                  </a:cubicBezTo>
                  <a:cubicBezTo>
                    <a:pt x="1849" y="10796"/>
                    <a:pt x="1886" y="10759"/>
                    <a:pt x="1886" y="10759"/>
                  </a:cubicBezTo>
                  <a:cubicBezTo>
                    <a:pt x="1923" y="10649"/>
                    <a:pt x="1923" y="10501"/>
                    <a:pt x="1849" y="10390"/>
                  </a:cubicBezTo>
                  <a:cubicBezTo>
                    <a:pt x="1795" y="10336"/>
                    <a:pt x="1701" y="10301"/>
                    <a:pt x="1611" y="10301"/>
                  </a:cubicBezTo>
                  <a:cubicBezTo>
                    <a:pt x="1579" y="10301"/>
                    <a:pt x="1546" y="10306"/>
                    <a:pt x="1516" y="10316"/>
                  </a:cubicBezTo>
                  <a:lnTo>
                    <a:pt x="1443" y="10316"/>
                  </a:lnTo>
                  <a:cubicBezTo>
                    <a:pt x="1369" y="10316"/>
                    <a:pt x="1258" y="10279"/>
                    <a:pt x="1147" y="10168"/>
                  </a:cubicBezTo>
                  <a:cubicBezTo>
                    <a:pt x="1036" y="10020"/>
                    <a:pt x="851" y="9724"/>
                    <a:pt x="814" y="9133"/>
                  </a:cubicBezTo>
                  <a:cubicBezTo>
                    <a:pt x="703" y="8504"/>
                    <a:pt x="629" y="7580"/>
                    <a:pt x="629" y="6582"/>
                  </a:cubicBezTo>
                  <a:cubicBezTo>
                    <a:pt x="629" y="5768"/>
                    <a:pt x="703" y="4881"/>
                    <a:pt x="888" y="4142"/>
                  </a:cubicBezTo>
                  <a:cubicBezTo>
                    <a:pt x="1110" y="3365"/>
                    <a:pt x="1480" y="2737"/>
                    <a:pt x="1997" y="2330"/>
                  </a:cubicBezTo>
                  <a:cubicBezTo>
                    <a:pt x="2663" y="1776"/>
                    <a:pt x="3698" y="1369"/>
                    <a:pt x="4807" y="1073"/>
                  </a:cubicBezTo>
                  <a:cubicBezTo>
                    <a:pt x="5916" y="777"/>
                    <a:pt x="7099" y="629"/>
                    <a:pt x="8134" y="629"/>
                  </a:cubicBezTo>
                  <a:close/>
                  <a:moveTo>
                    <a:pt x="8134" y="1"/>
                  </a:moveTo>
                  <a:cubicBezTo>
                    <a:pt x="7025" y="1"/>
                    <a:pt x="5805" y="149"/>
                    <a:pt x="4622" y="482"/>
                  </a:cubicBezTo>
                  <a:cubicBezTo>
                    <a:pt x="3476" y="777"/>
                    <a:pt x="2404" y="1221"/>
                    <a:pt x="1627" y="1813"/>
                  </a:cubicBezTo>
                  <a:cubicBezTo>
                    <a:pt x="962" y="2367"/>
                    <a:pt x="555" y="3143"/>
                    <a:pt x="296" y="3957"/>
                  </a:cubicBezTo>
                  <a:cubicBezTo>
                    <a:pt x="75" y="4807"/>
                    <a:pt x="1" y="5731"/>
                    <a:pt x="1" y="6582"/>
                  </a:cubicBezTo>
                  <a:cubicBezTo>
                    <a:pt x="1" y="7617"/>
                    <a:pt x="112" y="8578"/>
                    <a:pt x="186" y="9207"/>
                  </a:cubicBezTo>
                  <a:cubicBezTo>
                    <a:pt x="259" y="9872"/>
                    <a:pt x="444" y="10316"/>
                    <a:pt x="703" y="10575"/>
                  </a:cubicBezTo>
                  <a:cubicBezTo>
                    <a:pt x="836" y="10726"/>
                    <a:pt x="978" y="10819"/>
                    <a:pt x="1110" y="10869"/>
                  </a:cubicBezTo>
                  <a:lnTo>
                    <a:pt x="1110" y="10869"/>
                  </a:lnTo>
                  <a:cubicBezTo>
                    <a:pt x="1110" y="10870"/>
                    <a:pt x="1110" y="10870"/>
                    <a:pt x="1110" y="10870"/>
                  </a:cubicBezTo>
                  <a:cubicBezTo>
                    <a:pt x="1003" y="11119"/>
                    <a:pt x="863" y="11436"/>
                    <a:pt x="819" y="11723"/>
                  </a:cubicBezTo>
                  <a:lnTo>
                    <a:pt x="819" y="11723"/>
                  </a:lnTo>
                  <a:lnTo>
                    <a:pt x="814" y="11721"/>
                  </a:lnTo>
                  <a:lnTo>
                    <a:pt x="777" y="11832"/>
                  </a:lnTo>
                  <a:cubicBezTo>
                    <a:pt x="777" y="12016"/>
                    <a:pt x="888" y="12164"/>
                    <a:pt x="999" y="12275"/>
                  </a:cubicBezTo>
                  <a:cubicBezTo>
                    <a:pt x="1147" y="12423"/>
                    <a:pt x="1369" y="12497"/>
                    <a:pt x="1627" y="12608"/>
                  </a:cubicBezTo>
                  <a:cubicBezTo>
                    <a:pt x="1886" y="12682"/>
                    <a:pt x="2182" y="12719"/>
                    <a:pt x="2552" y="12719"/>
                  </a:cubicBezTo>
                  <a:cubicBezTo>
                    <a:pt x="3476" y="12719"/>
                    <a:pt x="4696" y="12423"/>
                    <a:pt x="5953" y="11573"/>
                  </a:cubicBezTo>
                  <a:cubicBezTo>
                    <a:pt x="7781" y="10327"/>
                    <a:pt x="9078" y="9234"/>
                    <a:pt x="9679" y="8714"/>
                  </a:cubicBezTo>
                  <a:lnTo>
                    <a:pt x="9679" y="8714"/>
                  </a:lnTo>
                  <a:cubicBezTo>
                    <a:pt x="9684" y="8762"/>
                    <a:pt x="9687" y="8815"/>
                    <a:pt x="9687" y="8874"/>
                  </a:cubicBezTo>
                  <a:cubicBezTo>
                    <a:pt x="9687" y="9014"/>
                    <a:pt x="9687" y="9187"/>
                    <a:pt x="9624" y="9394"/>
                  </a:cubicBezTo>
                  <a:lnTo>
                    <a:pt x="9624" y="9394"/>
                  </a:lnTo>
                  <a:lnTo>
                    <a:pt x="9613" y="9392"/>
                  </a:lnTo>
                  <a:cubicBezTo>
                    <a:pt x="9613" y="9539"/>
                    <a:pt x="9576" y="9650"/>
                    <a:pt x="9576" y="9761"/>
                  </a:cubicBezTo>
                  <a:cubicBezTo>
                    <a:pt x="9576" y="10094"/>
                    <a:pt x="9724" y="10390"/>
                    <a:pt x="9946" y="10575"/>
                  </a:cubicBezTo>
                  <a:cubicBezTo>
                    <a:pt x="10168" y="10796"/>
                    <a:pt x="10500" y="10907"/>
                    <a:pt x="10833" y="10907"/>
                  </a:cubicBezTo>
                  <a:cubicBezTo>
                    <a:pt x="11129" y="10907"/>
                    <a:pt x="11462" y="10833"/>
                    <a:pt x="11794" y="10686"/>
                  </a:cubicBezTo>
                  <a:cubicBezTo>
                    <a:pt x="12127" y="10501"/>
                    <a:pt x="12386" y="10316"/>
                    <a:pt x="12534" y="10131"/>
                  </a:cubicBezTo>
                  <a:cubicBezTo>
                    <a:pt x="12682" y="9946"/>
                    <a:pt x="12756" y="9724"/>
                    <a:pt x="12756" y="9539"/>
                  </a:cubicBezTo>
                  <a:cubicBezTo>
                    <a:pt x="12756" y="9409"/>
                    <a:pt x="12727" y="9306"/>
                    <a:pt x="12695" y="9232"/>
                  </a:cubicBezTo>
                  <a:lnTo>
                    <a:pt x="12695" y="9232"/>
                  </a:lnTo>
                  <a:cubicBezTo>
                    <a:pt x="12764" y="8771"/>
                    <a:pt x="13088" y="6546"/>
                    <a:pt x="13088" y="5325"/>
                  </a:cubicBezTo>
                  <a:cubicBezTo>
                    <a:pt x="13088" y="4585"/>
                    <a:pt x="12866" y="3550"/>
                    <a:pt x="12423" y="2552"/>
                  </a:cubicBezTo>
                  <a:cubicBezTo>
                    <a:pt x="11942" y="1554"/>
                    <a:pt x="11203" y="593"/>
                    <a:pt x="10131" y="260"/>
                  </a:cubicBezTo>
                  <a:cubicBezTo>
                    <a:pt x="9576" y="75"/>
                    <a:pt x="8911" y="1"/>
                    <a:pt x="81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45"/>
            <p:cNvSpPr/>
            <p:nvPr/>
          </p:nvSpPr>
          <p:spPr>
            <a:xfrm>
              <a:off x="3314100" y="3493950"/>
              <a:ext cx="431675" cy="128850"/>
            </a:xfrm>
            <a:custGeom>
              <a:rect b="b" l="l" r="r" t="t"/>
              <a:pathLst>
                <a:path extrusionOk="0" h="5154" w="17267">
                  <a:moveTo>
                    <a:pt x="3848" y="0"/>
                  </a:moveTo>
                  <a:cubicBezTo>
                    <a:pt x="3145" y="0"/>
                    <a:pt x="2774" y="163"/>
                    <a:pt x="2774" y="163"/>
                  </a:cubicBezTo>
                  <a:cubicBezTo>
                    <a:pt x="334" y="1789"/>
                    <a:pt x="1" y="4710"/>
                    <a:pt x="925" y="5006"/>
                  </a:cubicBezTo>
                  <a:cubicBezTo>
                    <a:pt x="1233" y="5117"/>
                    <a:pt x="3152" y="5154"/>
                    <a:pt x="5572" y="5154"/>
                  </a:cubicBezTo>
                  <a:cubicBezTo>
                    <a:pt x="10414" y="5154"/>
                    <a:pt x="17266" y="5006"/>
                    <a:pt x="17266" y="5006"/>
                  </a:cubicBezTo>
                  <a:lnTo>
                    <a:pt x="17155" y="2788"/>
                  </a:lnTo>
                  <a:cubicBezTo>
                    <a:pt x="17155" y="2788"/>
                    <a:pt x="13717" y="2492"/>
                    <a:pt x="13125" y="2492"/>
                  </a:cubicBezTo>
                  <a:cubicBezTo>
                    <a:pt x="12497" y="2492"/>
                    <a:pt x="8245" y="1272"/>
                    <a:pt x="6101" y="458"/>
                  </a:cubicBezTo>
                  <a:cubicBezTo>
                    <a:pt x="5157" y="101"/>
                    <a:pt x="4400" y="0"/>
                    <a:pt x="3848"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45"/>
            <p:cNvSpPr/>
            <p:nvPr/>
          </p:nvSpPr>
          <p:spPr>
            <a:xfrm>
              <a:off x="3317800" y="3486000"/>
              <a:ext cx="436275" cy="144200"/>
            </a:xfrm>
            <a:custGeom>
              <a:rect b="b" l="l" r="r" t="t"/>
              <a:pathLst>
                <a:path extrusionOk="0" h="5768" w="17451">
                  <a:moveTo>
                    <a:pt x="3698" y="629"/>
                  </a:moveTo>
                  <a:cubicBezTo>
                    <a:pt x="4215" y="629"/>
                    <a:pt x="4918" y="703"/>
                    <a:pt x="5842" y="1072"/>
                  </a:cubicBezTo>
                  <a:cubicBezTo>
                    <a:pt x="6914" y="1479"/>
                    <a:pt x="8541" y="1997"/>
                    <a:pt x="9946" y="2403"/>
                  </a:cubicBezTo>
                  <a:cubicBezTo>
                    <a:pt x="10648" y="2588"/>
                    <a:pt x="11314" y="2773"/>
                    <a:pt x="11831" y="2884"/>
                  </a:cubicBezTo>
                  <a:cubicBezTo>
                    <a:pt x="12090" y="2958"/>
                    <a:pt x="12312" y="3032"/>
                    <a:pt x="12497" y="3069"/>
                  </a:cubicBezTo>
                  <a:cubicBezTo>
                    <a:pt x="12719" y="3106"/>
                    <a:pt x="12829" y="3106"/>
                    <a:pt x="12977" y="3106"/>
                  </a:cubicBezTo>
                  <a:cubicBezTo>
                    <a:pt x="13236" y="3106"/>
                    <a:pt x="14271" y="3180"/>
                    <a:pt x="15196" y="3254"/>
                  </a:cubicBezTo>
                  <a:cubicBezTo>
                    <a:pt x="15801" y="3302"/>
                    <a:pt x="16390" y="3350"/>
                    <a:pt x="16725" y="3378"/>
                  </a:cubicBezTo>
                  <a:lnTo>
                    <a:pt x="16725" y="3378"/>
                  </a:lnTo>
                  <a:lnTo>
                    <a:pt x="16806" y="5033"/>
                  </a:lnTo>
                  <a:lnTo>
                    <a:pt x="16806" y="5033"/>
                  </a:lnTo>
                  <a:cubicBezTo>
                    <a:pt x="16608" y="5037"/>
                    <a:pt x="16322" y="5047"/>
                    <a:pt x="15972" y="5065"/>
                  </a:cubicBezTo>
                  <a:cubicBezTo>
                    <a:pt x="13828" y="5102"/>
                    <a:pt x="9058" y="5176"/>
                    <a:pt x="5435" y="5176"/>
                  </a:cubicBezTo>
                  <a:cubicBezTo>
                    <a:pt x="4215" y="5176"/>
                    <a:pt x="3143" y="5176"/>
                    <a:pt x="2330" y="5139"/>
                  </a:cubicBezTo>
                  <a:cubicBezTo>
                    <a:pt x="1923" y="5139"/>
                    <a:pt x="1553" y="5102"/>
                    <a:pt x="1332" y="5102"/>
                  </a:cubicBezTo>
                  <a:cubicBezTo>
                    <a:pt x="1184" y="5102"/>
                    <a:pt x="1073" y="5065"/>
                    <a:pt x="999" y="5065"/>
                  </a:cubicBezTo>
                  <a:lnTo>
                    <a:pt x="888" y="5065"/>
                  </a:lnTo>
                  <a:cubicBezTo>
                    <a:pt x="814" y="5028"/>
                    <a:pt x="777" y="4991"/>
                    <a:pt x="703" y="4843"/>
                  </a:cubicBezTo>
                  <a:cubicBezTo>
                    <a:pt x="666" y="4732"/>
                    <a:pt x="629" y="4547"/>
                    <a:pt x="629" y="4289"/>
                  </a:cubicBezTo>
                  <a:cubicBezTo>
                    <a:pt x="629" y="3808"/>
                    <a:pt x="777" y="3180"/>
                    <a:pt x="1110" y="2551"/>
                  </a:cubicBezTo>
                  <a:cubicBezTo>
                    <a:pt x="1479" y="1886"/>
                    <a:pt x="1997" y="1220"/>
                    <a:pt x="2773" y="740"/>
                  </a:cubicBezTo>
                  <a:lnTo>
                    <a:pt x="2768" y="730"/>
                  </a:lnTo>
                  <a:lnTo>
                    <a:pt x="2768" y="730"/>
                  </a:lnTo>
                  <a:cubicBezTo>
                    <a:pt x="2865" y="703"/>
                    <a:pt x="3181" y="629"/>
                    <a:pt x="3698" y="629"/>
                  </a:cubicBezTo>
                  <a:close/>
                  <a:moveTo>
                    <a:pt x="3698" y="0"/>
                  </a:moveTo>
                  <a:cubicBezTo>
                    <a:pt x="2921" y="0"/>
                    <a:pt x="2515" y="185"/>
                    <a:pt x="2478" y="185"/>
                  </a:cubicBezTo>
                  <a:lnTo>
                    <a:pt x="2441" y="222"/>
                  </a:lnTo>
                  <a:cubicBezTo>
                    <a:pt x="1590" y="776"/>
                    <a:pt x="962" y="1516"/>
                    <a:pt x="592" y="2255"/>
                  </a:cubicBezTo>
                  <a:cubicBezTo>
                    <a:pt x="186" y="2958"/>
                    <a:pt x="1" y="3697"/>
                    <a:pt x="1" y="4289"/>
                  </a:cubicBezTo>
                  <a:cubicBezTo>
                    <a:pt x="1" y="4621"/>
                    <a:pt x="38" y="4880"/>
                    <a:pt x="149" y="5102"/>
                  </a:cubicBezTo>
                  <a:cubicBezTo>
                    <a:pt x="259" y="5361"/>
                    <a:pt x="444" y="5546"/>
                    <a:pt x="666" y="5620"/>
                  </a:cubicBezTo>
                  <a:cubicBezTo>
                    <a:pt x="777" y="5657"/>
                    <a:pt x="851" y="5657"/>
                    <a:pt x="925" y="5694"/>
                  </a:cubicBezTo>
                  <a:cubicBezTo>
                    <a:pt x="1258" y="5731"/>
                    <a:pt x="1849" y="5731"/>
                    <a:pt x="2626" y="5768"/>
                  </a:cubicBezTo>
                  <a:lnTo>
                    <a:pt x="5435" y="5768"/>
                  </a:lnTo>
                  <a:cubicBezTo>
                    <a:pt x="10278" y="5768"/>
                    <a:pt x="17118" y="5657"/>
                    <a:pt x="17118" y="5657"/>
                  </a:cubicBezTo>
                  <a:cubicBezTo>
                    <a:pt x="17229" y="5657"/>
                    <a:pt x="17303" y="5620"/>
                    <a:pt x="17340" y="5546"/>
                  </a:cubicBezTo>
                  <a:cubicBezTo>
                    <a:pt x="17414" y="5509"/>
                    <a:pt x="17451" y="5398"/>
                    <a:pt x="17414" y="5324"/>
                  </a:cubicBezTo>
                  <a:lnTo>
                    <a:pt x="17340" y="3106"/>
                  </a:lnTo>
                  <a:cubicBezTo>
                    <a:pt x="17340" y="2958"/>
                    <a:pt x="17192" y="2810"/>
                    <a:pt x="17044" y="2810"/>
                  </a:cubicBezTo>
                  <a:cubicBezTo>
                    <a:pt x="17044" y="2810"/>
                    <a:pt x="16194" y="2736"/>
                    <a:pt x="15233" y="2662"/>
                  </a:cubicBezTo>
                  <a:cubicBezTo>
                    <a:pt x="14308" y="2588"/>
                    <a:pt x="13310" y="2514"/>
                    <a:pt x="12977" y="2514"/>
                  </a:cubicBezTo>
                  <a:cubicBezTo>
                    <a:pt x="12940" y="2514"/>
                    <a:pt x="12792" y="2477"/>
                    <a:pt x="12645" y="2440"/>
                  </a:cubicBezTo>
                  <a:cubicBezTo>
                    <a:pt x="11425" y="2218"/>
                    <a:pt x="7912" y="1183"/>
                    <a:pt x="6064" y="481"/>
                  </a:cubicBezTo>
                  <a:cubicBezTo>
                    <a:pt x="5103" y="111"/>
                    <a:pt x="4289" y="0"/>
                    <a:pt x="3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45"/>
            <p:cNvSpPr/>
            <p:nvPr/>
          </p:nvSpPr>
          <p:spPr>
            <a:xfrm>
              <a:off x="3642225" y="3515250"/>
              <a:ext cx="183025" cy="99250"/>
            </a:xfrm>
            <a:custGeom>
              <a:rect b="b" l="l" r="r" t="t"/>
              <a:pathLst>
                <a:path extrusionOk="0" h="3970" w="7321">
                  <a:moveTo>
                    <a:pt x="4177" y="1"/>
                  </a:moveTo>
                  <a:cubicBezTo>
                    <a:pt x="4110" y="1"/>
                    <a:pt x="4049" y="16"/>
                    <a:pt x="3993" y="50"/>
                  </a:cubicBezTo>
                  <a:cubicBezTo>
                    <a:pt x="3180" y="605"/>
                    <a:pt x="481" y="2934"/>
                    <a:pt x="481" y="2934"/>
                  </a:cubicBezTo>
                  <a:lnTo>
                    <a:pt x="0" y="3821"/>
                  </a:lnTo>
                  <a:lnTo>
                    <a:pt x="2736" y="3821"/>
                  </a:lnTo>
                  <a:cubicBezTo>
                    <a:pt x="3610" y="3821"/>
                    <a:pt x="3995" y="3516"/>
                    <a:pt x="4336" y="3516"/>
                  </a:cubicBezTo>
                  <a:cubicBezTo>
                    <a:pt x="4370" y="3516"/>
                    <a:pt x="4403" y="3519"/>
                    <a:pt x="4437" y="3525"/>
                  </a:cubicBezTo>
                  <a:cubicBezTo>
                    <a:pt x="4843" y="3599"/>
                    <a:pt x="6618" y="3969"/>
                    <a:pt x="6618" y="3969"/>
                  </a:cubicBezTo>
                  <a:cubicBezTo>
                    <a:pt x="6618" y="3969"/>
                    <a:pt x="7321" y="3821"/>
                    <a:pt x="7247" y="3525"/>
                  </a:cubicBezTo>
                  <a:cubicBezTo>
                    <a:pt x="7177" y="3249"/>
                    <a:pt x="5138" y="1"/>
                    <a:pt x="41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45"/>
            <p:cNvSpPr/>
            <p:nvPr/>
          </p:nvSpPr>
          <p:spPr>
            <a:xfrm>
              <a:off x="3634825" y="3508175"/>
              <a:ext cx="195975" cy="113700"/>
            </a:xfrm>
            <a:custGeom>
              <a:rect b="b" l="l" r="r" t="t"/>
              <a:pathLst>
                <a:path extrusionOk="0" h="4548" w="7839">
                  <a:moveTo>
                    <a:pt x="4474" y="0"/>
                  </a:moveTo>
                  <a:cubicBezTo>
                    <a:pt x="4363" y="0"/>
                    <a:pt x="4252" y="0"/>
                    <a:pt x="4141" y="74"/>
                  </a:cubicBezTo>
                  <a:cubicBezTo>
                    <a:pt x="3698" y="370"/>
                    <a:pt x="2810" y="1073"/>
                    <a:pt x="2034" y="1738"/>
                  </a:cubicBezTo>
                  <a:cubicBezTo>
                    <a:pt x="1258" y="2403"/>
                    <a:pt x="555" y="2958"/>
                    <a:pt x="555" y="2958"/>
                  </a:cubicBezTo>
                  <a:cubicBezTo>
                    <a:pt x="444" y="3069"/>
                    <a:pt x="407" y="3291"/>
                    <a:pt x="518" y="3402"/>
                  </a:cubicBezTo>
                  <a:cubicBezTo>
                    <a:pt x="578" y="3481"/>
                    <a:pt x="669" y="3518"/>
                    <a:pt x="758" y="3518"/>
                  </a:cubicBezTo>
                  <a:cubicBezTo>
                    <a:pt x="835" y="3518"/>
                    <a:pt x="910" y="3490"/>
                    <a:pt x="962" y="3439"/>
                  </a:cubicBezTo>
                  <a:cubicBezTo>
                    <a:pt x="962" y="3439"/>
                    <a:pt x="1147" y="3291"/>
                    <a:pt x="1405" y="3069"/>
                  </a:cubicBezTo>
                  <a:cubicBezTo>
                    <a:pt x="1812" y="2736"/>
                    <a:pt x="2404" y="2219"/>
                    <a:pt x="2995" y="1701"/>
                  </a:cubicBezTo>
                  <a:cubicBezTo>
                    <a:pt x="3587" y="1220"/>
                    <a:pt x="4178" y="777"/>
                    <a:pt x="4474" y="592"/>
                  </a:cubicBezTo>
                  <a:cubicBezTo>
                    <a:pt x="4511" y="592"/>
                    <a:pt x="4585" y="629"/>
                    <a:pt x="4733" y="703"/>
                  </a:cubicBezTo>
                  <a:cubicBezTo>
                    <a:pt x="4918" y="814"/>
                    <a:pt x="5213" y="1073"/>
                    <a:pt x="5472" y="1405"/>
                  </a:cubicBezTo>
                  <a:cubicBezTo>
                    <a:pt x="5916" y="1849"/>
                    <a:pt x="6360" y="2477"/>
                    <a:pt x="6692" y="2958"/>
                  </a:cubicBezTo>
                  <a:cubicBezTo>
                    <a:pt x="6840" y="3217"/>
                    <a:pt x="6988" y="3439"/>
                    <a:pt x="7099" y="3624"/>
                  </a:cubicBezTo>
                  <a:cubicBezTo>
                    <a:pt x="7136" y="3697"/>
                    <a:pt x="7173" y="3771"/>
                    <a:pt x="7210" y="3808"/>
                  </a:cubicBezTo>
                  <a:lnTo>
                    <a:pt x="7214" y="3817"/>
                  </a:lnTo>
                  <a:lnTo>
                    <a:pt x="7214" y="3817"/>
                  </a:lnTo>
                  <a:cubicBezTo>
                    <a:pt x="7176" y="3850"/>
                    <a:pt x="7111" y="3882"/>
                    <a:pt x="7062" y="3882"/>
                  </a:cubicBezTo>
                  <a:lnTo>
                    <a:pt x="6936" y="3946"/>
                  </a:lnTo>
                  <a:lnTo>
                    <a:pt x="6936" y="3946"/>
                  </a:lnTo>
                  <a:cubicBezTo>
                    <a:pt x="6635" y="3884"/>
                    <a:pt x="5139" y="3579"/>
                    <a:pt x="4807" y="3513"/>
                  </a:cubicBezTo>
                  <a:lnTo>
                    <a:pt x="4659" y="3476"/>
                  </a:lnTo>
                  <a:cubicBezTo>
                    <a:pt x="4363" y="3476"/>
                    <a:pt x="4178" y="3587"/>
                    <a:pt x="3956" y="3660"/>
                  </a:cubicBezTo>
                  <a:cubicBezTo>
                    <a:pt x="3698" y="3734"/>
                    <a:pt x="3439" y="3808"/>
                    <a:pt x="3032" y="3808"/>
                  </a:cubicBezTo>
                  <a:lnTo>
                    <a:pt x="296" y="3808"/>
                  </a:lnTo>
                  <a:cubicBezTo>
                    <a:pt x="148" y="3808"/>
                    <a:pt x="1" y="3919"/>
                    <a:pt x="1" y="4104"/>
                  </a:cubicBezTo>
                  <a:cubicBezTo>
                    <a:pt x="1" y="4289"/>
                    <a:pt x="148" y="4400"/>
                    <a:pt x="296" y="4400"/>
                  </a:cubicBezTo>
                  <a:lnTo>
                    <a:pt x="3032" y="4400"/>
                  </a:lnTo>
                  <a:cubicBezTo>
                    <a:pt x="3513" y="4400"/>
                    <a:pt x="3846" y="4326"/>
                    <a:pt x="4141" y="4252"/>
                  </a:cubicBezTo>
                  <a:cubicBezTo>
                    <a:pt x="4400" y="4141"/>
                    <a:pt x="4585" y="4104"/>
                    <a:pt x="4659" y="4104"/>
                  </a:cubicBezTo>
                  <a:lnTo>
                    <a:pt x="4696" y="4104"/>
                  </a:lnTo>
                  <a:cubicBezTo>
                    <a:pt x="5066" y="4178"/>
                    <a:pt x="6877" y="4548"/>
                    <a:pt x="6877" y="4548"/>
                  </a:cubicBezTo>
                  <a:lnTo>
                    <a:pt x="6988" y="4548"/>
                  </a:lnTo>
                  <a:cubicBezTo>
                    <a:pt x="7025" y="4548"/>
                    <a:pt x="7173" y="4511"/>
                    <a:pt x="7358" y="4437"/>
                  </a:cubicBezTo>
                  <a:cubicBezTo>
                    <a:pt x="7469" y="4400"/>
                    <a:pt x="7543" y="4326"/>
                    <a:pt x="7653" y="4252"/>
                  </a:cubicBezTo>
                  <a:cubicBezTo>
                    <a:pt x="7727" y="4178"/>
                    <a:pt x="7838" y="4030"/>
                    <a:pt x="7838" y="3845"/>
                  </a:cubicBezTo>
                  <a:lnTo>
                    <a:pt x="7838" y="3734"/>
                  </a:lnTo>
                  <a:cubicBezTo>
                    <a:pt x="7801" y="3660"/>
                    <a:pt x="7801" y="3624"/>
                    <a:pt x="7764" y="3587"/>
                  </a:cubicBezTo>
                  <a:cubicBezTo>
                    <a:pt x="7690" y="3402"/>
                    <a:pt x="7506" y="3143"/>
                    <a:pt x="7284" y="2773"/>
                  </a:cubicBezTo>
                  <a:cubicBezTo>
                    <a:pt x="6951" y="2219"/>
                    <a:pt x="6470" y="1553"/>
                    <a:pt x="5990" y="1036"/>
                  </a:cubicBezTo>
                  <a:cubicBezTo>
                    <a:pt x="5731" y="740"/>
                    <a:pt x="5509" y="518"/>
                    <a:pt x="5250" y="296"/>
                  </a:cubicBezTo>
                  <a:cubicBezTo>
                    <a:pt x="4992" y="148"/>
                    <a:pt x="4770" y="0"/>
                    <a:pt x="44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45"/>
            <p:cNvSpPr/>
            <p:nvPr/>
          </p:nvSpPr>
          <p:spPr>
            <a:xfrm>
              <a:off x="4000825" y="3493950"/>
              <a:ext cx="430750" cy="128850"/>
            </a:xfrm>
            <a:custGeom>
              <a:rect b="b" l="l" r="r" t="t"/>
              <a:pathLst>
                <a:path extrusionOk="0" h="5154" w="17230">
                  <a:moveTo>
                    <a:pt x="13404" y="0"/>
                  </a:moveTo>
                  <a:cubicBezTo>
                    <a:pt x="12849" y="0"/>
                    <a:pt x="12093" y="101"/>
                    <a:pt x="11166" y="458"/>
                  </a:cubicBezTo>
                  <a:cubicBezTo>
                    <a:pt x="9022" y="1272"/>
                    <a:pt x="4770" y="2492"/>
                    <a:pt x="4142" y="2492"/>
                  </a:cubicBezTo>
                  <a:cubicBezTo>
                    <a:pt x="3550" y="2492"/>
                    <a:pt x="75" y="2788"/>
                    <a:pt x="75" y="2788"/>
                  </a:cubicBezTo>
                  <a:lnTo>
                    <a:pt x="1" y="5006"/>
                  </a:lnTo>
                  <a:cubicBezTo>
                    <a:pt x="1" y="5006"/>
                    <a:pt x="6853" y="5154"/>
                    <a:pt x="11695" y="5154"/>
                  </a:cubicBezTo>
                  <a:cubicBezTo>
                    <a:pt x="14115" y="5154"/>
                    <a:pt x="16034" y="5117"/>
                    <a:pt x="16342" y="5006"/>
                  </a:cubicBezTo>
                  <a:cubicBezTo>
                    <a:pt x="17229" y="4710"/>
                    <a:pt x="16933" y="1789"/>
                    <a:pt x="14493" y="163"/>
                  </a:cubicBezTo>
                  <a:cubicBezTo>
                    <a:pt x="14493" y="163"/>
                    <a:pt x="14111" y="0"/>
                    <a:pt x="13404" y="0"/>
                  </a:cubicBezTo>
                  <a:close/>
                </a:path>
              </a:pathLst>
            </a:custGeom>
            <a:solidFill>
              <a:srgbClr val="7070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45"/>
            <p:cNvSpPr/>
            <p:nvPr/>
          </p:nvSpPr>
          <p:spPr>
            <a:xfrm>
              <a:off x="3992525" y="3486000"/>
              <a:ext cx="436275" cy="144200"/>
            </a:xfrm>
            <a:custGeom>
              <a:rect b="b" l="l" r="r" t="t"/>
              <a:pathLst>
                <a:path extrusionOk="0" h="5768" w="17451">
                  <a:moveTo>
                    <a:pt x="13753" y="629"/>
                  </a:moveTo>
                  <a:cubicBezTo>
                    <a:pt x="14086" y="629"/>
                    <a:pt x="14345" y="666"/>
                    <a:pt x="14493" y="703"/>
                  </a:cubicBezTo>
                  <a:cubicBezTo>
                    <a:pt x="14567" y="703"/>
                    <a:pt x="14641" y="740"/>
                    <a:pt x="14678" y="740"/>
                  </a:cubicBezTo>
                  <a:cubicBezTo>
                    <a:pt x="15417" y="1220"/>
                    <a:pt x="15971" y="1886"/>
                    <a:pt x="16304" y="2551"/>
                  </a:cubicBezTo>
                  <a:cubicBezTo>
                    <a:pt x="16674" y="3180"/>
                    <a:pt x="16822" y="3808"/>
                    <a:pt x="16822" y="4289"/>
                  </a:cubicBezTo>
                  <a:cubicBezTo>
                    <a:pt x="16822" y="4547"/>
                    <a:pt x="16785" y="4732"/>
                    <a:pt x="16711" y="4880"/>
                  </a:cubicBezTo>
                  <a:cubicBezTo>
                    <a:pt x="16674" y="4991"/>
                    <a:pt x="16600" y="5028"/>
                    <a:pt x="16563" y="5065"/>
                  </a:cubicBezTo>
                  <a:lnTo>
                    <a:pt x="16415" y="5065"/>
                  </a:lnTo>
                  <a:cubicBezTo>
                    <a:pt x="16156" y="5102"/>
                    <a:pt x="15565" y="5139"/>
                    <a:pt x="14788" y="5139"/>
                  </a:cubicBezTo>
                  <a:cubicBezTo>
                    <a:pt x="14049" y="5176"/>
                    <a:pt x="13088" y="5176"/>
                    <a:pt x="12016" y="5176"/>
                  </a:cubicBezTo>
                  <a:cubicBezTo>
                    <a:pt x="9613" y="5176"/>
                    <a:pt x="6692" y="5139"/>
                    <a:pt x="4363" y="5102"/>
                  </a:cubicBezTo>
                  <a:cubicBezTo>
                    <a:pt x="3180" y="5102"/>
                    <a:pt x="2181" y="5065"/>
                    <a:pt x="1479" y="5065"/>
                  </a:cubicBezTo>
                  <a:cubicBezTo>
                    <a:pt x="1119" y="5047"/>
                    <a:pt x="839" y="5038"/>
                    <a:pt x="645" y="5033"/>
                  </a:cubicBezTo>
                  <a:lnTo>
                    <a:pt x="645" y="5033"/>
                  </a:lnTo>
                  <a:lnTo>
                    <a:pt x="726" y="3377"/>
                  </a:lnTo>
                  <a:lnTo>
                    <a:pt x="726" y="3377"/>
                  </a:lnTo>
                  <a:cubicBezTo>
                    <a:pt x="1055" y="3349"/>
                    <a:pt x="1632" y="3301"/>
                    <a:pt x="2255" y="3254"/>
                  </a:cubicBezTo>
                  <a:cubicBezTo>
                    <a:pt x="3180" y="3180"/>
                    <a:pt x="4215" y="3106"/>
                    <a:pt x="4474" y="3106"/>
                  </a:cubicBezTo>
                  <a:cubicBezTo>
                    <a:pt x="4585" y="3106"/>
                    <a:pt x="4732" y="3106"/>
                    <a:pt x="4917" y="3069"/>
                  </a:cubicBezTo>
                  <a:cubicBezTo>
                    <a:pt x="6211" y="2810"/>
                    <a:pt x="9686" y="1775"/>
                    <a:pt x="11609" y="1072"/>
                  </a:cubicBezTo>
                  <a:cubicBezTo>
                    <a:pt x="12496" y="703"/>
                    <a:pt x="13236" y="629"/>
                    <a:pt x="13753" y="629"/>
                  </a:cubicBezTo>
                  <a:close/>
                  <a:moveTo>
                    <a:pt x="13753" y="0"/>
                  </a:moveTo>
                  <a:cubicBezTo>
                    <a:pt x="13162" y="0"/>
                    <a:pt x="12348" y="111"/>
                    <a:pt x="11387" y="481"/>
                  </a:cubicBezTo>
                  <a:cubicBezTo>
                    <a:pt x="10315" y="887"/>
                    <a:pt x="8725" y="1405"/>
                    <a:pt x="7320" y="1812"/>
                  </a:cubicBezTo>
                  <a:cubicBezTo>
                    <a:pt x="6618" y="1997"/>
                    <a:pt x="5952" y="2181"/>
                    <a:pt x="5472" y="2292"/>
                  </a:cubicBezTo>
                  <a:cubicBezTo>
                    <a:pt x="5213" y="2366"/>
                    <a:pt x="4991" y="2403"/>
                    <a:pt x="4806" y="2440"/>
                  </a:cubicBezTo>
                  <a:cubicBezTo>
                    <a:pt x="4622" y="2477"/>
                    <a:pt x="4511" y="2514"/>
                    <a:pt x="4474" y="2514"/>
                  </a:cubicBezTo>
                  <a:cubicBezTo>
                    <a:pt x="4141" y="2514"/>
                    <a:pt x="3143" y="2588"/>
                    <a:pt x="2181" y="2662"/>
                  </a:cubicBezTo>
                  <a:cubicBezTo>
                    <a:pt x="1257" y="2736"/>
                    <a:pt x="407" y="2810"/>
                    <a:pt x="407" y="2810"/>
                  </a:cubicBezTo>
                  <a:cubicBezTo>
                    <a:pt x="222" y="2810"/>
                    <a:pt x="111" y="2958"/>
                    <a:pt x="111" y="3106"/>
                  </a:cubicBezTo>
                  <a:lnTo>
                    <a:pt x="0" y="5324"/>
                  </a:lnTo>
                  <a:cubicBezTo>
                    <a:pt x="0" y="5398"/>
                    <a:pt x="37" y="5509"/>
                    <a:pt x="74" y="5546"/>
                  </a:cubicBezTo>
                  <a:cubicBezTo>
                    <a:pt x="148" y="5620"/>
                    <a:pt x="222" y="5657"/>
                    <a:pt x="296" y="5657"/>
                  </a:cubicBezTo>
                  <a:cubicBezTo>
                    <a:pt x="296" y="5657"/>
                    <a:pt x="7172" y="5768"/>
                    <a:pt x="12016" y="5768"/>
                  </a:cubicBezTo>
                  <a:lnTo>
                    <a:pt x="15121" y="5768"/>
                  </a:lnTo>
                  <a:cubicBezTo>
                    <a:pt x="15565" y="5731"/>
                    <a:pt x="15898" y="5731"/>
                    <a:pt x="16156" y="5731"/>
                  </a:cubicBezTo>
                  <a:cubicBezTo>
                    <a:pt x="16304" y="5694"/>
                    <a:pt x="16415" y="5694"/>
                    <a:pt x="16526" y="5694"/>
                  </a:cubicBezTo>
                  <a:cubicBezTo>
                    <a:pt x="16600" y="5657"/>
                    <a:pt x="16674" y="5657"/>
                    <a:pt x="16748" y="5620"/>
                  </a:cubicBezTo>
                  <a:cubicBezTo>
                    <a:pt x="17007" y="5546"/>
                    <a:pt x="17192" y="5361"/>
                    <a:pt x="17302" y="5102"/>
                  </a:cubicBezTo>
                  <a:cubicBezTo>
                    <a:pt x="17376" y="4880"/>
                    <a:pt x="17450" y="4621"/>
                    <a:pt x="17450" y="4289"/>
                  </a:cubicBezTo>
                  <a:cubicBezTo>
                    <a:pt x="17450" y="3697"/>
                    <a:pt x="17265" y="2958"/>
                    <a:pt x="16859" y="2255"/>
                  </a:cubicBezTo>
                  <a:cubicBezTo>
                    <a:pt x="16452" y="1516"/>
                    <a:pt x="15861" y="776"/>
                    <a:pt x="15010" y="222"/>
                  </a:cubicBezTo>
                  <a:lnTo>
                    <a:pt x="14936" y="185"/>
                  </a:lnTo>
                  <a:cubicBezTo>
                    <a:pt x="14936" y="185"/>
                    <a:pt x="14493" y="0"/>
                    <a:pt x="137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45"/>
            <p:cNvSpPr/>
            <p:nvPr/>
          </p:nvSpPr>
          <p:spPr>
            <a:xfrm>
              <a:off x="3898250" y="3515250"/>
              <a:ext cx="183025" cy="99250"/>
            </a:xfrm>
            <a:custGeom>
              <a:rect b="b" l="l" r="r" t="t"/>
              <a:pathLst>
                <a:path extrusionOk="0" h="3970" w="7321">
                  <a:moveTo>
                    <a:pt x="3143" y="1"/>
                  </a:moveTo>
                  <a:cubicBezTo>
                    <a:pt x="2183" y="1"/>
                    <a:pt x="143" y="3249"/>
                    <a:pt x="74" y="3525"/>
                  </a:cubicBezTo>
                  <a:cubicBezTo>
                    <a:pt x="0" y="3821"/>
                    <a:pt x="703" y="3969"/>
                    <a:pt x="703" y="3969"/>
                  </a:cubicBezTo>
                  <a:cubicBezTo>
                    <a:pt x="703" y="3969"/>
                    <a:pt x="2477" y="3599"/>
                    <a:pt x="2884" y="3525"/>
                  </a:cubicBezTo>
                  <a:cubicBezTo>
                    <a:pt x="2918" y="3519"/>
                    <a:pt x="2951" y="3516"/>
                    <a:pt x="2985" y="3516"/>
                  </a:cubicBezTo>
                  <a:cubicBezTo>
                    <a:pt x="3326" y="3516"/>
                    <a:pt x="3711" y="3821"/>
                    <a:pt x="4585" y="3821"/>
                  </a:cubicBezTo>
                  <a:lnTo>
                    <a:pt x="7320" y="3821"/>
                  </a:lnTo>
                  <a:lnTo>
                    <a:pt x="6840" y="2934"/>
                  </a:lnTo>
                  <a:cubicBezTo>
                    <a:pt x="6840" y="2934"/>
                    <a:pt x="4141" y="605"/>
                    <a:pt x="3328" y="50"/>
                  </a:cubicBezTo>
                  <a:cubicBezTo>
                    <a:pt x="3272" y="16"/>
                    <a:pt x="3210" y="1"/>
                    <a:pt x="314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45"/>
            <p:cNvSpPr/>
            <p:nvPr/>
          </p:nvSpPr>
          <p:spPr>
            <a:xfrm>
              <a:off x="3892700" y="3508175"/>
              <a:ext cx="195975" cy="113700"/>
            </a:xfrm>
            <a:custGeom>
              <a:rect b="b" l="l" r="r" t="t"/>
              <a:pathLst>
                <a:path extrusionOk="0" h="4548" w="7839">
                  <a:moveTo>
                    <a:pt x="3365" y="0"/>
                  </a:moveTo>
                  <a:cubicBezTo>
                    <a:pt x="3143" y="0"/>
                    <a:pt x="2958" y="74"/>
                    <a:pt x="2810" y="185"/>
                  </a:cubicBezTo>
                  <a:cubicBezTo>
                    <a:pt x="2477" y="370"/>
                    <a:pt x="2182" y="629"/>
                    <a:pt x="1886" y="999"/>
                  </a:cubicBezTo>
                  <a:cubicBezTo>
                    <a:pt x="1442" y="1479"/>
                    <a:pt x="999" y="2108"/>
                    <a:pt x="629" y="2625"/>
                  </a:cubicBezTo>
                  <a:cubicBezTo>
                    <a:pt x="481" y="2884"/>
                    <a:pt x="333" y="3106"/>
                    <a:pt x="222" y="3291"/>
                  </a:cubicBezTo>
                  <a:cubicBezTo>
                    <a:pt x="185" y="3402"/>
                    <a:pt x="111" y="3476"/>
                    <a:pt x="74" y="3550"/>
                  </a:cubicBezTo>
                  <a:cubicBezTo>
                    <a:pt x="37" y="3624"/>
                    <a:pt x="37" y="3660"/>
                    <a:pt x="0" y="3734"/>
                  </a:cubicBezTo>
                  <a:lnTo>
                    <a:pt x="0" y="3845"/>
                  </a:lnTo>
                  <a:cubicBezTo>
                    <a:pt x="0" y="4030"/>
                    <a:pt x="111" y="4178"/>
                    <a:pt x="185" y="4252"/>
                  </a:cubicBezTo>
                  <a:cubicBezTo>
                    <a:pt x="333" y="4400"/>
                    <a:pt x="481" y="4437"/>
                    <a:pt x="629" y="4474"/>
                  </a:cubicBezTo>
                  <a:cubicBezTo>
                    <a:pt x="740" y="4548"/>
                    <a:pt x="851" y="4548"/>
                    <a:pt x="851" y="4548"/>
                  </a:cubicBezTo>
                  <a:lnTo>
                    <a:pt x="962" y="4548"/>
                  </a:lnTo>
                  <a:cubicBezTo>
                    <a:pt x="962" y="4548"/>
                    <a:pt x="2773" y="4178"/>
                    <a:pt x="3143" y="4104"/>
                  </a:cubicBezTo>
                  <a:lnTo>
                    <a:pt x="3180" y="4104"/>
                  </a:lnTo>
                  <a:cubicBezTo>
                    <a:pt x="3254" y="4104"/>
                    <a:pt x="3439" y="4141"/>
                    <a:pt x="3697" y="4252"/>
                  </a:cubicBezTo>
                  <a:cubicBezTo>
                    <a:pt x="3993" y="4326"/>
                    <a:pt x="4326" y="4400"/>
                    <a:pt x="4807" y="4400"/>
                  </a:cubicBezTo>
                  <a:lnTo>
                    <a:pt x="7542" y="4400"/>
                  </a:lnTo>
                  <a:cubicBezTo>
                    <a:pt x="7690" y="4400"/>
                    <a:pt x="7838" y="4289"/>
                    <a:pt x="7838" y="4104"/>
                  </a:cubicBezTo>
                  <a:cubicBezTo>
                    <a:pt x="7838" y="3919"/>
                    <a:pt x="7690" y="3808"/>
                    <a:pt x="7542" y="3808"/>
                  </a:cubicBezTo>
                  <a:lnTo>
                    <a:pt x="4807" y="3808"/>
                  </a:lnTo>
                  <a:cubicBezTo>
                    <a:pt x="4400" y="3808"/>
                    <a:pt x="4141" y="3734"/>
                    <a:pt x="3882" y="3660"/>
                  </a:cubicBezTo>
                  <a:cubicBezTo>
                    <a:pt x="3660" y="3587"/>
                    <a:pt x="3476" y="3476"/>
                    <a:pt x="3180" y="3476"/>
                  </a:cubicBezTo>
                  <a:lnTo>
                    <a:pt x="3032" y="3513"/>
                  </a:lnTo>
                  <a:cubicBezTo>
                    <a:pt x="2699" y="3579"/>
                    <a:pt x="1198" y="3885"/>
                    <a:pt x="902" y="3946"/>
                  </a:cubicBezTo>
                  <a:lnTo>
                    <a:pt x="902" y="3946"/>
                  </a:lnTo>
                  <a:cubicBezTo>
                    <a:pt x="841" y="3930"/>
                    <a:pt x="754" y="3897"/>
                    <a:pt x="703" y="3845"/>
                  </a:cubicBezTo>
                  <a:lnTo>
                    <a:pt x="626" y="3820"/>
                  </a:lnTo>
                  <a:lnTo>
                    <a:pt x="626" y="3820"/>
                  </a:lnTo>
                  <a:cubicBezTo>
                    <a:pt x="645" y="3788"/>
                    <a:pt x="670" y="3747"/>
                    <a:pt x="703" y="3697"/>
                  </a:cubicBezTo>
                  <a:cubicBezTo>
                    <a:pt x="925" y="3291"/>
                    <a:pt x="1442" y="2477"/>
                    <a:pt x="1997" y="1775"/>
                  </a:cubicBezTo>
                  <a:cubicBezTo>
                    <a:pt x="2293" y="1442"/>
                    <a:pt x="2588" y="1146"/>
                    <a:pt x="2810" y="925"/>
                  </a:cubicBezTo>
                  <a:cubicBezTo>
                    <a:pt x="2958" y="814"/>
                    <a:pt x="3069" y="703"/>
                    <a:pt x="3180" y="666"/>
                  </a:cubicBezTo>
                  <a:cubicBezTo>
                    <a:pt x="3254" y="629"/>
                    <a:pt x="3328" y="592"/>
                    <a:pt x="3365" y="592"/>
                  </a:cubicBezTo>
                  <a:cubicBezTo>
                    <a:pt x="3771" y="851"/>
                    <a:pt x="4659" y="1553"/>
                    <a:pt x="5435" y="2219"/>
                  </a:cubicBezTo>
                  <a:cubicBezTo>
                    <a:pt x="5805" y="2514"/>
                    <a:pt x="6174" y="2847"/>
                    <a:pt x="6433" y="3069"/>
                  </a:cubicBezTo>
                  <a:cubicBezTo>
                    <a:pt x="6692" y="3291"/>
                    <a:pt x="6877" y="3439"/>
                    <a:pt x="6877" y="3439"/>
                  </a:cubicBezTo>
                  <a:cubicBezTo>
                    <a:pt x="6928" y="3490"/>
                    <a:pt x="7004" y="3518"/>
                    <a:pt x="7081" y="3518"/>
                  </a:cubicBezTo>
                  <a:cubicBezTo>
                    <a:pt x="7170" y="3518"/>
                    <a:pt x="7261" y="3481"/>
                    <a:pt x="7321" y="3402"/>
                  </a:cubicBezTo>
                  <a:cubicBezTo>
                    <a:pt x="7431" y="3291"/>
                    <a:pt x="7394" y="3069"/>
                    <a:pt x="7284" y="2958"/>
                  </a:cubicBezTo>
                  <a:cubicBezTo>
                    <a:pt x="7284" y="2958"/>
                    <a:pt x="6581" y="2403"/>
                    <a:pt x="5805" y="1738"/>
                  </a:cubicBezTo>
                  <a:cubicBezTo>
                    <a:pt x="5028" y="1073"/>
                    <a:pt x="4141" y="370"/>
                    <a:pt x="3697" y="74"/>
                  </a:cubicBezTo>
                  <a:cubicBezTo>
                    <a:pt x="3587" y="0"/>
                    <a:pt x="3476" y="0"/>
                    <a:pt x="33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45"/>
            <p:cNvSpPr/>
            <p:nvPr/>
          </p:nvSpPr>
          <p:spPr>
            <a:xfrm>
              <a:off x="3581225" y="3885275"/>
              <a:ext cx="489875" cy="212600"/>
            </a:xfrm>
            <a:custGeom>
              <a:rect b="b" l="l" r="r" t="t"/>
              <a:pathLst>
                <a:path extrusionOk="0" h="8504" w="19595">
                  <a:moveTo>
                    <a:pt x="0" y="0"/>
                  </a:moveTo>
                  <a:lnTo>
                    <a:pt x="0" y="8504"/>
                  </a:lnTo>
                  <a:lnTo>
                    <a:pt x="19595" y="8504"/>
                  </a:lnTo>
                  <a:lnTo>
                    <a:pt x="1959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45"/>
            <p:cNvSpPr/>
            <p:nvPr/>
          </p:nvSpPr>
          <p:spPr>
            <a:xfrm>
              <a:off x="3573825" y="3876950"/>
              <a:ext cx="504675" cy="228325"/>
            </a:xfrm>
            <a:custGeom>
              <a:rect b="b" l="l" r="r" t="t"/>
              <a:pathLst>
                <a:path extrusionOk="0" h="9133" w="20187">
                  <a:moveTo>
                    <a:pt x="19558" y="629"/>
                  </a:moveTo>
                  <a:lnTo>
                    <a:pt x="19558" y="8504"/>
                  </a:lnTo>
                  <a:lnTo>
                    <a:pt x="592" y="8504"/>
                  </a:lnTo>
                  <a:lnTo>
                    <a:pt x="592" y="629"/>
                  </a:lnTo>
                  <a:close/>
                  <a:moveTo>
                    <a:pt x="296" y="1"/>
                  </a:moveTo>
                  <a:cubicBezTo>
                    <a:pt x="222" y="1"/>
                    <a:pt x="148" y="38"/>
                    <a:pt x="74" y="112"/>
                  </a:cubicBezTo>
                  <a:cubicBezTo>
                    <a:pt x="37" y="149"/>
                    <a:pt x="1" y="223"/>
                    <a:pt x="1" y="333"/>
                  </a:cubicBezTo>
                  <a:lnTo>
                    <a:pt x="1" y="8837"/>
                  </a:lnTo>
                  <a:cubicBezTo>
                    <a:pt x="1" y="8911"/>
                    <a:pt x="37" y="8985"/>
                    <a:pt x="74" y="9022"/>
                  </a:cubicBezTo>
                  <a:cubicBezTo>
                    <a:pt x="148" y="9095"/>
                    <a:pt x="222" y="9132"/>
                    <a:pt x="296" y="9132"/>
                  </a:cubicBezTo>
                  <a:lnTo>
                    <a:pt x="19891" y="9132"/>
                  </a:lnTo>
                  <a:cubicBezTo>
                    <a:pt x="19965" y="9132"/>
                    <a:pt x="20039" y="9095"/>
                    <a:pt x="20113" y="9022"/>
                  </a:cubicBezTo>
                  <a:cubicBezTo>
                    <a:pt x="20149" y="8985"/>
                    <a:pt x="20186" y="8911"/>
                    <a:pt x="20186" y="8837"/>
                  </a:cubicBezTo>
                  <a:lnTo>
                    <a:pt x="20186" y="333"/>
                  </a:lnTo>
                  <a:cubicBezTo>
                    <a:pt x="20186" y="223"/>
                    <a:pt x="20149" y="149"/>
                    <a:pt x="20113" y="112"/>
                  </a:cubicBezTo>
                  <a:cubicBezTo>
                    <a:pt x="20039" y="38"/>
                    <a:pt x="19965" y="1"/>
                    <a:pt x="198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45"/>
            <p:cNvSpPr/>
            <p:nvPr/>
          </p:nvSpPr>
          <p:spPr>
            <a:xfrm>
              <a:off x="3618200" y="3864350"/>
              <a:ext cx="183950" cy="157000"/>
            </a:xfrm>
            <a:custGeom>
              <a:rect b="b" l="l" r="r" t="t"/>
              <a:pathLst>
                <a:path extrusionOk="0" h="6280" w="7358">
                  <a:moveTo>
                    <a:pt x="306" y="1"/>
                  </a:moveTo>
                  <a:cubicBezTo>
                    <a:pt x="185" y="1"/>
                    <a:pt x="66" y="93"/>
                    <a:pt x="37" y="209"/>
                  </a:cubicBezTo>
                  <a:cubicBezTo>
                    <a:pt x="0" y="394"/>
                    <a:pt x="74" y="542"/>
                    <a:pt x="259" y="616"/>
                  </a:cubicBezTo>
                  <a:lnTo>
                    <a:pt x="296" y="616"/>
                  </a:lnTo>
                  <a:cubicBezTo>
                    <a:pt x="592" y="690"/>
                    <a:pt x="1997" y="1133"/>
                    <a:pt x="3401" y="2021"/>
                  </a:cubicBezTo>
                  <a:cubicBezTo>
                    <a:pt x="4843" y="2908"/>
                    <a:pt x="6285" y="4239"/>
                    <a:pt x="6729" y="6050"/>
                  </a:cubicBezTo>
                  <a:cubicBezTo>
                    <a:pt x="6761" y="6179"/>
                    <a:pt x="6905" y="6279"/>
                    <a:pt x="7039" y="6279"/>
                  </a:cubicBezTo>
                  <a:cubicBezTo>
                    <a:pt x="7059" y="6279"/>
                    <a:pt x="7079" y="6277"/>
                    <a:pt x="7098" y="6272"/>
                  </a:cubicBezTo>
                  <a:cubicBezTo>
                    <a:pt x="7283" y="6235"/>
                    <a:pt x="7357" y="6050"/>
                    <a:pt x="7320" y="5902"/>
                  </a:cubicBezTo>
                  <a:cubicBezTo>
                    <a:pt x="6766" y="3721"/>
                    <a:pt x="5028" y="2242"/>
                    <a:pt x="3438" y="1318"/>
                  </a:cubicBezTo>
                  <a:cubicBezTo>
                    <a:pt x="1849" y="394"/>
                    <a:pt x="407" y="24"/>
                    <a:pt x="407" y="24"/>
                  </a:cubicBezTo>
                  <a:cubicBezTo>
                    <a:pt x="374" y="8"/>
                    <a:pt x="340" y="1"/>
                    <a:pt x="3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45"/>
            <p:cNvSpPr/>
            <p:nvPr/>
          </p:nvSpPr>
          <p:spPr>
            <a:xfrm>
              <a:off x="3875125" y="3876950"/>
              <a:ext cx="171025" cy="137975"/>
            </a:xfrm>
            <a:custGeom>
              <a:rect b="b" l="l" r="r" t="t"/>
              <a:pathLst>
                <a:path extrusionOk="0" h="5519" w="6841">
                  <a:moveTo>
                    <a:pt x="6434" y="1"/>
                  </a:moveTo>
                  <a:cubicBezTo>
                    <a:pt x="6064" y="1"/>
                    <a:pt x="4844" y="75"/>
                    <a:pt x="3513" y="740"/>
                  </a:cubicBezTo>
                  <a:cubicBezTo>
                    <a:pt x="2182" y="1406"/>
                    <a:pt x="777" y="2700"/>
                    <a:pt x="75" y="5140"/>
                  </a:cubicBezTo>
                  <a:cubicBezTo>
                    <a:pt x="1" y="5288"/>
                    <a:pt x="112" y="5472"/>
                    <a:pt x="260" y="5509"/>
                  </a:cubicBezTo>
                  <a:cubicBezTo>
                    <a:pt x="291" y="5516"/>
                    <a:pt x="320" y="5519"/>
                    <a:pt x="349" y="5519"/>
                  </a:cubicBezTo>
                  <a:cubicBezTo>
                    <a:pt x="492" y="5519"/>
                    <a:pt x="605" y="5442"/>
                    <a:pt x="666" y="5288"/>
                  </a:cubicBezTo>
                  <a:cubicBezTo>
                    <a:pt x="1332" y="3032"/>
                    <a:pt x="2589" y="1886"/>
                    <a:pt x="3809" y="1295"/>
                  </a:cubicBezTo>
                  <a:cubicBezTo>
                    <a:pt x="4992" y="666"/>
                    <a:pt x="6101" y="629"/>
                    <a:pt x="6434" y="629"/>
                  </a:cubicBezTo>
                  <a:lnTo>
                    <a:pt x="6508" y="629"/>
                  </a:lnTo>
                  <a:cubicBezTo>
                    <a:pt x="6693" y="629"/>
                    <a:pt x="6840" y="518"/>
                    <a:pt x="6840" y="333"/>
                  </a:cubicBezTo>
                  <a:cubicBezTo>
                    <a:pt x="6840" y="149"/>
                    <a:pt x="6730" y="1"/>
                    <a:pt x="65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45"/>
            <p:cNvSpPr/>
            <p:nvPr/>
          </p:nvSpPr>
          <p:spPr>
            <a:xfrm>
              <a:off x="3388050" y="3841775"/>
              <a:ext cx="297625" cy="1110125"/>
            </a:xfrm>
            <a:custGeom>
              <a:rect b="b" l="l" r="r" t="t"/>
              <a:pathLst>
                <a:path extrusionOk="0" h="44405" w="11905">
                  <a:moveTo>
                    <a:pt x="5814" y="0"/>
                  </a:moveTo>
                  <a:cubicBezTo>
                    <a:pt x="5175" y="0"/>
                    <a:pt x="4518" y="122"/>
                    <a:pt x="3845" y="446"/>
                  </a:cubicBezTo>
                  <a:cubicBezTo>
                    <a:pt x="0" y="2221"/>
                    <a:pt x="3771" y="44405"/>
                    <a:pt x="3771" y="44405"/>
                  </a:cubicBezTo>
                  <a:lnTo>
                    <a:pt x="6877" y="44405"/>
                  </a:lnTo>
                  <a:cubicBezTo>
                    <a:pt x="6877" y="44405"/>
                    <a:pt x="10907" y="19486"/>
                    <a:pt x="11720" y="6621"/>
                  </a:cubicBezTo>
                  <a:cubicBezTo>
                    <a:pt x="11905" y="3478"/>
                    <a:pt x="9835" y="594"/>
                    <a:pt x="6729" y="77"/>
                  </a:cubicBezTo>
                  <a:cubicBezTo>
                    <a:pt x="6428" y="29"/>
                    <a:pt x="6123" y="0"/>
                    <a:pt x="58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45"/>
            <p:cNvSpPr/>
            <p:nvPr/>
          </p:nvSpPr>
          <p:spPr>
            <a:xfrm>
              <a:off x="3433325" y="3834450"/>
              <a:ext cx="256050" cy="1124850"/>
            </a:xfrm>
            <a:custGeom>
              <a:rect b="b" l="l" r="r" t="t"/>
              <a:pathLst>
                <a:path extrusionOk="0" h="44994" w="10242">
                  <a:moveTo>
                    <a:pt x="4031" y="592"/>
                  </a:moveTo>
                  <a:cubicBezTo>
                    <a:pt x="4327" y="592"/>
                    <a:pt x="4585" y="629"/>
                    <a:pt x="4881" y="666"/>
                  </a:cubicBezTo>
                  <a:cubicBezTo>
                    <a:pt x="7654" y="1146"/>
                    <a:pt x="9613" y="3697"/>
                    <a:pt x="9613" y="6507"/>
                  </a:cubicBezTo>
                  <a:cubicBezTo>
                    <a:pt x="9613" y="6618"/>
                    <a:pt x="9613" y="6766"/>
                    <a:pt x="9613" y="6877"/>
                  </a:cubicBezTo>
                  <a:cubicBezTo>
                    <a:pt x="9207" y="13310"/>
                    <a:pt x="7987" y="22737"/>
                    <a:pt x="6878" y="30575"/>
                  </a:cubicBezTo>
                  <a:cubicBezTo>
                    <a:pt x="6323" y="34494"/>
                    <a:pt x="5768" y="38006"/>
                    <a:pt x="5399" y="40557"/>
                  </a:cubicBezTo>
                  <a:cubicBezTo>
                    <a:pt x="5214" y="41814"/>
                    <a:pt x="5029" y="42849"/>
                    <a:pt x="4918" y="43552"/>
                  </a:cubicBezTo>
                  <a:cubicBezTo>
                    <a:pt x="4859" y="43923"/>
                    <a:pt x="4811" y="44212"/>
                    <a:pt x="4779" y="44402"/>
                  </a:cubicBezTo>
                  <a:lnTo>
                    <a:pt x="2244" y="44402"/>
                  </a:lnTo>
                  <a:cubicBezTo>
                    <a:pt x="2234" y="44266"/>
                    <a:pt x="2215" y="44079"/>
                    <a:pt x="2182" y="43847"/>
                  </a:cubicBezTo>
                  <a:cubicBezTo>
                    <a:pt x="1886" y="40150"/>
                    <a:pt x="629" y="24623"/>
                    <a:pt x="629" y="13236"/>
                  </a:cubicBezTo>
                  <a:cubicBezTo>
                    <a:pt x="629" y="9908"/>
                    <a:pt x="740" y="6951"/>
                    <a:pt x="999" y="4769"/>
                  </a:cubicBezTo>
                  <a:cubicBezTo>
                    <a:pt x="1147" y="3660"/>
                    <a:pt x="1295" y="2736"/>
                    <a:pt x="1517" y="2107"/>
                  </a:cubicBezTo>
                  <a:cubicBezTo>
                    <a:pt x="1628" y="1775"/>
                    <a:pt x="1739" y="1516"/>
                    <a:pt x="1850" y="1331"/>
                  </a:cubicBezTo>
                  <a:cubicBezTo>
                    <a:pt x="1960" y="1146"/>
                    <a:pt x="2108" y="1035"/>
                    <a:pt x="2182" y="998"/>
                  </a:cubicBezTo>
                  <a:cubicBezTo>
                    <a:pt x="2811" y="702"/>
                    <a:pt x="3402" y="592"/>
                    <a:pt x="4031" y="592"/>
                  </a:cubicBezTo>
                  <a:close/>
                  <a:moveTo>
                    <a:pt x="4031" y="0"/>
                  </a:moveTo>
                  <a:cubicBezTo>
                    <a:pt x="3328" y="0"/>
                    <a:pt x="2626" y="111"/>
                    <a:pt x="1923" y="444"/>
                  </a:cubicBezTo>
                  <a:cubicBezTo>
                    <a:pt x="1702" y="555"/>
                    <a:pt x="1517" y="739"/>
                    <a:pt x="1332" y="998"/>
                  </a:cubicBezTo>
                  <a:cubicBezTo>
                    <a:pt x="1073" y="1442"/>
                    <a:pt x="851" y="2033"/>
                    <a:pt x="703" y="2810"/>
                  </a:cubicBezTo>
                  <a:cubicBezTo>
                    <a:pt x="186" y="5102"/>
                    <a:pt x="1" y="8873"/>
                    <a:pt x="1" y="13236"/>
                  </a:cubicBezTo>
                  <a:cubicBezTo>
                    <a:pt x="1" y="26286"/>
                    <a:pt x="1665" y="44735"/>
                    <a:pt x="1665" y="44735"/>
                  </a:cubicBezTo>
                  <a:cubicBezTo>
                    <a:pt x="1665" y="44882"/>
                    <a:pt x="1813" y="44993"/>
                    <a:pt x="1960" y="44993"/>
                  </a:cubicBezTo>
                  <a:lnTo>
                    <a:pt x="5066" y="44993"/>
                  </a:lnTo>
                  <a:cubicBezTo>
                    <a:pt x="5214" y="44993"/>
                    <a:pt x="5325" y="44882"/>
                    <a:pt x="5362" y="44735"/>
                  </a:cubicBezTo>
                  <a:cubicBezTo>
                    <a:pt x="5362" y="44735"/>
                    <a:pt x="9392" y="19816"/>
                    <a:pt x="10205" y="6914"/>
                  </a:cubicBezTo>
                  <a:cubicBezTo>
                    <a:pt x="10242" y="6766"/>
                    <a:pt x="10242" y="6655"/>
                    <a:pt x="10242" y="6507"/>
                  </a:cubicBezTo>
                  <a:cubicBezTo>
                    <a:pt x="10242" y="3401"/>
                    <a:pt x="8098" y="592"/>
                    <a:pt x="4992" y="74"/>
                  </a:cubicBezTo>
                  <a:cubicBezTo>
                    <a:pt x="4659" y="0"/>
                    <a:pt x="4364" y="0"/>
                    <a:pt x="4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45"/>
            <p:cNvSpPr/>
            <p:nvPr/>
          </p:nvSpPr>
          <p:spPr>
            <a:xfrm>
              <a:off x="3374175" y="4889025"/>
              <a:ext cx="198750" cy="146975"/>
            </a:xfrm>
            <a:custGeom>
              <a:rect b="b" l="l" r="r" t="t"/>
              <a:pathLst>
                <a:path extrusionOk="0" h="5879" w="7950">
                  <a:moveTo>
                    <a:pt x="3994" y="1"/>
                  </a:moveTo>
                  <a:lnTo>
                    <a:pt x="3069" y="3920"/>
                  </a:lnTo>
                  <a:lnTo>
                    <a:pt x="1" y="5879"/>
                  </a:lnTo>
                  <a:lnTo>
                    <a:pt x="7839" y="5879"/>
                  </a:lnTo>
                  <a:lnTo>
                    <a:pt x="795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45"/>
            <p:cNvSpPr/>
            <p:nvPr/>
          </p:nvSpPr>
          <p:spPr>
            <a:xfrm>
              <a:off x="3365875" y="4881625"/>
              <a:ext cx="215375" cy="161775"/>
            </a:xfrm>
            <a:custGeom>
              <a:rect b="b" l="l" r="r" t="t"/>
              <a:pathLst>
                <a:path extrusionOk="0" h="6471" w="8615">
                  <a:moveTo>
                    <a:pt x="7986" y="592"/>
                  </a:moveTo>
                  <a:lnTo>
                    <a:pt x="7875" y="5842"/>
                  </a:lnTo>
                  <a:lnTo>
                    <a:pt x="1405" y="5842"/>
                  </a:lnTo>
                  <a:lnTo>
                    <a:pt x="3586" y="4474"/>
                  </a:lnTo>
                  <a:cubicBezTo>
                    <a:pt x="3623" y="4437"/>
                    <a:pt x="3697" y="4363"/>
                    <a:pt x="3697" y="4289"/>
                  </a:cubicBezTo>
                  <a:lnTo>
                    <a:pt x="4569" y="592"/>
                  </a:lnTo>
                  <a:close/>
                  <a:moveTo>
                    <a:pt x="4326" y="1"/>
                  </a:moveTo>
                  <a:cubicBezTo>
                    <a:pt x="4178" y="1"/>
                    <a:pt x="4067" y="75"/>
                    <a:pt x="4030" y="223"/>
                  </a:cubicBezTo>
                  <a:lnTo>
                    <a:pt x="3143" y="4031"/>
                  </a:lnTo>
                  <a:lnTo>
                    <a:pt x="148" y="5916"/>
                  </a:lnTo>
                  <a:cubicBezTo>
                    <a:pt x="37" y="5990"/>
                    <a:pt x="0" y="6138"/>
                    <a:pt x="37" y="6249"/>
                  </a:cubicBezTo>
                  <a:cubicBezTo>
                    <a:pt x="74" y="6397"/>
                    <a:pt x="185" y="6471"/>
                    <a:pt x="333" y="6471"/>
                  </a:cubicBezTo>
                  <a:lnTo>
                    <a:pt x="8171" y="6471"/>
                  </a:lnTo>
                  <a:cubicBezTo>
                    <a:pt x="8319" y="6471"/>
                    <a:pt x="8466" y="6323"/>
                    <a:pt x="8466" y="6175"/>
                  </a:cubicBezTo>
                  <a:lnTo>
                    <a:pt x="8614" y="297"/>
                  </a:lnTo>
                  <a:cubicBezTo>
                    <a:pt x="8614" y="223"/>
                    <a:pt x="8577" y="149"/>
                    <a:pt x="8503" y="75"/>
                  </a:cubicBezTo>
                  <a:cubicBezTo>
                    <a:pt x="8466" y="38"/>
                    <a:pt x="8355" y="1"/>
                    <a:pt x="82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45"/>
            <p:cNvSpPr/>
            <p:nvPr/>
          </p:nvSpPr>
          <p:spPr>
            <a:xfrm>
              <a:off x="3450900" y="4973025"/>
              <a:ext cx="84125" cy="14000"/>
            </a:xfrm>
            <a:custGeom>
              <a:rect b="b" l="l" r="r" t="t"/>
              <a:pathLst>
                <a:path extrusionOk="0" h="560" w="3365">
                  <a:moveTo>
                    <a:pt x="1868" y="1"/>
                  </a:moveTo>
                  <a:cubicBezTo>
                    <a:pt x="871" y="1"/>
                    <a:pt x="0" y="560"/>
                    <a:pt x="0" y="560"/>
                  </a:cubicBezTo>
                  <a:lnTo>
                    <a:pt x="3365" y="560"/>
                  </a:lnTo>
                  <a:cubicBezTo>
                    <a:pt x="2896" y="141"/>
                    <a:pt x="2367" y="1"/>
                    <a:pt x="18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45"/>
            <p:cNvSpPr/>
            <p:nvPr/>
          </p:nvSpPr>
          <p:spPr>
            <a:xfrm>
              <a:off x="3442575" y="4964825"/>
              <a:ext cx="100775" cy="29725"/>
            </a:xfrm>
            <a:custGeom>
              <a:rect b="b" l="l" r="r" t="t"/>
              <a:pathLst>
                <a:path extrusionOk="0" h="1189" w="4031">
                  <a:moveTo>
                    <a:pt x="2219" y="0"/>
                  </a:moveTo>
                  <a:cubicBezTo>
                    <a:pt x="1110" y="37"/>
                    <a:pt x="186" y="629"/>
                    <a:pt x="186" y="629"/>
                  </a:cubicBezTo>
                  <a:cubicBezTo>
                    <a:pt x="38" y="703"/>
                    <a:pt x="1" y="888"/>
                    <a:pt x="75" y="1035"/>
                  </a:cubicBezTo>
                  <a:cubicBezTo>
                    <a:pt x="149" y="1134"/>
                    <a:pt x="255" y="1183"/>
                    <a:pt x="362" y="1183"/>
                  </a:cubicBezTo>
                  <a:cubicBezTo>
                    <a:pt x="416" y="1183"/>
                    <a:pt x="469" y="1171"/>
                    <a:pt x="518" y="1146"/>
                  </a:cubicBezTo>
                  <a:cubicBezTo>
                    <a:pt x="592" y="1072"/>
                    <a:pt x="1369" y="629"/>
                    <a:pt x="2219" y="629"/>
                  </a:cubicBezTo>
                  <a:cubicBezTo>
                    <a:pt x="2626" y="629"/>
                    <a:pt x="3069" y="740"/>
                    <a:pt x="3476" y="1109"/>
                  </a:cubicBezTo>
                  <a:cubicBezTo>
                    <a:pt x="3545" y="1161"/>
                    <a:pt x="3621" y="1188"/>
                    <a:pt x="3695" y="1188"/>
                  </a:cubicBezTo>
                  <a:cubicBezTo>
                    <a:pt x="3779" y="1188"/>
                    <a:pt x="3860" y="1152"/>
                    <a:pt x="3920" y="1072"/>
                  </a:cubicBezTo>
                  <a:cubicBezTo>
                    <a:pt x="4030" y="961"/>
                    <a:pt x="4030" y="777"/>
                    <a:pt x="3883" y="666"/>
                  </a:cubicBezTo>
                  <a:cubicBezTo>
                    <a:pt x="3365" y="185"/>
                    <a:pt x="2737" y="0"/>
                    <a:pt x="22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45"/>
            <p:cNvSpPr/>
            <p:nvPr/>
          </p:nvSpPr>
          <p:spPr>
            <a:xfrm>
              <a:off x="3998975" y="3841775"/>
              <a:ext cx="297650" cy="1110125"/>
            </a:xfrm>
            <a:custGeom>
              <a:rect b="b" l="l" r="r" t="t"/>
              <a:pathLst>
                <a:path extrusionOk="0" h="44405" w="11906">
                  <a:moveTo>
                    <a:pt x="6079" y="0"/>
                  </a:moveTo>
                  <a:cubicBezTo>
                    <a:pt x="5766" y="0"/>
                    <a:pt x="5453" y="29"/>
                    <a:pt x="5140" y="77"/>
                  </a:cubicBezTo>
                  <a:cubicBezTo>
                    <a:pt x="2071" y="594"/>
                    <a:pt x="1" y="3478"/>
                    <a:pt x="186" y="6621"/>
                  </a:cubicBezTo>
                  <a:cubicBezTo>
                    <a:pt x="999" y="19486"/>
                    <a:pt x="5029" y="44405"/>
                    <a:pt x="5029" y="44405"/>
                  </a:cubicBezTo>
                  <a:lnTo>
                    <a:pt x="8135" y="44405"/>
                  </a:lnTo>
                  <a:cubicBezTo>
                    <a:pt x="8135" y="44405"/>
                    <a:pt x="11906" y="2221"/>
                    <a:pt x="8024" y="446"/>
                  </a:cubicBezTo>
                  <a:cubicBezTo>
                    <a:pt x="7375" y="122"/>
                    <a:pt x="6727" y="0"/>
                    <a:pt x="60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45"/>
            <p:cNvSpPr/>
            <p:nvPr/>
          </p:nvSpPr>
          <p:spPr>
            <a:xfrm>
              <a:off x="3995300" y="3834450"/>
              <a:ext cx="256025" cy="1124850"/>
            </a:xfrm>
            <a:custGeom>
              <a:rect b="b" l="l" r="r" t="t"/>
              <a:pathLst>
                <a:path extrusionOk="0" h="44994" w="10241">
                  <a:moveTo>
                    <a:pt x="6211" y="592"/>
                  </a:moveTo>
                  <a:cubicBezTo>
                    <a:pt x="6803" y="592"/>
                    <a:pt x="7431" y="702"/>
                    <a:pt x="8060" y="998"/>
                  </a:cubicBezTo>
                  <a:cubicBezTo>
                    <a:pt x="8134" y="1035"/>
                    <a:pt x="8245" y="1146"/>
                    <a:pt x="8355" y="1331"/>
                  </a:cubicBezTo>
                  <a:cubicBezTo>
                    <a:pt x="8577" y="1664"/>
                    <a:pt x="8762" y="2218"/>
                    <a:pt x="8947" y="2921"/>
                  </a:cubicBezTo>
                  <a:cubicBezTo>
                    <a:pt x="9428" y="5139"/>
                    <a:pt x="9612" y="8873"/>
                    <a:pt x="9612" y="13236"/>
                  </a:cubicBezTo>
                  <a:cubicBezTo>
                    <a:pt x="9612" y="19742"/>
                    <a:pt x="9206" y="27580"/>
                    <a:pt x="8799" y="33828"/>
                  </a:cubicBezTo>
                  <a:cubicBezTo>
                    <a:pt x="8577" y="36934"/>
                    <a:pt x="8392" y="39670"/>
                    <a:pt x="8208" y="41592"/>
                  </a:cubicBezTo>
                  <a:cubicBezTo>
                    <a:pt x="8134" y="42553"/>
                    <a:pt x="8097" y="43330"/>
                    <a:pt x="8023" y="43847"/>
                  </a:cubicBezTo>
                  <a:cubicBezTo>
                    <a:pt x="8006" y="44079"/>
                    <a:pt x="7990" y="44266"/>
                    <a:pt x="7976" y="44402"/>
                  </a:cubicBezTo>
                  <a:lnTo>
                    <a:pt x="5443" y="44402"/>
                  </a:lnTo>
                  <a:cubicBezTo>
                    <a:pt x="5421" y="44212"/>
                    <a:pt x="5383" y="43923"/>
                    <a:pt x="5324" y="43552"/>
                  </a:cubicBezTo>
                  <a:cubicBezTo>
                    <a:pt x="4511" y="38597"/>
                    <a:pt x="1331" y="18116"/>
                    <a:pt x="629" y="6877"/>
                  </a:cubicBezTo>
                  <a:cubicBezTo>
                    <a:pt x="629" y="6766"/>
                    <a:pt x="629" y="6618"/>
                    <a:pt x="629" y="6507"/>
                  </a:cubicBezTo>
                  <a:cubicBezTo>
                    <a:pt x="629" y="3697"/>
                    <a:pt x="2588" y="1146"/>
                    <a:pt x="5361" y="666"/>
                  </a:cubicBezTo>
                  <a:cubicBezTo>
                    <a:pt x="5620" y="629"/>
                    <a:pt x="5915" y="592"/>
                    <a:pt x="6211" y="592"/>
                  </a:cubicBezTo>
                  <a:close/>
                  <a:moveTo>
                    <a:pt x="6211" y="0"/>
                  </a:moveTo>
                  <a:cubicBezTo>
                    <a:pt x="5878" y="0"/>
                    <a:pt x="5546" y="0"/>
                    <a:pt x="5250" y="74"/>
                  </a:cubicBezTo>
                  <a:cubicBezTo>
                    <a:pt x="2144" y="592"/>
                    <a:pt x="0" y="3401"/>
                    <a:pt x="0" y="6507"/>
                  </a:cubicBezTo>
                  <a:cubicBezTo>
                    <a:pt x="0" y="6655"/>
                    <a:pt x="0" y="6766"/>
                    <a:pt x="37" y="6914"/>
                  </a:cubicBezTo>
                  <a:cubicBezTo>
                    <a:pt x="813" y="19816"/>
                    <a:pt x="4880" y="44735"/>
                    <a:pt x="4880" y="44735"/>
                  </a:cubicBezTo>
                  <a:cubicBezTo>
                    <a:pt x="4917" y="44882"/>
                    <a:pt x="5028" y="44993"/>
                    <a:pt x="5176" y="44993"/>
                  </a:cubicBezTo>
                  <a:lnTo>
                    <a:pt x="8282" y="44993"/>
                  </a:lnTo>
                  <a:cubicBezTo>
                    <a:pt x="8429" y="44993"/>
                    <a:pt x="8577" y="44882"/>
                    <a:pt x="8577" y="44735"/>
                  </a:cubicBezTo>
                  <a:cubicBezTo>
                    <a:pt x="8577" y="44735"/>
                    <a:pt x="10241" y="26286"/>
                    <a:pt x="10241" y="13236"/>
                  </a:cubicBezTo>
                  <a:cubicBezTo>
                    <a:pt x="10241" y="9908"/>
                    <a:pt x="10130" y="6914"/>
                    <a:pt x="9834" y="4695"/>
                  </a:cubicBezTo>
                  <a:cubicBezTo>
                    <a:pt x="9723" y="3549"/>
                    <a:pt x="9539" y="2625"/>
                    <a:pt x="9317" y="1923"/>
                  </a:cubicBezTo>
                  <a:cubicBezTo>
                    <a:pt x="9169" y="1553"/>
                    <a:pt x="9058" y="1257"/>
                    <a:pt x="8910" y="998"/>
                  </a:cubicBezTo>
                  <a:cubicBezTo>
                    <a:pt x="8725" y="739"/>
                    <a:pt x="8540" y="555"/>
                    <a:pt x="8318" y="444"/>
                  </a:cubicBezTo>
                  <a:cubicBezTo>
                    <a:pt x="7616" y="111"/>
                    <a:pt x="6877" y="0"/>
                    <a:pt x="6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45"/>
            <p:cNvSpPr/>
            <p:nvPr/>
          </p:nvSpPr>
          <p:spPr>
            <a:xfrm>
              <a:off x="4111750" y="4889025"/>
              <a:ext cx="198750" cy="146975"/>
            </a:xfrm>
            <a:custGeom>
              <a:rect b="b" l="l" r="r" t="t"/>
              <a:pathLst>
                <a:path extrusionOk="0" h="5879" w="7950">
                  <a:moveTo>
                    <a:pt x="0" y="1"/>
                  </a:moveTo>
                  <a:lnTo>
                    <a:pt x="111" y="5879"/>
                  </a:lnTo>
                  <a:lnTo>
                    <a:pt x="7949" y="5879"/>
                  </a:lnTo>
                  <a:lnTo>
                    <a:pt x="4881" y="3920"/>
                  </a:lnTo>
                  <a:lnTo>
                    <a:pt x="395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45"/>
            <p:cNvSpPr/>
            <p:nvPr/>
          </p:nvSpPr>
          <p:spPr>
            <a:xfrm>
              <a:off x="4103425" y="4881625"/>
              <a:ext cx="215375" cy="161775"/>
            </a:xfrm>
            <a:custGeom>
              <a:rect b="b" l="l" r="r" t="t"/>
              <a:pathLst>
                <a:path extrusionOk="0" h="6471" w="8615">
                  <a:moveTo>
                    <a:pt x="4046" y="592"/>
                  </a:moveTo>
                  <a:lnTo>
                    <a:pt x="4918" y="4289"/>
                  </a:lnTo>
                  <a:cubicBezTo>
                    <a:pt x="4918" y="4363"/>
                    <a:pt x="4955" y="4437"/>
                    <a:pt x="5029" y="4474"/>
                  </a:cubicBezTo>
                  <a:lnTo>
                    <a:pt x="7210" y="5842"/>
                  </a:lnTo>
                  <a:lnTo>
                    <a:pt x="740" y="5842"/>
                  </a:lnTo>
                  <a:lnTo>
                    <a:pt x="629" y="592"/>
                  </a:lnTo>
                  <a:close/>
                  <a:moveTo>
                    <a:pt x="333" y="1"/>
                  </a:moveTo>
                  <a:cubicBezTo>
                    <a:pt x="222" y="1"/>
                    <a:pt x="149" y="38"/>
                    <a:pt x="112" y="75"/>
                  </a:cubicBezTo>
                  <a:cubicBezTo>
                    <a:pt x="38" y="149"/>
                    <a:pt x="1" y="223"/>
                    <a:pt x="1" y="297"/>
                  </a:cubicBezTo>
                  <a:lnTo>
                    <a:pt x="149" y="6175"/>
                  </a:lnTo>
                  <a:cubicBezTo>
                    <a:pt x="149" y="6323"/>
                    <a:pt x="296" y="6471"/>
                    <a:pt x="444" y="6471"/>
                  </a:cubicBezTo>
                  <a:lnTo>
                    <a:pt x="8282" y="6471"/>
                  </a:lnTo>
                  <a:cubicBezTo>
                    <a:pt x="8430" y="6471"/>
                    <a:pt x="8541" y="6397"/>
                    <a:pt x="8578" y="6249"/>
                  </a:cubicBezTo>
                  <a:cubicBezTo>
                    <a:pt x="8615" y="6138"/>
                    <a:pt x="8541" y="5990"/>
                    <a:pt x="8430" y="5916"/>
                  </a:cubicBezTo>
                  <a:lnTo>
                    <a:pt x="5472" y="4031"/>
                  </a:lnTo>
                  <a:lnTo>
                    <a:pt x="4585" y="223"/>
                  </a:lnTo>
                  <a:cubicBezTo>
                    <a:pt x="4548" y="75"/>
                    <a:pt x="4437" y="1"/>
                    <a:pt x="42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45"/>
            <p:cNvSpPr/>
            <p:nvPr/>
          </p:nvSpPr>
          <p:spPr>
            <a:xfrm>
              <a:off x="4149650" y="4973025"/>
              <a:ext cx="84125" cy="14000"/>
            </a:xfrm>
            <a:custGeom>
              <a:rect b="b" l="l" r="r" t="t"/>
              <a:pathLst>
                <a:path extrusionOk="0" h="560" w="3365">
                  <a:moveTo>
                    <a:pt x="1497" y="1"/>
                  </a:moveTo>
                  <a:cubicBezTo>
                    <a:pt x="998" y="1"/>
                    <a:pt x="468" y="141"/>
                    <a:pt x="0" y="560"/>
                  </a:cubicBezTo>
                  <a:lnTo>
                    <a:pt x="3365" y="560"/>
                  </a:lnTo>
                  <a:cubicBezTo>
                    <a:pt x="3365" y="560"/>
                    <a:pt x="2494" y="1"/>
                    <a:pt x="149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45"/>
            <p:cNvSpPr/>
            <p:nvPr/>
          </p:nvSpPr>
          <p:spPr>
            <a:xfrm>
              <a:off x="4141325" y="4964825"/>
              <a:ext cx="100775" cy="29725"/>
            </a:xfrm>
            <a:custGeom>
              <a:rect b="b" l="l" r="r" t="t"/>
              <a:pathLst>
                <a:path extrusionOk="0" h="1189" w="4031">
                  <a:moveTo>
                    <a:pt x="1812" y="0"/>
                  </a:moveTo>
                  <a:cubicBezTo>
                    <a:pt x="1257" y="0"/>
                    <a:pt x="666" y="185"/>
                    <a:pt x="111" y="666"/>
                  </a:cubicBezTo>
                  <a:cubicBezTo>
                    <a:pt x="0" y="777"/>
                    <a:pt x="0" y="961"/>
                    <a:pt x="111" y="1072"/>
                  </a:cubicBezTo>
                  <a:cubicBezTo>
                    <a:pt x="171" y="1152"/>
                    <a:pt x="251" y="1188"/>
                    <a:pt x="331" y="1188"/>
                  </a:cubicBezTo>
                  <a:cubicBezTo>
                    <a:pt x="399" y="1188"/>
                    <a:pt x="467" y="1161"/>
                    <a:pt x="518" y="1109"/>
                  </a:cubicBezTo>
                  <a:cubicBezTo>
                    <a:pt x="925" y="740"/>
                    <a:pt x="1368" y="629"/>
                    <a:pt x="1812" y="629"/>
                  </a:cubicBezTo>
                  <a:cubicBezTo>
                    <a:pt x="2256" y="629"/>
                    <a:pt x="2699" y="740"/>
                    <a:pt x="2995" y="888"/>
                  </a:cubicBezTo>
                  <a:cubicBezTo>
                    <a:pt x="3180" y="961"/>
                    <a:pt x="3291" y="998"/>
                    <a:pt x="3402" y="1072"/>
                  </a:cubicBezTo>
                  <a:lnTo>
                    <a:pt x="3476" y="1109"/>
                  </a:lnTo>
                  <a:lnTo>
                    <a:pt x="3513" y="1146"/>
                  </a:lnTo>
                  <a:cubicBezTo>
                    <a:pt x="3562" y="1171"/>
                    <a:pt x="3615" y="1183"/>
                    <a:pt x="3669" y="1183"/>
                  </a:cubicBezTo>
                  <a:cubicBezTo>
                    <a:pt x="3776" y="1183"/>
                    <a:pt x="3882" y="1134"/>
                    <a:pt x="3956" y="1035"/>
                  </a:cubicBezTo>
                  <a:cubicBezTo>
                    <a:pt x="4030" y="888"/>
                    <a:pt x="3993" y="703"/>
                    <a:pt x="3845" y="629"/>
                  </a:cubicBezTo>
                  <a:cubicBezTo>
                    <a:pt x="3808" y="629"/>
                    <a:pt x="2921" y="37"/>
                    <a:pt x="18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45"/>
            <p:cNvSpPr/>
            <p:nvPr/>
          </p:nvSpPr>
          <p:spPr>
            <a:xfrm>
              <a:off x="4605300" y="3247525"/>
              <a:ext cx="720950" cy="365125"/>
            </a:xfrm>
            <a:custGeom>
              <a:rect b="b" l="l" r="r" t="t"/>
              <a:pathLst>
                <a:path extrusionOk="0" h="14605" w="28838">
                  <a:moveTo>
                    <a:pt x="518" y="1"/>
                  </a:moveTo>
                  <a:cubicBezTo>
                    <a:pt x="223" y="1"/>
                    <a:pt x="1" y="333"/>
                    <a:pt x="149" y="592"/>
                  </a:cubicBezTo>
                  <a:lnTo>
                    <a:pt x="6175" y="14345"/>
                  </a:lnTo>
                  <a:cubicBezTo>
                    <a:pt x="6249" y="14493"/>
                    <a:pt x="6397" y="14604"/>
                    <a:pt x="6544" y="14604"/>
                  </a:cubicBezTo>
                  <a:lnTo>
                    <a:pt x="28320" y="14604"/>
                  </a:lnTo>
                  <a:cubicBezTo>
                    <a:pt x="28653" y="14604"/>
                    <a:pt x="28838" y="14271"/>
                    <a:pt x="28727" y="14013"/>
                  </a:cubicBezTo>
                  <a:lnTo>
                    <a:pt x="22701" y="259"/>
                  </a:lnTo>
                  <a:cubicBezTo>
                    <a:pt x="22627" y="112"/>
                    <a:pt x="22479" y="1"/>
                    <a:pt x="222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45"/>
            <p:cNvSpPr/>
            <p:nvPr/>
          </p:nvSpPr>
          <p:spPr>
            <a:xfrm>
              <a:off x="4599750" y="3240125"/>
              <a:ext cx="732050" cy="379900"/>
            </a:xfrm>
            <a:custGeom>
              <a:rect b="b" l="l" r="r" t="t"/>
              <a:pathLst>
                <a:path extrusionOk="0" h="15196" w="29282">
                  <a:moveTo>
                    <a:pt x="22516" y="592"/>
                  </a:moveTo>
                  <a:lnTo>
                    <a:pt x="22627" y="666"/>
                  </a:lnTo>
                  <a:lnTo>
                    <a:pt x="28653" y="14419"/>
                  </a:lnTo>
                  <a:lnTo>
                    <a:pt x="28653" y="14456"/>
                  </a:lnTo>
                  <a:lnTo>
                    <a:pt x="28653" y="14567"/>
                  </a:lnTo>
                  <a:lnTo>
                    <a:pt x="28542" y="14604"/>
                  </a:lnTo>
                  <a:lnTo>
                    <a:pt x="6766" y="14604"/>
                  </a:lnTo>
                  <a:lnTo>
                    <a:pt x="6656" y="14530"/>
                  </a:lnTo>
                  <a:lnTo>
                    <a:pt x="629" y="777"/>
                  </a:lnTo>
                  <a:lnTo>
                    <a:pt x="629" y="740"/>
                  </a:lnTo>
                  <a:lnTo>
                    <a:pt x="666" y="629"/>
                  </a:lnTo>
                  <a:lnTo>
                    <a:pt x="740" y="592"/>
                  </a:lnTo>
                  <a:close/>
                  <a:moveTo>
                    <a:pt x="740" y="1"/>
                  </a:moveTo>
                  <a:cubicBezTo>
                    <a:pt x="334" y="1"/>
                    <a:pt x="1" y="334"/>
                    <a:pt x="1" y="740"/>
                  </a:cubicBezTo>
                  <a:cubicBezTo>
                    <a:pt x="1" y="814"/>
                    <a:pt x="38" y="925"/>
                    <a:pt x="75" y="999"/>
                  </a:cubicBezTo>
                  <a:lnTo>
                    <a:pt x="6101" y="14752"/>
                  </a:lnTo>
                  <a:cubicBezTo>
                    <a:pt x="6212" y="15048"/>
                    <a:pt x="6471" y="15196"/>
                    <a:pt x="6766" y="15196"/>
                  </a:cubicBezTo>
                  <a:lnTo>
                    <a:pt x="28542" y="15196"/>
                  </a:lnTo>
                  <a:cubicBezTo>
                    <a:pt x="28986" y="15196"/>
                    <a:pt x="29282" y="14863"/>
                    <a:pt x="29282" y="14456"/>
                  </a:cubicBezTo>
                  <a:cubicBezTo>
                    <a:pt x="29282" y="14382"/>
                    <a:pt x="29282" y="14272"/>
                    <a:pt x="29245" y="14198"/>
                  </a:cubicBezTo>
                  <a:lnTo>
                    <a:pt x="23181" y="445"/>
                  </a:lnTo>
                  <a:cubicBezTo>
                    <a:pt x="23071" y="149"/>
                    <a:pt x="22812" y="1"/>
                    <a:pt x="225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45"/>
            <p:cNvSpPr/>
            <p:nvPr/>
          </p:nvSpPr>
          <p:spPr>
            <a:xfrm>
              <a:off x="4658900" y="3274325"/>
              <a:ext cx="614675" cy="311500"/>
            </a:xfrm>
            <a:custGeom>
              <a:rect b="b" l="l" r="r" t="t"/>
              <a:pathLst>
                <a:path extrusionOk="0" h="12460" w="24587">
                  <a:moveTo>
                    <a:pt x="408" y="1"/>
                  </a:moveTo>
                  <a:cubicBezTo>
                    <a:pt x="149" y="1"/>
                    <a:pt x="1" y="260"/>
                    <a:pt x="75" y="518"/>
                  </a:cubicBezTo>
                  <a:lnTo>
                    <a:pt x="5251" y="12238"/>
                  </a:lnTo>
                  <a:cubicBezTo>
                    <a:pt x="5288" y="12386"/>
                    <a:pt x="5436" y="12460"/>
                    <a:pt x="5547" y="12460"/>
                  </a:cubicBezTo>
                  <a:lnTo>
                    <a:pt x="24143" y="12460"/>
                  </a:lnTo>
                  <a:cubicBezTo>
                    <a:pt x="24402" y="12460"/>
                    <a:pt x="24586" y="12201"/>
                    <a:pt x="24476" y="11942"/>
                  </a:cubicBezTo>
                  <a:lnTo>
                    <a:pt x="19337" y="223"/>
                  </a:lnTo>
                  <a:cubicBezTo>
                    <a:pt x="19263" y="75"/>
                    <a:pt x="19152" y="1"/>
                    <a:pt x="190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45"/>
            <p:cNvSpPr/>
            <p:nvPr/>
          </p:nvSpPr>
          <p:spPr>
            <a:xfrm>
              <a:off x="4652450" y="3266950"/>
              <a:ext cx="626675" cy="326275"/>
            </a:xfrm>
            <a:custGeom>
              <a:rect b="b" l="l" r="r" t="t"/>
              <a:pathLst>
                <a:path extrusionOk="0" h="13051" w="25067">
                  <a:moveTo>
                    <a:pt x="19262" y="592"/>
                  </a:moveTo>
                  <a:lnTo>
                    <a:pt x="19299" y="629"/>
                  </a:lnTo>
                  <a:lnTo>
                    <a:pt x="24438" y="12385"/>
                  </a:lnTo>
                  <a:lnTo>
                    <a:pt x="24475" y="12385"/>
                  </a:lnTo>
                  <a:lnTo>
                    <a:pt x="24438" y="12422"/>
                  </a:lnTo>
                  <a:lnTo>
                    <a:pt x="24401" y="12459"/>
                  </a:lnTo>
                  <a:lnTo>
                    <a:pt x="5805" y="12459"/>
                  </a:lnTo>
                  <a:lnTo>
                    <a:pt x="5768" y="12422"/>
                  </a:lnTo>
                  <a:lnTo>
                    <a:pt x="629" y="666"/>
                  </a:lnTo>
                  <a:lnTo>
                    <a:pt x="666" y="592"/>
                  </a:lnTo>
                  <a:close/>
                  <a:moveTo>
                    <a:pt x="666" y="0"/>
                  </a:moveTo>
                  <a:cubicBezTo>
                    <a:pt x="296" y="0"/>
                    <a:pt x="0" y="296"/>
                    <a:pt x="0" y="666"/>
                  </a:cubicBezTo>
                  <a:cubicBezTo>
                    <a:pt x="0" y="739"/>
                    <a:pt x="37" y="850"/>
                    <a:pt x="74" y="924"/>
                  </a:cubicBezTo>
                  <a:lnTo>
                    <a:pt x="5213" y="12644"/>
                  </a:lnTo>
                  <a:cubicBezTo>
                    <a:pt x="5324" y="12903"/>
                    <a:pt x="5546" y="13051"/>
                    <a:pt x="5805" y="13051"/>
                  </a:cubicBezTo>
                  <a:lnTo>
                    <a:pt x="24401" y="13051"/>
                  </a:lnTo>
                  <a:cubicBezTo>
                    <a:pt x="24807" y="13051"/>
                    <a:pt x="25066" y="12755"/>
                    <a:pt x="25066" y="12385"/>
                  </a:cubicBezTo>
                  <a:cubicBezTo>
                    <a:pt x="25066" y="12311"/>
                    <a:pt x="25066" y="12200"/>
                    <a:pt x="25029" y="12126"/>
                  </a:cubicBezTo>
                  <a:lnTo>
                    <a:pt x="19890" y="407"/>
                  </a:lnTo>
                  <a:cubicBezTo>
                    <a:pt x="19779" y="148"/>
                    <a:pt x="19521" y="0"/>
                    <a:pt x="192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45"/>
            <p:cNvSpPr/>
            <p:nvPr/>
          </p:nvSpPr>
          <p:spPr>
            <a:xfrm>
              <a:off x="4761500" y="3589500"/>
              <a:ext cx="818000" cy="26825"/>
            </a:xfrm>
            <a:custGeom>
              <a:rect b="b" l="l" r="r" t="t"/>
              <a:pathLst>
                <a:path extrusionOk="0" h="1073" w="32720">
                  <a:moveTo>
                    <a:pt x="1" y="1"/>
                  </a:moveTo>
                  <a:lnTo>
                    <a:pt x="1" y="1073"/>
                  </a:lnTo>
                  <a:lnTo>
                    <a:pt x="32720" y="1073"/>
                  </a:lnTo>
                  <a:lnTo>
                    <a:pt x="3272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45"/>
            <p:cNvSpPr/>
            <p:nvPr/>
          </p:nvSpPr>
          <p:spPr>
            <a:xfrm>
              <a:off x="4754100" y="3582125"/>
              <a:ext cx="832800" cy="42525"/>
            </a:xfrm>
            <a:custGeom>
              <a:rect b="b" l="l" r="r" t="t"/>
              <a:pathLst>
                <a:path extrusionOk="0" h="1701" w="33312">
                  <a:moveTo>
                    <a:pt x="32720" y="629"/>
                  </a:moveTo>
                  <a:lnTo>
                    <a:pt x="32720" y="1072"/>
                  </a:lnTo>
                  <a:lnTo>
                    <a:pt x="592" y="1072"/>
                  </a:lnTo>
                  <a:lnTo>
                    <a:pt x="592"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33016" y="1701"/>
                  </a:lnTo>
                  <a:cubicBezTo>
                    <a:pt x="33090" y="1701"/>
                    <a:pt x="33164" y="1664"/>
                    <a:pt x="33238" y="1590"/>
                  </a:cubicBezTo>
                  <a:cubicBezTo>
                    <a:pt x="33311" y="1553"/>
                    <a:pt x="33311" y="1442"/>
                    <a:pt x="33311" y="1368"/>
                  </a:cubicBezTo>
                  <a:lnTo>
                    <a:pt x="33311" y="296"/>
                  </a:lnTo>
                  <a:cubicBezTo>
                    <a:pt x="33311" y="222"/>
                    <a:pt x="33311" y="148"/>
                    <a:pt x="33238" y="74"/>
                  </a:cubicBezTo>
                  <a:cubicBezTo>
                    <a:pt x="33164" y="37"/>
                    <a:pt x="33090" y="0"/>
                    <a:pt x="330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45"/>
            <p:cNvSpPr/>
            <p:nvPr/>
          </p:nvSpPr>
          <p:spPr>
            <a:xfrm>
              <a:off x="4761500" y="3589500"/>
              <a:ext cx="396550" cy="26825"/>
            </a:xfrm>
            <a:custGeom>
              <a:rect b="b" l="l" r="r" t="t"/>
              <a:pathLst>
                <a:path extrusionOk="0" h="1073" w="15862">
                  <a:moveTo>
                    <a:pt x="1" y="1"/>
                  </a:moveTo>
                  <a:lnTo>
                    <a:pt x="1" y="1073"/>
                  </a:lnTo>
                  <a:lnTo>
                    <a:pt x="15861" y="1073"/>
                  </a:lnTo>
                  <a:lnTo>
                    <a:pt x="1586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45"/>
            <p:cNvSpPr/>
            <p:nvPr/>
          </p:nvSpPr>
          <p:spPr>
            <a:xfrm>
              <a:off x="4754100" y="3582125"/>
              <a:ext cx="411325" cy="42525"/>
            </a:xfrm>
            <a:custGeom>
              <a:rect b="b" l="l" r="r" t="t"/>
              <a:pathLst>
                <a:path extrusionOk="0" h="1701" w="16453">
                  <a:moveTo>
                    <a:pt x="15861" y="629"/>
                  </a:moveTo>
                  <a:lnTo>
                    <a:pt x="15861" y="1072"/>
                  </a:lnTo>
                  <a:lnTo>
                    <a:pt x="592" y="1072"/>
                  </a:lnTo>
                  <a:lnTo>
                    <a:pt x="592"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16157" y="1701"/>
                  </a:lnTo>
                  <a:cubicBezTo>
                    <a:pt x="16231" y="1701"/>
                    <a:pt x="16305" y="1664"/>
                    <a:pt x="16379" y="1590"/>
                  </a:cubicBezTo>
                  <a:cubicBezTo>
                    <a:pt x="16453" y="1553"/>
                    <a:pt x="16453" y="1442"/>
                    <a:pt x="16453" y="1368"/>
                  </a:cubicBezTo>
                  <a:lnTo>
                    <a:pt x="16453" y="296"/>
                  </a:lnTo>
                  <a:cubicBezTo>
                    <a:pt x="16453" y="222"/>
                    <a:pt x="16453" y="148"/>
                    <a:pt x="16379" y="74"/>
                  </a:cubicBezTo>
                  <a:cubicBezTo>
                    <a:pt x="16305" y="37"/>
                    <a:pt x="16231" y="0"/>
                    <a:pt x="161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45"/>
            <p:cNvSpPr/>
            <p:nvPr/>
          </p:nvSpPr>
          <p:spPr>
            <a:xfrm>
              <a:off x="4818800" y="2599625"/>
              <a:ext cx="476025" cy="476025"/>
            </a:xfrm>
            <a:custGeom>
              <a:rect b="b" l="l" r="r" t="t"/>
              <a:pathLst>
                <a:path extrusionOk="0" h="19041" w="19041">
                  <a:moveTo>
                    <a:pt x="9539" y="0"/>
                  </a:moveTo>
                  <a:cubicBezTo>
                    <a:pt x="4253" y="0"/>
                    <a:pt x="1" y="4252"/>
                    <a:pt x="1" y="9502"/>
                  </a:cubicBezTo>
                  <a:cubicBezTo>
                    <a:pt x="1" y="14788"/>
                    <a:pt x="4253" y="19040"/>
                    <a:pt x="9539" y="19040"/>
                  </a:cubicBezTo>
                  <a:cubicBezTo>
                    <a:pt x="14789" y="19040"/>
                    <a:pt x="19041" y="14788"/>
                    <a:pt x="19041" y="9502"/>
                  </a:cubicBezTo>
                  <a:cubicBezTo>
                    <a:pt x="19041" y="4252"/>
                    <a:pt x="14789" y="0"/>
                    <a:pt x="9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45"/>
            <p:cNvSpPr/>
            <p:nvPr/>
          </p:nvSpPr>
          <p:spPr>
            <a:xfrm>
              <a:off x="4811425" y="2592225"/>
              <a:ext cx="490800" cy="490800"/>
            </a:xfrm>
            <a:custGeom>
              <a:rect b="b" l="l" r="r" t="t"/>
              <a:pathLst>
                <a:path extrusionOk="0" h="19632" w="19632">
                  <a:moveTo>
                    <a:pt x="9834" y="592"/>
                  </a:moveTo>
                  <a:cubicBezTo>
                    <a:pt x="12348" y="592"/>
                    <a:pt x="14677" y="1627"/>
                    <a:pt x="16341" y="3291"/>
                  </a:cubicBezTo>
                  <a:cubicBezTo>
                    <a:pt x="18005" y="4954"/>
                    <a:pt x="19040" y="7284"/>
                    <a:pt x="19040" y="9798"/>
                  </a:cubicBezTo>
                  <a:cubicBezTo>
                    <a:pt x="19040" y="12349"/>
                    <a:pt x="18005" y="14641"/>
                    <a:pt x="16341" y="16304"/>
                  </a:cubicBezTo>
                  <a:cubicBezTo>
                    <a:pt x="14677" y="18005"/>
                    <a:pt x="12348" y="19003"/>
                    <a:pt x="9834" y="19003"/>
                  </a:cubicBezTo>
                  <a:cubicBezTo>
                    <a:pt x="7283" y="19003"/>
                    <a:pt x="4991" y="18005"/>
                    <a:pt x="3291" y="16304"/>
                  </a:cubicBezTo>
                  <a:cubicBezTo>
                    <a:pt x="1627" y="14641"/>
                    <a:pt x="629" y="12349"/>
                    <a:pt x="629" y="9798"/>
                  </a:cubicBezTo>
                  <a:cubicBezTo>
                    <a:pt x="629" y="7284"/>
                    <a:pt x="1627" y="4954"/>
                    <a:pt x="3291" y="3291"/>
                  </a:cubicBezTo>
                  <a:cubicBezTo>
                    <a:pt x="4991" y="1627"/>
                    <a:pt x="7283" y="592"/>
                    <a:pt x="9834" y="592"/>
                  </a:cubicBezTo>
                  <a:close/>
                  <a:moveTo>
                    <a:pt x="9834" y="0"/>
                  </a:moveTo>
                  <a:cubicBezTo>
                    <a:pt x="4400" y="0"/>
                    <a:pt x="0" y="4400"/>
                    <a:pt x="0" y="9798"/>
                  </a:cubicBezTo>
                  <a:cubicBezTo>
                    <a:pt x="0" y="15232"/>
                    <a:pt x="4400" y="19632"/>
                    <a:pt x="9834" y="19632"/>
                  </a:cubicBezTo>
                  <a:cubicBezTo>
                    <a:pt x="15232" y="19632"/>
                    <a:pt x="19632" y="15232"/>
                    <a:pt x="19632" y="9798"/>
                  </a:cubicBezTo>
                  <a:cubicBezTo>
                    <a:pt x="19632" y="4400"/>
                    <a:pt x="15232" y="0"/>
                    <a:pt x="98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45"/>
            <p:cNvSpPr/>
            <p:nvPr/>
          </p:nvSpPr>
          <p:spPr>
            <a:xfrm>
              <a:off x="5000900" y="3058050"/>
              <a:ext cx="93375" cy="306875"/>
            </a:xfrm>
            <a:custGeom>
              <a:rect b="b" l="l" r="r" t="t"/>
              <a:pathLst>
                <a:path extrusionOk="0" h="12275" w="3735">
                  <a:moveTo>
                    <a:pt x="3734" y="1"/>
                  </a:moveTo>
                  <a:lnTo>
                    <a:pt x="0" y="481"/>
                  </a:lnTo>
                  <a:lnTo>
                    <a:pt x="1738" y="12275"/>
                  </a:lnTo>
                  <a:lnTo>
                    <a:pt x="37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45"/>
            <p:cNvSpPr/>
            <p:nvPr/>
          </p:nvSpPr>
          <p:spPr>
            <a:xfrm>
              <a:off x="4992575" y="3050475"/>
              <a:ext cx="110000" cy="321850"/>
            </a:xfrm>
            <a:custGeom>
              <a:rect b="b" l="l" r="r" t="t"/>
              <a:pathLst>
                <a:path extrusionOk="0" h="12874" w="4400">
                  <a:moveTo>
                    <a:pt x="4071" y="1"/>
                  </a:moveTo>
                  <a:cubicBezTo>
                    <a:pt x="3920" y="1"/>
                    <a:pt x="3804" y="106"/>
                    <a:pt x="3771" y="267"/>
                  </a:cubicBezTo>
                  <a:lnTo>
                    <a:pt x="2108" y="10582"/>
                  </a:lnTo>
                  <a:lnTo>
                    <a:pt x="629" y="747"/>
                  </a:lnTo>
                  <a:cubicBezTo>
                    <a:pt x="592" y="599"/>
                    <a:pt x="444" y="489"/>
                    <a:pt x="296" y="489"/>
                  </a:cubicBezTo>
                  <a:cubicBezTo>
                    <a:pt x="111" y="525"/>
                    <a:pt x="0" y="673"/>
                    <a:pt x="37" y="858"/>
                  </a:cubicBezTo>
                  <a:lnTo>
                    <a:pt x="1775" y="12615"/>
                  </a:lnTo>
                  <a:cubicBezTo>
                    <a:pt x="1812" y="12763"/>
                    <a:pt x="1923" y="12874"/>
                    <a:pt x="2071" y="12874"/>
                  </a:cubicBezTo>
                  <a:cubicBezTo>
                    <a:pt x="2219" y="12874"/>
                    <a:pt x="2366" y="12763"/>
                    <a:pt x="2366" y="12615"/>
                  </a:cubicBezTo>
                  <a:lnTo>
                    <a:pt x="4400" y="341"/>
                  </a:lnTo>
                  <a:cubicBezTo>
                    <a:pt x="4400" y="193"/>
                    <a:pt x="4289" y="8"/>
                    <a:pt x="4141" y="8"/>
                  </a:cubicBezTo>
                  <a:cubicBezTo>
                    <a:pt x="4117" y="3"/>
                    <a:pt x="4094" y="1"/>
                    <a:pt x="40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45"/>
            <p:cNvSpPr/>
            <p:nvPr/>
          </p:nvSpPr>
          <p:spPr>
            <a:xfrm>
              <a:off x="3524850" y="3248450"/>
              <a:ext cx="631275" cy="374350"/>
            </a:xfrm>
            <a:custGeom>
              <a:rect b="b" l="l" r="r" t="t"/>
              <a:pathLst>
                <a:path extrusionOk="0" h="14974" w="25251">
                  <a:moveTo>
                    <a:pt x="1553" y="1"/>
                  </a:moveTo>
                  <a:cubicBezTo>
                    <a:pt x="703" y="1"/>
                    <a:pt x="0" y="666"/>
                    <a:pt x="0" y="1516"/>
                  </a:cubicBezTo>
                  <a:lnTo>
                    <a:pt x="0" y="14974"/>
                  </a:lnTo>
                  <a:lnTo>
                    <a:pt x="25251" y="14974"/>
                  </a:lnTo>
                  <a:lnTo>
                    <a:pt x="25251" y="1516"/>
                  </a:lnTo>
                  <a:cubicBezTo>
                    <a:pt x="25251" y="666"/>
                    <a:pt x="24586" y="1"/>
                    <a:pt x="237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45"/>
            <p:cNvSpPr/>
            <p:nvPr/>
          </p:nvSpPr>
          <p:spPr>
            <a:xfrm>
              <a:off x="3517450" y="3240125"/>
              <a:ext cx="647000" cy="391000"/>
            </a:xfrm>
            <a:custGeom>
              <a:rect b="b" l="l" r="r" t="t"/>
              <a:pathLst>
                <a:path extrusionOk="0" h="15640" w="25880">
                  <a:moveTo>
                    <a:pt x="24031" y="629"/>
                  </a:moveTo>
                  <a:cubicBezTo>
                    <a:pt x="24697" y="629"/>
                    <a:pt x="25251" y="1184"/>
                    <a:pt x="25251" y="1849"/>
                  </a:cubicBezTo>
                  <a:lnTo>
                    <a:pt x="25251" y="15011"/>
                  </a:lnTo>
                  <a:lnTo>
                    <a:pt x="592" y="15011"/>
                  </a:lnTo>
                  <a:lnTo>
                    <a:pt x="592" y="1849"/>
                  </a:lnTo>
                  <a:cubicBezTo>
                    <a:pt x="629" y="1184"/>
                    <a:pt x="1146" y="629"/>
                    <a:pt x="1849" y="629"/>
                  </a:cubicBezTo>
                  <a:close/>
                  <a:moveTo>
                    <a:pt x="1849" y="1"/>
                  </a:moveTo>
                  <a:cubicBezTo>
                    <a:pt x="814" y="1"/>
                    <a:pt x="0" y="851"/>
                    <a:pt x="0" y="1849"/>
                  </a:cubicBezTo>
                  <a:lnTo>
                    <a:pt x="0" y="15307"/>
                  </a:lnTo>
                  <a:cubicBezTo>
                    <a:pt x="0" y="15418"/>
                    <a:pt x="37" y="15492"/>
                    <a:pt x="74" y="15529"/>
                  </a:cubicBezTo>
                  <a:cubicBezTo>
                    <a:pt x="148" y="15603"/>
                    <a:pt x="222" y="15639"/>
                    <a:pt x="296" y="15639"/>
                  </a:cubicBezTo>
                  <a:lnTo>
                    <a:pt x="25547" y="15639"/>
                  </a:lnTo>
                  <a:cubicBezTo>
                    <a:pt x="25658" y="15639"/>
                    <a:pt x="25732" y="15603"/>
                    <a:pt x="25769" y="15529"/>
                  </a:cubicBezTo>
                  <a:cubicBezTo>
                    <a:pt x="25843" y="15492"/>
                    <a:pt x="25880" y="15418"/>
                    <a:pt x="25880" y="15307"/>
                  </a:cubicBezTo>
                  <a:lnTo>
                    <a:pt x="25880" y="1849"/>
                  </a:lnTo>
                  <a:cubicBezTo>
                    <a:pt x="25880" y="851"/>
                    <a:pt x="25029" y="1"/>
                    <a:pt x="24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45"/>
            <p:cNvSpPr/>
            <p:nvPr/>
          </p:nvSpPr>
          <p:spPr>
            <a:xfrm>
              <a:off x="4051675" y="2338050"/>
              <a:ext cx="475100" cy="475100"/>
            </a:xfrm>
            <a:custGeom>
              <a:rect b="b" l="l" r="r" t="t"/>
              <a:pathLst>
                <a:path extrusionOk="0" h="19004" w="19004">
                  <a:moveTo>
                    <a:pt x="9502" y="0"/>
                  </a:moveTo>
                  <a:cubicBezTo>
                    <a:pt x="4252" y="0"/>
                    <a:pt x="0" y="4252"/>
                    <a:pt x="0" y="9502"/>
                  </a:cubicBezTo>
                  <a:cubicBezTo>
                    <a:pt x="0" y="14752"/>
                    <a:pt x="4252" y="19003"/>
                    <a:pt x="9502" y="19003"/>
                  </a:cubicBezTo>
                  <a:cubicBezTo>
                    <a:pt x="14752" y="19003"/>
                    <a:pt x="19003" y="14752"/>
                    <a:pt x="19003" y="9502"/>
                  </a:cubicBezTo>
                  <a:cubicBezTo>
                    <a:pt x="19003" y="4252"/>
                    <a:pt x="14752" y="0"/>
                    <a:pt x="95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45"/>
            <p:cNvSpPr/>
            <p:nvPr/>
          </p:nvSpPr>
          <p:spPr>
            <a:xfrm>
              <a:off x="4043350" y="2329725"/>
              <a:ext cx="491725" cy="491750"/>
            </a:xfrm>
            <a:custGeom>
              <a:rect b="b" l="l" r="r" t="t"/>
              <a:pathLst>
                <a:path extrusionOk="0" h="19670" w="19669">
                  <a:moveTo>
                    <a:pt x="9835" y="629"/>
                  </a:moveTo>
                  <a:cubicBezTo>
                    <a:pt x="12386" y="629"/>
                    <a:pt x="14678" y="1664"/>
                    <a:pt x="16342" y="3328"/>
                  </a:cubicBezTo>
                  <a:cubicBezTo>
                    <a:pt x="18005" y="4992"/>
                    <a:pt x="19040" y="7284"/>
                    <a:pt x="19040" y="9835"/>
                  </a:cubicBezTo>
                  <a:cubicBezTo>
                    <a:pt x="19040" y="12386"/>
                    <a:pt x="18005" y="14678"/>
                    <a:pt x="16342" y="16342"/>
                  </a:cubicBezTo>
                  <a:cubicBezTo>
                    <a:pt x="14678" y="18005"/>
                    <a:pt x="12386" y="19041"/>
                    <a:pt x="9835" y="19041"/>
                  </a:cubicBezTo>
                  <a:cubicBezTo>
                    <a:pt x="7284" y="19041"/>
                    <a:pt x="4992" y="18005"/>
                    <a:pt x="3328" y="16342"/>
                  </a:cubicBezTo>
                  <a:cubicBezTo>
                    <a:pt x="1664" y="14678"/>
                    <a:pt x="629" y="12386"/>
                    <a:pt x="629" y="9835"/>
                  </a:cubicBezTo>
                  <a:cubicBezTo>
                    <a:pt x="629" y="7284"/>
                    <a:pt x="1664" y="4992"/>
                    <a:pt x="3328" y="3328"/>
                  </a:cubicBezTo>
                  <a:cubicBezTo>
                    <a:pt x="4992" y="1664"/>
                    <a:pt x="7284" y="629"/>
                    <a:pt x="9835" y="629"/>
                  </a:cubicBezTo>
                  <a:close/>
                  <a:moveTo>
                    <a:pt x="9835" y="1"/>
                  </a:moveTo>
                  <a:cubicBezTo>
                    <a:pt x="4400" y="1"/>
                    <a:pt x="1" y="4400"/>
                    <a:pt x="1" y="9835"/>
                  </a:cubicBezTo>
                  <a:cubicBezTo>
                    <a:pt x="1" y="15270"/>
                    <a:pt x="4400" y="19669"/>
                    <a:pt x="9835" y="19669"/>
                  </a:cubicBezTo>
                  <a:cubicBezTo>
                    <a:pt x="15269" y="19669"/>
                    <a:pt x="19669" y="15270"/>
                    <a:pt x="19669" y="9835"/>
                  </a:cubicBezTo>
                  <a:cubicBezTo>
                    <a:pt x="19669" y="4400"/>
                    <a:pt x="15269" y="1"/>
                    <a:pt x="98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45"/>
            <p:cNvSpPr/>
            <p:nvPr/>
          </p:nvSpPr>
          <p:spPr>
            <a:xfrm>
              <a:off x="4112675" y="2789100"/>
              <a:ext cx="193200" cy="368800"/>
            </a:xfrm>
            <a:custGeom>
              <a:rect b="b" l="l" r="r" t="t"/>
              <a:pathLst>
                <a:path extrusionOk="0" h="14752" w="7728">
                  <a:moveTo>
                    <a:pt x="7727" y="0"/>
                  </a:moveTo>
                  <a:lnTo>
                    <a:pt x="4511" y="481"/>
                  </a:lnTo>
                  <a:lnTo>
                    <a:pt x="0" y="14751"/>
                  </a:lnTo>
                  <a:lnTo>
                    <a:pt x="77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45"/>
            <p:cNvSpPr/>
            <p:nvPr/>
          </p:nvSpPr>
          <p:spPr>
            <a:xfrm>
              <a:off x="4103425" y="2780975"/>
              <a:ext cx="211675" cy="385050"/>
            </a:xfrm>
            <a:custGeom>
              <a:rect b="b" l="l" r="r" t="t"/>
              <a:pathLst>
                <a:path extrusionOk="0" h="15402" w="8467">
                  <a:moveTo>
                    <a:pt x="8121" y="0"/>
                  </a:moveTo>
                  <a:cubicBezTo>
                    <a:pt x="8006" y="0"/>
                    <a:pt x="7893" y="69"/>
                    <a:pt x="7838" y="177"/>
                  </a:cubicBezTo>
                  <a:lnTo>
                    <a:pt x="1701" y="11897"/>
                  </a:lnTo>
                  <a:lnTo>
                    <a:pt x="5140" y="917"/>
                  </a:lnTo>
                  <a:cubicBezTo>
                    <a:pt x="5214" y="769"/>
                    <a:pt x="5103" y="584"/>
                    <a:pt x="4955" y="510"/>
                  </a:cubicBezTo>
                  <a:cubicBezTo>
                    <a:pt x="4935" y="505"/>
                    <a:pt x="4915" y="503"/>
                    <a:pt x="4895" y="503"/>
                  </a:cubicBezTo>
                  <a:cubicBezTo>
                    <a:pt x="4761" y="503"/>
                    <a:pt x="4617" y="603"/>
                    <a:pt x="4585" y="732"/>
                  </a:cubicBezTo>
                  <a:lnTo>
                    <a:pt x="75" y="15003"/>
                  </a:lnTo>
                  <a:cubicBezTo>
                    <a:pt x="1" y="15150"/>
                    <a:pt x="75" y="15298"/>
                    <a:pt x="222" y="15372"/>
                  </a:cubicBezTo>
                  <a:cubicBezTo>
                    <a:pt x="262" y="15392"/>
                    <a:pt x="304" y="15401"/>
                    <a:pt x="346" y="15401"/>
                  </a:cubicBezTo>
                  <a:cubicBezTo>
                    <a:pt x="461" y="15401"/>
                    <a:pt x="575" y="15333"/>
                    <a:pt x="629" y="15224"/>
                  </a:cubicBezTo>
                  <a:lnTo>
                    <a:pt x="8393" y="473"/>
                  </a:lnTo>
                  <a:cubicBezTo>
                    <a:pt x="8467" y="325"/>
                    <a:pt x="8393" y="140"/>
                    <a:pt x="8245" y="29"/>
                  </a:cubicBezTo>
                  <a:cubicBezTo>
                    <a:pt x="8205" y="10"/>
                    <a:pt x="8163" y="0"/>
                    <a:pt x="8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45"/>
            <p:cNvSpPr/>
            <p:nvPr/>
          </p:nvSpPr>
          <p:spPr>
            <a:xfrm>
              <a:off x="2612600" y="3247525"/>
              <a:ext cx="720950" cy="365125"/>
            </a:xfrm>
            <a:custGeom>
              <a:rect b="b" l="l" r="r" t="t"/>
              <a:pathLst>
                <a:path extrusionOk="0" h="14605" w="28838">
                  <a:moveTo>
                    <a:pt x="6544" y="1"/>
                  </a:moveTo>
                  <a:cubicBezTo>
                    <a:pt x="6359" y="1"/>
                    <a:pt x="6211" y="112"/>
                    <a:pt x="6137" y="259"/>
                  </a:cubicBezTo>
                  <a:lnTo>
                    <a:pt x="111" y="14013"/>
                  </a:lnTo>
                  <a:cubicBezTo>
                    <a:pt x="0" y="14271"/>
                    <a:pt x="222" y="14604"/>
                    <a:pt x="518" y="14604"/>
                  </a:cubicBezTo>
                  <a:lnTo>
                    <a:pt x="22293" y="14604"/>
                  </a:lnTo>
                  <a:cubicBezTo>
                    <a:pt x="22478" y="14604"/>
                    <a:pt x="22626" y="14493"/>
                    <a:pt x="22663" y="14345"/>
                  </a:cubicBezTo>
                  <a:lnTo>
                    <a:pt x="28726" y="592"/>
                  </a:lnTo>
                  <a:cubicBezTo>
                    <a:pt x="28837" y="333"/>
                    <a:pt x="28615" y="1"/>
                    <a:pt x="283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45"/>
            <p:cNvSpPr/>
            <p:nvPr/>
          </p:nvSpPr>
          <p:spPr>
            <a:xfrm>
              <a:off x="2607050" y="3240125"/>
              <a:ext cx="732025" cy="379900"/>
            </a:xfrm>
            <a:custGeom>
              <a:rect b="b" l="l" r="r" t="t"/>
              <a:pathLst>
                <a:path extrusionOk="0" h="15196" w="29281">
                  <a:moveTo>
                    <a:pt x="28542" y="592"/>
                  </a:moveTo>
                  <a:lnTo>
                    <a:pt x="28616" y="629"/>
                  </a:lnTo>
                  <a:lnTo>
                    <a:pt x="28652" y="740"/>
                  </a:lnTo>
                  <a:lnTo>
                    <a:pt x="28652" y="777"/>
                  </a:lnTo>
                  <a:lnTo>
                    <a:pt x="22626" y="14530"/>
                  </a:lnTo>
                  <a:lnTo>
                    <a:pt x="22515" y="14604"/>
                  </a:lnTo>
                  <a:lnTo>
                    <a:pt x="740" y="14604"/>
                  </a:lnTo>
                  <a:lnTo>
                    <a:pt x="666" y="14567"/>
                  </a:lnTo>
                  <a:lnTo>
                    <a:pt x="629" y="14456"/>
                  </a:lnTo>
                  <a:lnTo>
                    <a:pt x="629" y="14419"/>
                  </a:lnTo>
                  <a:lnTo>
                    <a:pt x="6655" y="666"/>
                  </a:lnTo>
                  <a:lnTo>
                    <a:pt x="6766" y="592"/>
                  </a:lnTo>
                  <a:close/>
                  <a:moveTo>
                    <a:pt x="6766" y="1"/>
                  </a:moveTo>
                  <a:cubicBezTo>
                    <a:pt x="6470" y="1"/>
                    <a:pt x="6211" y="149"/>
                    <a:pt x="6100" y="445"/>
                  </a:cubicBezTo>
                  <a:lnTo>
                    <a:pt x="74" y="14198"/>
                  </a:lnTo>
                  <a:lnTo>
                    <a:pt x="74" y="14161"/>
                  </a:lnTo>
                  <a:cubicBezTo>
                    <a:pt x="37" y="14272"/>
                    <a:pt x="0" y="14382"/>
                    <a:pt x="0" y="14456"/>
                  </a:cubicBezTo>
                  <a:cubicBezTo>
                    <a:pt x="0" y="14863"/>
                    <a:pt x="296" y="15196"/>
                    <a:pt x="740" y="15196"/>
                  </a:cubicBezTo>
                  <a:lnTo>
                    <a:pt x="22515" y="15196"/>
                  </a:lnTo>
                  <a:cubicBezTo>
                    <a:pt x="22811" y="15196"/>
                    <a:pt x="23070" y="15048"/>
                    <a:pt x="23181" y="14752"/>
                  </a:cubicBezTo>
                  <a:lnTo>
                    <a:pt x="29207" y="999"/>
                  </a:lnTo>
                  <a:cubicBezTo>
                    <a:pt x="29244" y="925"/>
                    <a:pt x="29281" y="814"/>
                    <a:pt x="29281" y="740"/>
                  </a:cubicBezTo>
                  <a:cubicBezTo>
                    <a:pt x="29281" y="334"/>
                    <a:pt x="28948" y="1"/>
                    <a:pt x="285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45"/>
            <p:cNvSpPr/>
            <p:nvPr/>
          </p:nvSpPr>
          <p:spPr>
            <a:xfrm>
              <a:off x="2665275" y="3274325"/>
              <a:ext cx="615575" cy="311500"/>
            </a:xfrm>
            <a:custGeom>
              <a:rect b="b" l="l" r="r" t="t"/>
              <a:pathLst>
                <a:path extrusionOk="0" h="12460" w="24623">
                  <a:moveTo>
                    <a:pt x="5583" y="1"/>
                  </a:moveTo>
                  <a:cubicBezTo>
                    <a:pt x="5435" y="1"/>
                    <a:pt x="5324" y="75"/>
                    <a:pt x="5250" y="223"/>
                  </a:cubicBezTo>
                  <a:lnTo>
                    <a:pt x="111" y="11942"/>
                  </a:lnTo>
                  <a:cubicBezTo>
                    <a:pt x="0" y="12201"/>
                    <a:pt x="185" y="12460"/>
                    <a:pt x="444" y="12460"/>
                  </a:cubicBezTo>
                  <a:lnTo>
                    <a:pt x="19040" y="12460"/>
                  </a:lnTo>
                  <a:cubicBezTo>
                    <a:pt x="19188" y="12460"/>
                    <a:pt x="19299" y="12386"/>
                    <a:pt x="19373" y="12238"/>
                  </a:cubicBezTo>
                  <a:lnTo>
                    <a:pt x="24512" y="518"/>
                  </a:lnTo>
                  <a:cubicBezTo>
                    <a:pt x="24623" y="260"/>
                    <a:pt x="24438" y="1"/>
                    <a:pt x="24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45"/>
            <p:cNvSpPr/>
            <p:nvPr/>
          </p:nvSpPr>
          <p:spPr>
            <a:xfrm>
              <a:off x="2659725" y="3266950"/>
              <a:ext cx="626675" cy="326275"/>
            </a:xfrm>
            <a:custGeom>
              <a:rect b="b" l="l" r="r" t="t"/>
              <a:pathLst>
                <a:path extrusionOk="0" h="13051" w="25067">
                  <a:moveTo>
                    <a:pt x="24401" y="592"/>
                  </a:moveTo>
                  <a:lnTo>
                    <a:pt x="24438" y="629"/>
                  </a:lnTo>
                  <a:lnTo>
                    <a:pt x="24438" y="666"/>
                  </a:lnTo>
                  <a:lnTo>
                    <a:pt x="19299" y="12422"/>
                  </a:lnTo>
                  <a:lnTo>
                    <a:pt x="19262" y="12459"/>
                  </a:lnTo>
                  <a:lnTo>
                    <a:pt x="666" y="12459"/>
                  </a:lnTo>
                  <a:lnTo>
                    <a:pt x="629" y="12422"/>
                  </a:lnTo>
                  <a:lnTo>
                    <a:pt x="629" y="12385"/>
                  </a:lnTo>
                  <a:lnTo>
                    <a:pt x="5768" y="629"/>
                  </a:lnTo>
                  <a:lnTo>
                    <a:pt x="5805" y="592"/>
                  </a:lnTo>
                  <a:close/>
                  <a:moveTo>
                    <a:pt x="5805" y="0"/>
                  </a:moveTo>
                  <a:cubicBezTo>
                    <a:pt x="5546" y="0"/>
                    <a:pt x="5324" y="148"/>
                    <a:pt x="5213" y="407"/>
                  </a:cubicBezTo>
                  <a:lnTo>
                    <a:pt x="38" y="12126"/>
                  </a:lnTo>
                  <a:cubicBezTo>
                    <a:pt x="1" y="12200"/>
                    <a:pt x="1" y="12311"/>
                    <a:pt x="1" y="12385"/>
                  </a:cubicBezTo>
                  <a:cubicBezTo>
                    <a:pt x="1" y="12755"/>
                    <a:pt x="296" y="13051"/>
                    <a:pt x="666" y="13051"/>
                  </a:cubicBezTo>
                  <a:lnTo>
                    <a:pt x="19262" y="13051"/>
                  </a:lnTo>
                  <a:cubicBezTo>
                    <a:pt x="19521" y="13051"/>
                    <a:pt x="19743" y="12903"/>
                    <a:pt x="19854" y="12644"/>
                  </a:cubicBezTo>
                  <a:lnTo>
                    <a:pt x="24993" y="924"/>
                  </a:lnTo>
                  <a:cubicBezTo>
                    <a:pt x="25067" y="850"/>
                    <a:pt x="25067" y="739"/>
                    <a:pt x="25067" y="666"/>
                  </a:cubicBezTo>
                  <a:cubicBezTo>
                    <a:pt x="25067" y="296"/>
                    <a:pt x="24771" y="0"/>
                    <a:pt x="24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45"/>
            <p:cNvSpPr/>
            <p:nvPr/>
          </p:nvSpPr>
          <p:spPr>
            <a:xfrm>
              <a:off x="2359350" y="3589500"/>
              <a:ext cx="818000" cy="26825"/>
            </a:xfrm>
            <a:custGeom>
              <a:rect b="b" l="l" r="r" t="t"/>
              <a:pathLst>
                <a:path extrusionOk="0" h="1073" w="32720">
                  <a:moveTo>
                    <a:pt x="0" y="1"/>
                  </a:moveTo>
                  <a:lnTo>
                    <a:pt x="0" y="1073"/>
                  </a:lnTo>
                  <a:lnTo>
                    <a:pt x="32719" y="1073"/>
                  </a:lnTo>
                  <a:lnTo>
                    <a:pt x="327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45"/>
            <p:cNvSpPr/>
            <p:nvPr/>
          </p:nvSpPr>
          <p:spPr>
            <a:xfrm>
              <a:off x="2351950" y="3582125"/>
              <a:ext cx="833700" cy="42525"/>
            </a:xfrm>
            <a:custGeom>
              <a:rect b="b" l="l" r="r" t="t"/>
              <a:pathLst>
                <a:path extrusionOk="0" h="1701" w="33348">
                  <a:moveTo>
                    <a:pt x="32719" y="629"/>
                  </a:moveTo>
                  <a:lnTo>
                    <a:pt x="32719" y="1072"/>
                  </a:lnTo>
                  <a:lnTo>
                    <a:pt x="592" y="1072"/>
                  </a:lnTo>
                  <a:lnTo>
                    <a:pt x="592" y="629"/>
                  </a:lnTo>
                  <a:close/>
                  <a:moveTo>
                    <a:pt x="296" y="0"/>
                  </a:moveTo>
                  <a:cubicBezTo>
                    <a:pt x="222" y="0"/>
                    <a:pt x="148" y="37"/>
                    <a:pt x="74" y="74"/>
                  </a:cubicBezTo>
                  <a:cubicBezTo>
                    <a:pt x="37" y="148"/>
                    <a:pt x="0" y="222"/>
                    <a:pt x="0" y="296"/>
                  </a:cubicBezTo>
                  <a:lnTo>
                    <a:pt x="0" y="1368"/>
                  </a:lnTo>
                  <a:cubicBezTo>
                    <a:pt x="0" y="1442"/>
                    <a:pt x="37" y="1553"/>
                    <a:pt x="74" y="1590"/>
                  </a:cubicBezTo>
                  <a:cubicBezTo>
                    <a:pt x="148" y="1664"/>
                    <a:pt x="222" y="1701"/>
                    <a:pt x="296" y="1701"/>
                  </a:cubicBezTo>
                  <a:lnTo>
                    <a:pt x="33015" y="1701"/>
                  </a:lnTo>
                  <a:cubicBezTo>
                    <a:pt x="33089" y="1701"/>
                    <a:pt x="33200" y="1664"/>
                    <a:pt x="33237" y="1590"/>
                  </a:cubicBezTo>
                  <a:cubicBezTo>
                    <a:pt x="33311" y="1553"/>
                    <a:pt x="33348" y="1442"/>
                    <a:pt x="33348" y="1368"/>
                  </a:cubicBezTo>
                  <a:lnTo>
                    <a:pt x="33348" y="296"/>
                  </a:lnTo>
                  <a:cubicBezTo>
                    <a:pt x="33348" y="222"/>
                    <a:pt x="33311" y="148"/>
                    <a:pt x="33237" y="74"/>
                  </a:cubicBezTo>
                  <a:cubicBezTo>
                    <a:pt x="33200" y="37"/>
                    <a:pt x="33089" y="0"/>
                    <a:pt x="330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45"/>
            <p:cNvSpPr/>
            <p:nvPr/>
          </p:nvSpPr>
          <p:spPr>
            <a:xfrm>
              <a:off x="2780800" y="3589500"/>
              <a:ext cx="396550" cy="26825"/>
            </a:xfrm>
            <a:custGeom>
              <a:rect b="b" l="l" r="r" t="t"/>
              <a:pathLst>
                <a:path extrusionOk="0" h="1073" w="15862">
                  <a:moveTo>
                    <a:pt x="1" y="1"/>
                  </a:moveTo>
                  <a:lnTo>
                    <a:pt x="1" y="1073"/>
                  </a:lnTo>
                  <a:lnTo>
                    <a:pt x="15861" y="1073"/>
                  </a:lnTo>
                  <a:lnTo>
                    <a:pt x="1586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45"/>
            <p:cNvSpPr/>
            <p:nvPr/>
          </p:nvSpPr>
          <p:spPr>
            <a:xfrm>
              <a:off x="2773400" y="3582125"/>
              <a:ext cx="412250" cy="42525"/>
            </a:xfrm>
            <a:custGeom>
              <a:rect b="b" l="l" r="r" t="t"/>
              <a:pathLst>
                <a:path extrusionOk="0" h="1701" w="16490">
                  <a:moveTo>
                    <a:pt x="15861" y="629"/>
                  </a:moveTo>
                  <a:lnTo>
                    <a:pt x="15861" y="1072"/>
                  </a:lnTo>
                  <a:lnTo>
                    <a:pt x="593" y="1072"/>
                  </a:lnTo>
                  <a:lnTo>
                    <a:pt x="593" y="629"/>
                  </a:lnTo>
                  <a:close/>
                  <a:moveTo>
                    <a:pt x="297" y="0"/>
                  </a:moveTo>
                  <a:cubicBezTo>
                    <a:pt x="223" y="0"/>
                    <a:pt x="149" y="37"/>
                    <a:pt x="75" y="74"/>
                  </a:cubicBezTo>
                  <a:cubicBezTo>
                    <a:pt x="38" y="148"/>
                    <a:pt x="1" y="222"/>
                    <a:pt x="1" y="296"/>
                  </a:cubicBezTo>
                  <a:lnTo>
                    <a:pt x="1" y="1368"/>
                  </a:lnTo>
                  <a:cubicBezTo>
                    <a:pt x="1" y="1442"/>
                    <a:pt x="38" y="1553"/>
                    <a:pt x="75" y="1590"/>
                  </a:cubicBezTo>
                  <a:cubicBezTo>
                    <a:pt x="149" y="1664"/>
                    <a:pt x="223" y="1701"/>
                    <a:pt x="297" y="1701"/>
                  </a:cubicBezTo>
                  <a:lnTo>
                    <a:pt x="16157" y="1701"/>
                  </a:lnTo>
                  <a:cubicBezTo>
                    <a:pt x="16231" y="1701"/>
                    <a:pt x="16342" y="1664"/>
                    <a:pt x="16379" y="1590"/>
                  </a:cubicBezTo>
                  <a:cubicBezTo>
                    <a:pt x="16453" y="1553"/>
                    <a:pt x="16490" y="1442"/>
                    <a:pt x="16490" y="1368"/>
                  </a:cubicBezTo>
                  <a:lnTo>
                    <a:pt x="16490" y="296"/>
                  </a:lnTo>
                  <a:cubicBezTo>
                    <a:pt x="16490" y="222"/>
                    <a:pt x="16453" y="148"/>
                    <a:pt x="16379" y="74"/>
                  </a:cubicBezTo>
                  <a:cubicBezTo>
                    <a:pt x="16342" y="37"/>
                    <a:pt x="16231" y="0"/>
                    <a:pt x="161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45"/>
            <p:cNvSpPr/>
            <p:nvPr/>
          </p:nvSpPr>
          <p:spPr>
            <a:xfrm>
              <a:off x="2617200" y="2599625"/>
              <a:ext cx="476025" cy="476025"/>
            </a:xfrm>
            <a:custGeom>
              <a:rect b="b" l="l" r="r" t="t"/>
              <a:pathLst>
                <a:path extrusionOk="0" h="19041" w="19041">
                  <a:moveTo>
                    <a:pt x="9539" y="0"/>
                  </a:moveTo>
                  <a:cubicBezTo>
                    <a:pt x="4290" y="0"/>
                    <a:pt x="1" y="4252"/>
                    <a:pt x="1" y="9502"/>
                  </a:cubicBezTo>
                  <a:cubicBezTo>
                    <a:pt x="1" y="14788"/>
                    <a:pt x="4290" y="19040"/>
                    <a:pt x="9539" y="19040"/>
                  </a:cubicBezTo>
                  <a:cubicBezTo>
                    <a:pt x="14789" y="19040"/>
                    <a:pt x="19041" y="14788"/>
                    <a:pt x="19041" y="9502"/>
                  </a:cubicBezTo>
                  <a:cubicBezTo>
                    <a:pt x="19041" y="4252"/>
                    <a:pt x="14789" y="0"/>
                    <a:pt x="9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45"/>
            <p:cNvSpPr/>
            <p:nvPr/>
          </p:nvSpPr>
          <p:spPr>
            <a:xfrm>
              <a:off x="2609825" y="2592225"/>
              <a:ext cx="490800" cy="490800"/>
            </a:xfrm>
            <a:custGeom>
              <a:rect b="b" l="l" r="r" t="t"/>
              <a:pathLst>
                <a:path extrusionOk="0" h="19632" w="19632">
                  <a:moveTo>
                    <a:pt x="9834" y="592"/>
                  </a:moveTo>
                  <a:cubicBezTo>
                    <a:pt x="12385" y="592"/>
                    <a:pt x="14678" y="1627"/>
                    <a:pt x="16341" y="3291"/>
                  </a:cubicBezTo>
                  <a:cubicBezTo>
                    <a:pt x="18005" y="4954"/>
                    <a:pt x="19040" y="7284"/>
                    <a:pt x="19040" y="9798"/>
                  </a:cubicBezTo>
                  <a:cubicBezTo>
                    <a:pt x="19040" y="12349"/>
                    <a:pt x="18005" y="14641"/>
                    <a:pt x="16341" y="16304"/>
                  </a:cubicBezTo>
                  <a:cubicBezTo>
                    <a:pt x="14678" y="18005"/>
                    <a:pt x="12385" y="19003"/>
                    <a:pt x="9834" y="19003"/>
                  </a:cubicBezTo>
                  <a:cubicBezTo>
                    <a:pt x="7283" y="19003"/>
                    <a:pt x="4991" y="18005"/>
                    <a:pt x="3328" y="16304"/>
                  </a:cubicBezTo>
                  <a:cubicBezTo>
                    <a:pt x="1664" y="14641"/>
                    <a:pt x="629" y="12349"/>
                    <a:pt x="629" y="9798"/>
                  </a:cubicBezTo>
                  <a:cubicBezTo>
                    <a:pt x="629" y="7284"/>
                    <a:pt x="1664" y="4954"/>
                    <a:pt x="3328" y="3291"/>
                  </a:cubicBezTo>
                  <a:cubicBezTo>
                    <a:pt x="4991" y="1627"/>
                    <a:pt x="7283" y="592"/>
                    <a:pt x="9834" y="592"/>
                  </a:cubicBezTo>
                  <a:close/>
                  <a:moveTo>
                    <a:pt x="9834" y="0"/>
                  </a:moveTo>
                  <a:cubicBezTo>
                    <a:pt x="4400" y="0"/>
                    <a:pt x="0" y="4400"/>
                    <a:pt x="0" y="9798"/>
                  </a:cubicBezTo>
                  <a:cubicBezTo>
                    <a:pt x="0" y="15232"/>
                    <a:pt x="4400" y="19632"/>
                    <a:pt x="9834" y="19632"/>
                  </a:cubicBezTo>
                  <a:cubicBezTo>
                    <a:pt x="15232" y="19632"/>
                    <a:pt x="19632" y="15232"/>
                    <a:pt x="19632" y="9798"/>
                  </a:cubicBezTo>
                  <a:cubicBezTo>
                    <a:pt x="19632" y="4400"/>
                    <a:pt x="15232" y="0"/>
                    <a:pt x="98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45"/>
            <p:cNvSpPr/>
            <p:nvPr/>
          </p:nvSpPr>
          <p:spPr>
            <a:xfrm>
              <a:off x="2855675" y="3045125"/>
              <a:ext cx="68425" cy="300400"/>
            </a:xfrm>
            <a:custGeom>
              <a:rect b="b" l="l" r="r" t="t"/>
              <a:pathLst>
                <a:path extrusionOk="0" h="12016" w="2737">
                  <a:moveTo>
                    <a:pt x="2736" y="0"/>
                  </a:moveTo>
                  <a:lnTo>
                    <a:pt x="0" y="1220"/>
                  </a:lnTo>
                  <a:lnTo>
                    <a:pt x="2219" y="12016"/>
                  </a:lnTo>
                  <a:lnTo>
                    <a:pt x="27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45"/>
            <p:cNvSpPr/>
            <p:nvPr/>
          </p:nvSpPr>
          <p:spPr>
            <a:xfrm>
              <a:off x="2847350" y="3037950"/>
              <a:ext cx="84125" cy="315900"/>
            </a:xfrm>
            <a:custGeom>
              <a:rect b="b" l="l" r="r" t="t"/>
              <a:pathLst>
                <a:path extrusionOk="0" h="12636" w="3365">
                  <a:moveTo>
                    <a:pt x="2736" y="768"/>
                  </a:moveTo>
                  <a:lnTo>
                    <a:pt x="2367" y="9789"/>
                  </a:lnTo>
                  <a:lnTo>
                    <a:pt x="677" y="1664"/>
                  </a:lnTo>
                  <a:lnTo>
                    <a:pt x="677" y="1664"/>
                  </a:lnTo>
                  <a:lnTo>
                    <a:pt x="2736" y="768"/>
                  </a:lnTo>
                  <a:close/>
                  <a:moveTo>
                    <a:pt x="3083" y="1"/>
                  </a:moveTo>
                  <a:cubicBezTo>
                    <a:pt x="3032" y="1"/>
                    <a:pt x="2977" y="10"/>
                    <a:pt x="2921" y="28"/>
                  </a:cubicBezTo>
                  <a:lnTo>
                    <a:pt x="185" y="1211"/>
                  </a:lnTo>
                  <a:cubicBezTo>
                    <a:pt x="75" y="1285"/>
                    <a:pt x="1" y="1433"/>
                    <a:pt x="38" y="1544"/>
                  </a:cubicBezTo>
                  <a:lnTo>
                    <a:pt x="2256" y="12376"/>
                  </a:lnTo>
                  <a:cubicBezTo>
                    <a:pt x="2293" y="12524"/>
                    <a:pt x="2441" y="12635"/>
                    <a:pt x="2589" y="12635"/>
                  </a:cubicBezTo>
                  <a:cubicBezTo>
                    <a:pt x="2736" y="12598"/>
                    <a:pt x="2847" y="12487"/>
                    <a:pt x="2847" y="12340"/>
                  </a:cubicBezTo>
                  <a:lnTo>
                    <a:pt x="3365" y="324"/>
                  </a:lnTo>
                  <a:cubicBezTo>
                    <a:pt x="3365" y="213"/>
                    <a:pt x="3328" y="102"/>
                    <a:pt x="3217" y="28"/>
                  </a:cubicBezTo>
                  <a:cubicBezTo>
                    <a:pt x="3180" y="10"/>
                    <a:pt x="3134" y="1"/>
                    <a:pt x="30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45"/>
            <p:cNvSpPr/>
            <p:nvPr/>
          </p:nvSpPr>
          <p:spPr>
            <a:xfrm>
              <a:off x="4462975" y="3403725"/>
              <a:ext cx="145125" cy="213525"/>
            </a:xfrm>
            <a:custGeom>
              <a:rect b="b" l="l" r="r" t="t"/>
              <a:pathLst>
                <a:path extrusionOk="0" h="8541" w="5805">
                  <a:moveTo>
                    <a:pt x="0" y="1"/>
                  </a:moveTo>
                  <a:lnTo>
                    <a:pt x="0" y="8541"/>
                  </a:lnTo>
                  <a:lnTo>
                    <a:pt x="5805" y="8541"/>
                  </a:lnTo>
                  <a:lnTo>
                    <a:pt x="580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45"/>
            <p:cNvSpPr/>
            <p:nvPr/>
          </p:nvSpPr>
          <p:spPr>
            <a:xfrm>
              <a:off x="4455575" y="3396325"/>
              <a:ext cx="159925" cy="228325"/>
            </a:xfrm>
            <a:custGeom>
              <a:rect b="b" l="l" r="r" t="t"/>
              <a:pathLst>
                <a:path extrusionOk="0" h="9133" w="6397">
                  <a:moveTo>
                    <a:pt x="5768" y="592"/>
                  </a:moveTo>
                  <a:lnTo>
                    <a:pt x="5768" y="8504"/>
                  </a:lnTo>
                  <a:lnTo>
                    <a:pt x="629" y="8504"/>
                  </a:lnTo>
                  <a:lnTo>
                    <a:pt x="629" y="592"/>
                  </a:lnTo>
                  <a:close/>
                  <a:moveTo>
                    <a:pt x="296" y="1"/>
                  </a:moveTo>
                  <a:cubicBezTo>
                    <a:pt x="222" y="1"/>
                    <a:pt x="148" y="38"/>
                    <a:pt x="74" y="75"/>
                  </a:cubicBezTo>
                  <a:cubicBezTo>
                    <a:pt x="37" y="149"/>
                    <a:pt x="0" y="223"/>
                    <a:pt x="0" y="297"/>
                  </a:cubicBezTo>
                  <a:lnTo>
                    <a:pt x="0" y="8837"/>
                  </a:lnTo>
                  <a:cubicBezTo>
                    <a:pt x="0" y="8911"/>
                    <a:pt x="37" y="8985"/>
                    <a:pt x="74" y="9059"/>
                  </a:cubicBezTo>
                  <a:cubicBezTo>
                    <a:pt x="148" y="9096"/>
                    <a:pt x="222" y="9133"/>
                    <a:pt x="296" y="9133"/>
                  </a:cubicBezTo>
                  <a:lnTo>
                    <a:pt x="6101" y="9133"/>
                  </a:lnTo>
                  <a:cubicBezTo>
                    <a:pt x="6175" y="9133"/>
                    <a:pt x="6248" y="9096"/>
                    <a:pt x="6285" y="9059"/>
                  </a:cubicBezTo>
                  <a:cubicBezTo>
                    <a:pt x="6359" y="8985"/>
                    <a:pt x="6396" y="8911"/>
                    <a:pt x="6396" y="8837"/>
                  </a:cubicBezTo>
                  <a:lnTo>
                    <a:pt x="6396" y="297"/>
                  </a:lnTo>
                  <a:cubicBezTo>
                    <a:pt x="6396" y="223"/>
                    <a:pt x="6359" y="149"/>
                    <a:pt x="6285" y="75"/>
                  </a:cubicBezTo>
                  <a:cubicBezTo>
                    <a:pt x="6248" y="38"/>
                    <a:pt x="6175" y="1"/>
                    <a:pt x="61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45"/>
            <p:cNvSpPr/>
            <p:nvPr/>
          </p:nvSpPr>
          <p:spPr>
            <a:xfrm>
              <a:off x="4570175" y="3443475"/>
              <a:ext cx="77675" cy="144200"/>
            </a:xfrm>
            <a:custGeom>
              <a:rect b="b" l="l" r="r" t="t"/>
              <a:pathLst>
                <a:path extrusionOk="0" h="5768" w="3107">
                  <a:moveTo>
                    <a:pt x="481" y="0"/>
                  </a:moveTo>
                  <a:cubicBezTo>
                    <a:pt x="186" y="0"/>
                    <a:pt x="1" y="222"/>
                    <a:pt x="1" y="481"/>
                  </a:cubicBezTo>
                  <a:cubicBezTo>
                    <a:pt x="1" y="740"/>
                    <a:pt x="186" y="962"/>
                    <a:pt x="481" y="962"/>
                  </a:cubicBezTo>
                  <a:lnTo>
                    <a:pt x="1258" y="962"/>
                  </a:lnTo>
                  <a:cubicBezTo>
                    <a:pt x="1738" y="962"/>
                    <a:pt x="2145" y="1368"/>
                    <a:pt x="2145" y="1849"/>
                  </a:cubicBezTo>
                  <a:lnTo>
                    <a:pt x="2145" y="3919"/>
                  </a:lnTo>
                  <a:cubicBezTo>
                    <a:pt x="2145" y="4437"/>
                    <a:pt x="1738" y="4844"/>
                    <a:pt x="1258" y="4844"/>
                  </a:cubicBezTo>
                  <a:lnTo>
                    <a:pt x="629" y="4844"/>
                  </a:lnTo>
                  <a:cubicBezTo>
                    <a:pt x="371" y="4844"/>
                    <a:pt x="149" y="5028"/>
                    <a:pt x="149" y="5287"/>
                  </a:cubicBezTo>
                  <a:cubicBezTo>
                    <a:pt x="149" y="5583"/>
                    <a:pt x="371" y="5768"/>
                    <a:pt x="629" y="5768"/>
                  </a:cubicBezTo>
                  <a:lnTo>
                    <a:pt x="1258" y="5768"/>
                  </a:lnTo>
                  <a:cubicBezTo>
                    <a:pt x="2256" y="5768"/>
                    <a:pt x="3106" y="4955"/>
                    <a:pt x="3106" y="3919"/>
                  </a:cubicBezTo>
                  <a:lnTo>
                    <a:pt x="3106" y="1849"/>
                  </a:lnTo>
                  <a:cubicBezTo>
                    <a:pt x="3106" y="851"/>
                    <a:pt x="2256" y="0"/>
                    <a:pt x="12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45"/>
            <p:cNvSpPr/>
            <p:nvPr/>
          </p:nvSpPr>
          <p:spPr>
            <a:xfrm>
              <a:off x="4561875" y="3436075"/>
              <a:ext cx="93375" cy="159925"/>
            </a:xfrm>
            <a:custGeom>
              <a:rect b="b" l="l" r="r" t="t"/>
              <a:pathLst>
                <a:path extrusionOk="0" h="6397" w="3735">
                  <a:moveTo>
                    <a:pt x="1590" y="592"/>
                  </a:moveTo>
                  <a:cubicBezTo>
                    <a:pt x="2440" y="629"/>
                    <a:pt x="3106" y="1295"/>
                    <a:pt x="3106" y="2145"/>
                  </a:cubicBezTo>
                  <a:lnTo>
                    <a:pt x="3106" y="4215"/>
                  </a:lnTo>
                  <a:cubicBezTo>
                    <a:pt x="3106" y="5066"/>
                    <a:pt x="2440" y="5768"/>
                    <a:pt x="1590" y="5768"/>
                  </a:cubicBezTo>
                  <a:lnTo>
                    <a:pt x="961" y="5768"/>
                  </a:lnTo>
                  <a:cubicBezTo>
                    <a:pt x="887" y="5768"/>
                    <a:pt x="813" y="5694"/>
                    <a:pt x="813" y="5583"/>
                  </a:cubicBezTo>
                  <a:cubicBezTo>
                    <a:pt x="813" y="5509"/>
                    <a:pt x="887" y="5435"/>
                    <a:pt x="961" y="5435"/>
                  </a:cubicBezTo>
                  <a:lnTo>
                    <a:pt x="1590" y="5435"/>
                  </a:lnTo>
                  <a:cubicBezTo>
                    <a:pt x="2255" y="5435"/>
                    <a:pt x="2773" y="4881"/>
                    <a:pt x="2773" y="4215"/>
                  </a:cubicBezTo>
                  <a:lnTo>
                    <a:pt x="2773" y="2145"/>
                  </a:lnTo>
                  <a:cubicBezTo>
                    <a:pt x="2773" y="1480"/>
                    <a:pt x="2255" y="962"/>
                    <a:pt x="1590" y="962"/>
                  </a:cubicBezTo>
                  <a:lnTo>
                    <a:pt x="813" y="962"/>
                  </a:lnTo>
                  <a:cubicBezTo>
                    <a:pt x="703" y="962"/>
                    <a:pt x="629" y="888"/>
                    <a:pt x="629" y="777"/>
                  </a:cubicBezTo>
                  <a:cubicBezTo>
                    <a:pt x="629" y="703"/>
                    <a:pt x="703" y="592"/>
                    <a:pt x="813" y="592"/>
                  </a:cubicBezTo>
                  <a:close/>
                  <a:moveTo>
                    <a:pt x="813" y="1"/>
                  </a:moveTo>
                  <a:cubicBezTo>
                    <a:pt x="370" y="1"/>
                    <a:pt x="0" y="333"/>
                    <a:pt x="0" y="777"/>
                  </a:cubicBezTo>
                  <a:cubicBezTo>
                    <a:pt x="0" y="1221"/>
                    <a:pt x="370" y="1553"/>
                    <a:pt x="813" y="1553"/>
                  </a:cubicBezTo>
                  <a:lnTo>
                    <a:pt x="1590" y="1553"/>
                  </a:lnTo>
                  <a:cubicBezTo>
                    <a:pt x="1886" y="1553"/>
                    <a:pt x="2181" y="1812"/>
                    <a:pt x="2181" y="2145"/>
                  </a:cubicBezTo>
                  <a:lnTo>
                    <a:pt x="2181" y="4215"/>
                  </a:lnTo>
                  <a:cubicBezTo>
                    <a:pt x="2181" y="4548"/>
                    <a:pt x="1886" y="4807"/>
                    <a:pt x="1590" y="4807"/>
                  </a:cubicBezTo>
                  <a:lnTo>
                    <a:pt x="961" y="4807"/>
                  </a:lnTo>
                  <a:cubicBezTo>
                    <a:pt x="518" y="4807"/>
                    <a:pt x="185" y="5177"/>
                    <a:pt x="185" y="5583"/>
                  </a:cubicBezTo>
                  <a:cubicBezTo>
                    <a:pt x="185" y="6027"/>
                    <a:pt x="518" y="6397"/>
                    <a:pt x="961" y="6397"/>
                  </a:cubicBezTo>
                  <a:lnTo>
                    <a:pt x="1590" y="6397"/>
                  </a:lnTo>
                  <a:cubicBezTo>
                    <a:pt x="2773" y="6397"/>
                    <a:pt x="3734" y="5398"/>
                    <a:pt x="3734" y="4215"/>
                  </a:cubicBezTo>
                  <a:lnTo>
                    <a:pt x="3734" y="2145"/>
                  </a:lnTo>
                  <a:cubicBezTo>
                    <a:pt x="3734" y="962"/>
                    <a:pt x="2773" y="1"/>
                    <a:pt x="15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45"/>
            <p:cNvSpPr/>
            <p:nvPr/>
          </p:nvSpPr>
          <p:spPr>
            <a:xfrm>
              <a:off x="4999975" y="3728150"/>
              <a:ext cx="140500" cy="1346100"/>
            </a:xfrm>
            <a:custGeom>
              <a:rect b="b" l="l" r="r" t="t"/>
              <a:pathLst>
                <a:path extrusionOk="0" h="53844" w="5620">
                  <a:moveTo>
                    <a:pt x="0" y="0"/>
                  </a:moveTo>
                  <a:lnTo>
                    <a:pt x="4474" y="53312"/>
                  </a:lnTo>
                  <a:cubicBezTo>
                    <a:pt x="4506" y="53634"/>
                    <a:pt x="4762" y="53844"/>
                    <a:pt x="5048" y="53844"/>
                  </a:cubicBezTo>
                  <a:cubicBezTo>
                    <a:pt x="5090" y="53844"/>
                    <a:pt x="5133" y="53839"/>
                    <a:pt x="5176" y="53830"/>
                  </a:cubicBezTo>
                  <a:cubicBezTo>
                    <a:pt x="5435" y="53756"/>
                    <a:pt x="5620" y="53497"/>
                    <a:pt x="5620" y="53201"/>
                  </a:cubicBezTo>
                  <a:lnTo>
                    <a:pt x="25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45"/>
            <p:cNvSpPr/>
            <p:nvPr/>
          </p:nvSpPr>
          <p:spPr>
            <a:xfrm>
              <a:off x="4991650" y="3720750"/>
              <a:ext cx="156225" cy="1360550"/>
            </a:xfrm>
            <a:custGeom>
              <a:rect b="b" l="l" r="r" t="t"/>
              <a:pathLst>
                <a:path extrusionOk="0" h="54422" w="6249">
                  <a:moveTo>
                    <a:pt x="2588" y="629"/>
                  </a:moveTo>
                  <a:lnTo>
                    <a:pt x="5620" y="53497"/>
                  </a:lnTo>
                  <a:lnTo>
                    <a:pt x="5620" y="53534"/>
                  </a:lnTo>
                  <a:lnTo>
                    <a:pt x="5620" y="53571"/>
                  </a:lnTo>
                  <a:cubicBezTo>
                    <a:pt x="5620" y="53682"/>
                    <a:pt x="5546" y="53793"/>
                    <a:pt x="5435" y="53793"/>
                  </a:cubicBezTo>
                  <a:lnTo>
                    <a:pt x="5361" y="53830"/>
                  </a:lnTo>
                  <a:cubicBezTo>
                    <a:pt x="5250" y="53830"/>
                    <a:pt x="5139" y="53719"/>
                    <a:pt x="5102" y="53571"/>
                  </a:cubicBezTo>
                  <a:lnTo>
                    <a:pt x="5099" y="53572"/>
                  </a:lnTo>
                  <a:lnTo>
                    <a:pt x="5099" y="53572"/>
                  </a:lnTo>
                  <a:lnTo>
                    <a:pt x="657" y="629"/>
                  </a:lnTo>
                  <a:close/>
                  <a:moveTo>
                    <a:pt x="333" y="1"/>
                  </a:moveTo>
                  <a:cubicBezTo>
                    <a:pt x="222" y="1"/>
                    <a:pt x="148" y="38"/>
                    <a:pt x="111" y="112"/>
                  </a:cubicBezTo>
                  <a:cubicBezTo>
                    <a:pt x="37" y="149"/>
                    <a:pt x="0" y="259"/>
                    <a:pt x="0" y="333"/>
                  </a:cubicBezTo>
                  <a:lnTo>
                    <a:pt x="4511" y="53645"/>
                  </a:lnTo>
                  <a:lnTo>
                    <a:pt x="4511" y="53682"/>
                  </a:lnTo>
                  <a:cubicBezTo>
                    <a:pt x="4548" y="54126"/>
                    <a:pt x="4954" y="54422"/>
                    <a:pt x="5361" y="54422"/>
                  </a:cubicBezTo>
                  <a:lnTo>
                    <a:pt x="5583" y="54422"/>
                  </a:lnTo>
                  <a:cubicBezTo>
                    <a:pt x="5990" y="54311"/>
                    <a:pt x="6248" y="53941"/>
                    <a:pt x="6248" y="53571"/>
                  </a:cubicBezTo>
                  <a:lnTo>
                    <a:pt x="6248" y="53460"/>
                  </a:lnTo>
                  <a:lnTo>
                    <a:pt x="3180" y="296"/>
                  </a:lnTo>
                  <a:cubicBezTo>
                    <a:pt x="3180" y="112"/>
                    <a:pt x="3069" y="1"/>
                    <a:pt x="28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45"/>
            <p:cNvSpPr/>
            <p:nvPr/>
          </p:nvSpPr>
          <p:spPr>
            <a:xfrm>
              <a:off x="5752325" y="3728150"/>
              <a:ext cx="141425" cy="1349800"/>
            </a:xfrm>
            <a:custGeom>
              <a:rect b="b" l="l" r="r" t="t"/>
              <a:pathLst>
                <a:path extrusionOk="0" h="53992" w="5657">
                  <a:moveTo>
                    <a:pt x="0" y="0"/>
                  </a:moveTo>
                  <a:lnTo>
                    <a:pt x="4474" y="53497"/>
                  </a:lnTo>
                  <a:cubicBezTo>
                    <a:pt x="4538" y="53786"/>
                    <a:pt x="4770" y="53992"/>
                    <a:pt x="5048" y="53992"/>
                  </a:cubicBezTo>
                  <a:cubicBezTo>
                    <a:pt x="5090" y="53992"/>
                    <a:pt x="5133" y="53987"/>
                    <a:pt x="5176" y="53978"/>
                  </a:cubicBezTo>
                  <a:cubicBezTo>
                    <a:pt x="5472" y="53941"/>
                    <a:pt x="5657" y="53645"/>
                    <a:pt x="5620" y="53386"/>
                  </a:cubicBezTo>
                  <a:lnTo>
                    <a:pt x="25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45"/>
            <p:cNvSpPr/>
            <p:nvPr/>
          </p:nvSpPr>
          <p:spPr>
            <a:xfrm>
              <a:off x="5744000" y="3720750"/>
              <a:ext cx="156225" cy="1365175"/>
            </a:xfrm>
            <a:custGeom>
              <a:rect b="b" l="l" r="r" t="t"/>
              <a:pathLst>
                <a:path extrusionOk="0" h="54607" w="6249">
                  <a:moveTo>
                    <a:pt x="2588" y="629"/>
                  </a:moveTo>
                  <a:lnTo>
                    <a:pt x="5657" y="53682"/>
                  </a:lnTo>
                  <a:lnTo>
                    <a:pt x="5657" y="53719"/>
                  </a:lnTo>
                  <a:cubicBezTo>
                    <a:pt x="5657" y="53867"/>
                    <a:pt x="5583" y="53978"/>
                    <a:pt x="5435" y="53978"/>
                  </a:cubicBezTo>
                  <a:lnTo>
                    <a:pt x="5398" y="53978"/>
                  </a:lnTo>
                  <a:cubicBezTo>
                    <a:pt x="5250" y="53978"/>
                    <a:pt x="5139" y="53904"/>
                    <a:pt x="5139" y="53756"/>
                  </a:cubicBezTo>
                  <a:lnTo>
                    <a:pt x="657" y="629"/>
                  </a:lnTo>
                  <a:close/>
                  <a:moveTo>
                    <a:pt x="333" y="1"/>
                  </a:moveTo>
                  <a:cubicBezTo>
                    <a:pt x="222" y="1"/>
                    <a:pt x="148" y="38"/>
                    <a:pt x="111" y="112"/>
                  </a:cubicBezTo>
                  <a:cubicBezTo>
                    <a:pt x="37" y="149"/>
                    <a:pt x="0" y="259"/>
                    <a:pt x="0" y="333"/>
                  </a:cubicBezTo>
                  <a:lnTo>
                    <a:pt x="4511" y="53830"/>
                  </a:lnTo>
                  <a:cubicBezTo>
                    <a:pt x="4585" y="54274"/>
                    <a:pt x="4955" y="54606"/>
                    <a:pt x="5398" y="54606"/>
                  </a:cubicBezTo>
                  <a:cubicBezTo>
                    <a:pt x="5472" y="54606"/>
                    <a:pt x="5509" y="54606"/>
                    <a:pt x="5583" y="54569"/>
                  </a:cubicBezTo>
                  <a:cubicBezTo>
                    <a:pt x="5990" y="54495"/>
                    <a:pt x="6248" y="54126"/>
                    <a:pt x="6248" y="53719"/>
                  </a:cubicBezTo>
                  <a:lnTo>
                    <a:pt x="6248" y="53645"/>
                  </a:lnTo>
                  <a:lnTo>
                    <a:pt x="3217" y="296"/>
                  </a:lnTo>
                  <a:cubicBezTo>
                    <a:pt x="3180" y="112"/>
                    <a:pt x="3069" y="1"/>
                    <a:pt x="28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45"/>
            <p:cNvSpPr/>
            <p:nvPr/>
          </p:nvSpPr>
          <p:spPr>
            <a:xfrm>
              <a:off x="2587625" y="3728150"/>
              <a:ext cx="123875" cy="1337800"/>
            </a:xfrm>
            <a:custGeom>
              <a:rect b="b" l="l" r="r" t="t"/>
              <a:pathLst>
                <a:path extrusionOk="0" h="53512" w="4955">
                  <a:moveTo>
                    <a:pt x="2404" y="0"/>
                  </a:moveTo>
                  <a:lnTo>
                    <a:pt x="38" y="52869"/>
                  </a:lnTo>
                  <a:cubicBezTo>
                    <a:pt x="1" y="53164"/>
                    <a:pt x="186" y="53423"/>
                    <a:pt x="482" y="53497"/>
                  </a:cubicBezTo>
                  <a:cubicBezTo>
                    <a:pt x="520" y="53507"/>
                    <a:pt x="559" y="53511"/>
                    <a:pt x="598" y="53511"/>
                  </a:cubicBezTo>
                  <a:cubicBezTo>
                    <a:pt x="859" y="53511"/>
                    <a:pt x="1115" y="53306"/>
                    <a:pt x="1147" y="53016"/>
                  </a:cubicBezTo>
                  <a:lnTo>
                    <a:pt x="49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45"/>
            <p:cNvSpPr/>
            <p:nvPr/>
          </p:nvSpPr>
          <p:spPr>
            <a:xfrm>
              <a:off x="2580250" y="3720750"/>
              <a:ext cx="138650" cy="1352225"/>
            </a:xfrm>
            <a:custGeom>
              <a:rect b="b" l="l" r="r" t="t"/>
              <a:pathLst>
                <a:path extrusionOk="0" h="54089" w="5546">
                  <a:moveTo>
                    <a:pt x="4917" y="629"/>
                  </a:moveTo>
                  <a:lnTo>
                    <a:pt x="1149" y="53239"/>
                  </a:lnTo>
                  <a:lnTo>
                    <a:pt x="1149" y="53239"/>
                  </a:lnTo>
                  <a:lnTo>
                    <a:pt x="1146" y="53238"/>
                  </a:lnTo>
                  <a:cubicBezTo>
                    <a:pt x="1146" y="53386"/>
                    <a:pt x="998" y="53497"/>
                    <a:pt x="887" y="53497"/>
                  </a:cubicBezTo>
                  <a:lnTo>
                    <a:pt x="850" y="53460"/>
                  </a:lnTo>
                  <a:cubicBezTo>
                    <a:pt x="703" y="53460"/>
                    <a:pt x="629" y="53349"/>
                    <a:pt x="629" y="53202"/>
                  </a:cubicBezTo>
                  <a:lnTo>
                    <a:pt x="629" y="53165"/>
                  </a:lnTo>
                  <a:lnTo>
                    <a:pt x="2982" y="629"/>
                  </a:lnTo>
                  <a:close/>
                  <a:moveTo>
                    <a:pt x="2699" y="1"/>
                  </a:moveTo>
                  <a:cubicBezTo>
                    <a:pt x="2514" y="1"/>
                    <a:pt x="2366" y="112"/>
                    <a:pt x="2366" y="296"/>
                  </a:cubicBezTo>
                  <a:lnTo>
                    <a:pt x="0" y="53128"/>
                  </a:lnTo>
                  <a:lnTo>
                    <a:pt x="0" y="53202"/>
                  </a:lnTo>
                  <a:cubicBezTo>
                    <a:pt x="0" y="53608"/>
                    <a:pt x="296" y="53978"/>
                    <a:pt x="703" y="54089"/>
                  </a:cubicBezTo>
                  <a:lnTo>
                    <a:pt x="887" y="54089"/>
                  </a:lnTo>
                  <a:cubicBezTo>
                    <a:pt x="1331" y="54089"/>
                    <a:pt x="1701" y="53793"/>
                    <a:pt x="1775" y="53349"/>
                  </a:cubicBezTo>
                  <a:lnTo>
                    <a:pt x="1775" y="53312"/>
                  </a:lnTo>
                  <a:lnTo>
                    <a:pt x="5546" y="333"/>
                  </a:lnTo>
                  <a:cubicBezTo>
                    <a:pt x="5546" y="259"/>
                    <a:pt x="5509" y="149"/>
                    <a:pt x="5472" y="112"/>
                  </a:cubicBezTo>
                  <a:cubicBezTo>
                    <a:pt x="5398" y="38"/>
                    <a:pt x="5324" y="1"/>
                    <a:pt x="52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45"/>
            <p:cNvSpPr/>
            <p:nvPr/>
          </p:nvSpPr>
          <p:spPr>
            <a:xfrm>
              <a:off x="1894425" y="3728150"/>
              <a:ext cx="122975" cy="1333175"/>
            </a:xfrm>
            <a:custGeom>
              <a:rect b="b" l="l" r="r" t="t"/>
              <a:pathLst>
                <a:path extrusionOk="0" h="53327" w="4919">
                  <a:moveTo>
                    <a:pt x="2367" y="0"/>
                  </a:moveTo>
                  <a:lnTo>
                    <a:pt x="38" y="52684"/>
                  </a:lnTo>
                  <a:cubicBezTo>
                    <a:pt x="1" y="52979"/>
                    <a:pt x="186" y="53238"/>
                    <a:pt x="445" y="53312"/>
                  </a:cubicBezTo>
                  <a:cubicBezTo>
                    <a:pt x="488" y="53322"/>
                    <a:pt x="531" y="53326"/>
                    <a:pt x="574" y="53326"/>
                  </a:cubicBezTo>
                  <a:cubicBezTo>
                    <a:pt x="859" y="53326"/>
                    <a:pt x="1115" y="53121"/>
                    <a:pt x="1147" y="52832"/>
                  </a:cubicBezTo>
                  <a:lnTo>
                    <a:pt x="49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45"/>
            <p:cNvSpPr/>
            <p:nvPr/>
          </p:nvSpPr>
          <p:spPr>
            <a:xfrm>
              <a:off x="1887050" y="3720750"/>
              <a:ext cx="138650" cy="1348525"/>
            </a:xfrm>
            <a:custGeom>
              <a:rect b="b" l="l" r="r" t="t"/>
              <a:pathLst>
                <a:path extrusionOk="0" h="53941" w="5546">
                  <a:moveTo>
                    <a:pt x="4880" y="629"/>
                  </a:moveTo>
                  <a:lnTo>
                    <a:pt x="1146" y="53091"/>
                  </a:lnTo>
                  <a:cubicBezTo>
                    <a:pt x="1109" y="53202"/>
                    <a:pt x="998" y="53312"/>
                    <a:pt x="887" y="53312"/>
                  </a:cubicBezTo>
                  <a:lnTo>
                    <a:pt x="814" y="53312"/>
                  </a:lnTo>
                  <a:cubicBezTo>
                    <a:pt x="703" y="53275"/>
                    <a:pt x="629" y="53165"/>
                    <a:pt x="629" y="53017"/>
                  </a:cubicBezTo>
                  <a:lnTo>
                    <a:pt x="629" y="52980"/>
                  </a:lnTo>
                  <a:lnTo>
                    <a:pt x="2982" y="629"/>
                  </a:lnTo>
                  <a:close/>
                  <a:moveTo>
                    <a:pt x="2662" y="1"/>
                  </a:moveTo>
                  <a:cubicBezTo>
                    <a:pt x="2514" y="1"/>
                    <a:pt x="2366" y="112"/>
                    <a:pt x="2366" y="296"/>
                  </a:cubicBezTo>
                  <a:lnTo>
                    <a:pt x="2" y="52943"/>
                  </a:lnTo>
                  <a:lnTo>
                    <a:pt x="2" y="52943"/>
                  </a:lnTo>
                  <a:lnTo>
                    <a:pt x="0" y="52943"/>
                  </a:lnTo>
                  <a:lnTo>
                    <a:pt x="0" y="53017"/>
                  </a:lnTo>
                  <a:cubicBezTo>
                    <a:pt x="0" y="53423"/>
                    <a:pt x="296" y="53793"/>
                    <a:pt x="666" y="53904"/>
                  </a:cubicBezTo>
                  <a:cubicBezTo>
                    <a:pt x="740" y="53904"/>
                    <a:pt x="814" y="53941"/>
                    <a:pt x="887" y="53941"/>
                  </a:cubicBezTo>
                  <a:cubicBezTo>
                    <a:pt x="1331" y="53941"/>
                    <a:pt x="1701" y="53608"/>
                    <a:pt x="1775" y="53165"/>
                  </a:cubicBezTo>
                  <a:lnTo>
                    <a:pt x="1775" y="53128"/>
                  </a:lnTo>
                  <a:lnTo>
                    <a:pt x="5546" y="333"/>
                  </a:lnTo>
                  <a:cubicBezTo>
                    <a:pt x="5546" y="259"/>
                    <a:pt x="5509" y="149"/>
                    <a:pt x="5435" y="112"/>
                  </a:cubicBezTo>
                  <a:cubicBezTo>
                    <a:pt x="5398" y="38"/>
                    <a:pt x="5324" y="1"/>
                    <a:pt x="52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45"/>
            <p:cNvSpPr/>
            <p:nvPr/>
          </p:nvSpPr>
          <p:spPr>
            <a:xfrm>
              <a:off x="1912000" y="3654200"/>
              <a:ext cx="3986375" cy="114650"/>
            </a:xfrm>
            <a:custGeom>
              <a:rect b="b" l="l" r="r" t="t"/>
              <a:pathLst>
                <a:path extrusionOk="0" h="4586" w="159455">
                  <a:moveTo>
                    <a:pt x="0" y="1"/>
                  </a:moveTo>
                  <a:lnTo>
                    <a:pt x="0" y="4585"/>
                  </a:lnTo>
                  <a:lnTo>
                    <a:pt x="159455" y="4585"/>
                  </a:lnTo>
                  <a:lnTo>
                    <a:pt x="15945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45"/>
            <p:cNvSpPr/>
            <p:nvPr/>
          </p:nvSpPr>
          <p:spPr>
            <a:xfrm>
              <a:off x="1904600" y="3646800"/>
              <a:ext cx="4001175" cy="130350"/>
            </a:xfrm>
            <a:custGeom>
              <a:rect b="b" l="l" r="r" t="t"/>
              <a:pathLst>
                <a:path extrusionOk="0" h="5214" w="160047">
                  <a:moveTo>
                    <a:pt x="159455" y="629"/>
                  </a:moveTo>
                  <a:lnTo>
                    <a:pt x="159455" y="4585"/>
                  </a:lnTo>
                  <a:lnTo>
                    <a:pt x="592" y="4585"/>
                  </a:lnTo>
                  <a:lnTo>
                    <a:pt x="592" y="629"/>
                  </a:lnTo>
                  <a:close/>
                  <a:moveTo>
                    <a:pt x="296" y="1"/>
                  </a:moveTo>
                  <a:cubicBezTo>
                    <a:pt x="222" y="1"/>
                    <a:pt x="149" y="38"/>
                    <a:pt x="75" y="112"/>
                  </a:cubicBezTo>
                  <a:cubicBezTo>
                    <a:pt x="38" y="149"/>
                    <a:pt x="1" y="223"/>
                    <a:pt x="1" y="297"/>
                  </a:cubicBezTo>
                  <a:lnTo>
                    <a:pt x="1" y="4881"/>
                  </a:lnTo>
                  <a:cubicBezTo>
                    <a:pt x="1" y="4955"/>
                    <a:pt x="38" y="5066"/>
                    <a:pt x="75" y="5103"/>
                  </a:cubicBezTo>
                  <a:cubicBezTo>
                    <a:pt x="149" y="5177"/>
                    <a:pt x="222" y="5214"/>
                    <a:pt x="296" y="5214"/>
                  </a:cubicBezTo>
                  <a:lnTo>
                    <a:pt x="159751" y="5214"/>
                  </a:lnTo>
                  <a:cubicBezTo>
                    <a:pt x="159824" y="5214"/>
                    <a:pt x="159898" y="5177"/>
                    <a:pt x="159972" y="5103"/>
                  </a:cubicBezTo>
                  <a:cubicBezTo>
                    <a:pt x="160046" y="5066"/>
                    <a:pt x="160046" y="4955"/>
                    <a:pt x="160046" y="4881"/>
                  </a:cubicBezTo>
                  <a:lnTo>
                    <a:pt x="160046" y="297"/>
                  </a:lnTo>
                  <a:cubicBezTo>
                    <a:pt x="160046" y="223"/>
                    <a:pt x="160046" y="149"/>
                    <a:pt x="159972" y="112"/>
                  </a:cubicBezTo>
                  <a:cubicBezTo>
                    <a:pt x="159898" y="38"/>
                    <a:pt x="159824" y="1"/>
                    <a:pt x="1597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45"/>
            <p:cNvSpPr/>
            <p:nvPr/>
          </p:nvSpPr>
          <p:spPr>
            <a:xfrm>
              <a:off x="1912000" y="3654200"/>
              <a:ext cx="3986375" cy="39775"/>
            </a:xfrm>
            <a:custGeom>
              <a:rect b="b" l="l" r="r" t="t"/>
              <a:pathLst>
                <a:path extrusionOk="0" h="1591" w="159455">
                  <a:moveTo>
                    <a:pt x="0" y="1"/>
                  </a:moveTo>
                  <a:lnTo>
                    <a:pt x="0" y="1591"/>
                  </a:lnTo>
                  <a:lnTo>
                    <a:pt x="159455" y="1591"/>
                  </a:lnTo>
                  <a:lnTo>
                    <a:pt x="159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45"/>
            <p:cNvSpPr/>
            <p:nvPr/>
          </p:nvSpPr>
          <p:spPr>
            <a:xfrm>
              <a:off x="1904600" y="3646800"/>
              <a:ext cx="4001175" cy="54575"/>
            </a:xfrm>
            <a:custGeom>
              <a:rect b="b" l="l" r="r" t="t"/>
              <a:pathLst>
                <a:path extrusionOk="0" h="2183" w="160047">
                  <a:moveTo>
                    <a:pt x="159455" y="629"/>
                  </a:moveTo>
                  <a:lnTo>
                    <a:pt x="159455" y="1591"/>
                  </a:lnTo>
                  <a:lnTo>
                    <a:pt x="592" y="1591"/>
                  </a:lnTo>
                  <a:lnTo>
                    <a:pt x="592" y="629"/>
                  </a:lnTo>
                  <a:close/>
                  <a:moveTo>
                    <a:pt x="296" y="1"/>
                  </a:moveTo>
                  <a:cubicBezTo>
                    <a:pt x="222" y="1"/>
                    <a:pt x="149" y="38"/>
                    <a:pt x="75" y="112"/>
                  </a:cubicBezTo>
                  <a:cubicBezTo>
                    <a:pt x="38" y="149"/>
                    <a:pt x="1" y="223"/>
                    <a:pt x="1" y="297"/>
                  </a:cubicBezTo>
                  <a:lnTo>
                    <a:pt x="1" y="1887"/>
                  </a:lnTo>
                  <a:cubicBezTo>
                    <a:pt x="1" y="1960"/>
                    <a:pt x="38" y="2034"/>
                    <a:pt x="75" y="2108"/>
                  </a:cubicBezTo>
                  <a:cubicBezTo>
                    <a:pt x="149" y="2145"/>
                    <a:pt x="222" y="2182"/>
                    <a:pt x="296" y="2182"/>
                  </a:cubicBezTo>
                  <a:lnTo>
                    <a:pt x="159751" y="2182"/>
                  </a:lnTo>
                  <a:cubicBezTo>
                    <a:pt x="159824" y="2182"/>
                    <a:pt x="159898" y="2145"/>
                    <a:pt x="159972" y="2108"/>
                  </a:cubicBezTo>
                  <a:cubicBezTo>
                    <a:pt x="160046" y="2034"/>
                    <a:pt x="160046" y="1960"/>
                    <a:pt x="160046" y="1887"/>
                  </a:cubicBezTo>
                  <a:lnTo>
                    <a:pt x="160046" y="297"/>
                  </a:lnTo>
                  <a:cubicBezTo>
                    <a:pt x="160046" y="223"/>
                    <a:pt x="160046" y="149"/>
                    <a:pt x="159972" y="112"/>
                  </a:cubicBezTo>
                  <a:cubicBezTo>
                    <a:pt x="159898" y="38"/>
                    <a:pt x="159824" y="1"/>
                    <a:pt x="1597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45"/>
            <p:cNvSpPr/>
            <p:nvPr/>
          </p:nvSpPr>
          <p:spPr>
            <a:xfrm>
              <a:off x="4901075" y="3654200"/>
              <a:ext cx="997300" cy="114650"/>
            </a:xfrm>
            <a:custGeom>
              <a:rect b="b" l="l" r="r" t="t"/>
              <a:pathLst>
                <a:path extrusionOk="0" h="4586" w="39892">
                  <a:moveTo>
                    <a:pt x="0" y="1"/>
                  </a:moveTo>
                  <a:lnTo>
                    <a:pt x="0" y="4585"/>
                  </a:lnTo>
                  <a:lnTo>
                    <a:pt x="39892" y="4585"/>
                  </a:lnTo>
                  <a:lnTo>
                    <a:pt x="3989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45"/>
            <p:cNvSpPr/>
            <p:nvPr/>
          </p:nvSpPr>
          <p:spPr>
            <a:xfrm>
              <a:off x="4893675" y="3646800"/>
              <a:ext cx="1012100" cy="130350"/>
            </a:xfrm>
            <a:custGeom>
              <a:rect b="b" l="l" r="r" t="t"/>
              <a:pathLst>
                <a:path extrusionOk="0" h="5214" w="40484">
                  <a:moveTo>
                    <a:pt x="39892" y="629"/>
                  </a:moveTo>
                  <a:lnTo>
                    <a:pt x="39892" y="4585"/>
                  </a:lnTo>
                  <a:lnTo>
                    <a:pt x="592" y="4585"/>
                  </a:lnTo>
                  <a:lnTo>
                    <a:pt x="592" y="629"/>
                  </a:lnTo>
                  <a:close/>
                  <a:moveTo>
                    <a:pt x="296" y="1"/>
                  </a:moveTo>
                  <a:cubicBezTo>
                    <a:pt x="222" y="1"/>
                    <a:pt x="148" y="38"/>
                    <a:pt x="74" y="112"/>
                  </a:cubicBezTo>
                  <a:cubicBezTo>
                    <a:pt x="1" y="149"/>
                    <a:pt x="1" y="223"/>
                    <a:pt x="1" y="297"/>
                  </a:cubicBezTo>
                  <a:lnTo>
                    <a:pt x="1" y="4881"/>
                  </a:lnTo>
                  <a:cubicBezTo>
                    <a:pt x="1" y="4955"/>
                    <a:pt x="1" y="5066"/>
                    <a:pt x="74" y="5103"/>
                  </a:cubicBezTo>
                  <a:cubicBezTo>
                    <a:pt x="148" y="5177"/>
                    <a:pt x="222" y="5214"/>
                    <a:pt x="296" y="5214"/>
                  </a:cubicBezTo>
                  <a:lnTo>
                    <a:pt x="40188" y="5214"/>
                  </a:lnTo>
                  <a:cubicBezTo>
                    <a:pt x="40261" y="5214"/>
                    <a:pt x="40335" y="5177"/>
                    <a:pt x="40409" y="5103"/>
                  </a:cubicBezTo>
                  <a:cubicBezTo>
                    <a:pt x="40483" y="5066"/>
                    <a:pt x="40483" y="4955"/>
                    <a:pt x="40483" y="4881"/>
                  </a:cubicBezTo>
                  <a:lnTo>
                    <a:pt x="40483" y="297"/>
                  </a:lnTo>
                  <a:cubicBezTo>
                    <a:pt x="40483" y="223"/>
                    <a:pt x="40483" y="149"/>
                    <a:pt x="40409" y="112"/>
                  </a:cubicBezTo>
                  <a:cubicBezTo>
                    <a:pt x="40335" y="38"/>
                    <a:pt x="40261" y="1"/>
                    <a:pt x="401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45"/>
            <p:cNvSpPr/>
            <p:nvPr/>
          </p:nvSpPr>
          <p:spPr>
            <a:xfrm>
              <a:off x="1876875" y="3616300"/>
              <a:ext cx="4057550" cy="43475"/>
            </a:xfrm>
            <a:custGeom>
              <a:rect b="b" l="l" r="r" t="t"/>
              <a:pathLst>
                <a:path extrusionOk="0" h="1739" w="162302">
                  <a:moveTo>
                    <a:pt x="1" y="1"/>
                  </a:moveTo>
                  <a:lnTo>
                    <a:pt x="1" y="1739"/>
                  </a:lnTo>
                  <a:lnTo>
                    <a:pt x="162301" y="1739"/>
                  </a:lnTo>
                  <a:lnTo>
                    <a:pt x="16230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45"/>
            <p:cNvSpPr/>
            <p:nvPr/>
          </p:nvSpPr>
          <p:spPr>
            <a:xfrm>
              <a:off x="1868550" y="3608925"/>
              <a:ext cx="4073275" cy="59175"/>
            </a:xfrm>
            <a:custGeom>
              <a:rect b="b" l="l" r="r" t="t"/>
              <a:pathLst>
                <a:path extrusionOk="0" h="2367" w="162931">
                  <a:moveTo>
                    <a:pt x="162302" y="629"/>
                  </a:moveTo>
                  <a:lnTo>
                    <a:pt x="162302" y="1738"/>
                  </a:lnTo>
                  <a:lnTo>
                    <a:pt x="629" y="1738"/>
                  </a:lnTo>
                  <a:lnTo>
                    <a:pt x="629" y="629"/>
                  </a:lnTo>
                  <a:close/>
                  <a:moveTo>
                    <a:pt x="334" y="0"/>
                  </a:moveTo>
                  <a:cubicBezTo>
                    <a:pt x="223" y="0"/>
                    <a:pt x="149" y="37"/>
                    <a:pt x="112" y="74"/>
                  </a:cubicBezTo>
                  <a:cubicBezTo>
                    <a:pt x="38" y="148"/>
                    <a:pt x="1" y="222"/>
                    <a:pt x="1" y="296"/>
                  </a:cubicBezTo>
                  <a:lnTo>
                    <a:pt x="1" y="2034"/>
                  </a:lnTo>
                  <a:cubicBezTo>
                    <a:pt x="1" y="2144"/>
                    <a:pt x="38" y="2218"/>
                    <a:pt x="112" y="2255"/>
                  </a:cubicBezTo>
                  <a:cubicBezTo>
                    <a:pt x="149" y="2329"/>
                    <a:pt x="223" y="2366"/>
                    <a:pt x="334" y="2366"/>
                  </a:cubicBezTo>
                  <a:lnTo>
                    <a:pt x="162634" y="2366"/>
                  </a:lnTo>
                  <a:cubicBezTo>
                    <a:pt x="162708" y="2366"/>
                    <a:pt x="162782" y="2329"/>
                    <a:pt x="162819" y="2255"/>
                  </a:cubicBezTo>
                  <a:cubicBezTo>
                    <a:pt x="162893" y="2218"/>
                    <a:pt x="162930" y="2144"/>
                    <a:pt x="162930" y="2034"/>
                  </a:cubicBezTo>
                  <a:lnTo>
                    <a:pt x="162930" y="296"/>
                  </a:lnTo>
                  <a:cubicBezTo>
                    <a:pt x="162930" y="222"/>
                    <a:pt x="162893" y="148"/>
                    <a:pt x="162819" y="74"/>
                  </a:cubicBezTo>
                  <a:cubicBezTo>
                    <a:pt x="162782" y="37"/>
                    <a:pt x="162708" y="0"/>
                    <a:pt x="1626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45"/>
            <p:cNvSpPr/>
            <p:nvPr/>
          </p:nvSpPr>
          <p:spPr>
            <a:xfrm>
              <a:off x="4942650" y="3616300"/>
              <a:ext cx="991775" cy="43475"/>
            </a:xfrm>
            <a:custGeom>
              <a:rect b="b" l="l" r="r" t="t"/>
              <a:pathLst>
                <a:path extrusionOk="0" h="1739" w="39671">
                  <a:moveTo>
                    <a:pt x="1" y="1"/>
                  </a:moveTo>
                  <a:lnTo>
                    <a:pt x="1" y="1739"/>
                  </a:lnTo>
                  <a:lnTo>
                    <a:pt x="39670" y="1739"/>
                  </a:lnTo>
                  <a:lnTo>
                    <a:pt x="396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45"/>
            <p:cNvSpPr/>
            <p:nvPr/>
          </p:nvSpPr>
          <p:spPr>
            <a:xfrm>
              <a:off x="4935275" y="3608925"/>
              <a:ext cx="1006550" cy="59175"/>
            </a:xfrm>
            <a:custGeom>
              <a:rect b="b" l="l" r="r" t="t"/>
              <a:pathLst>
                <a:path extrusionOk="0" h="2367" w="40262">
                  <a:moveTo>
                    <a:pt x="39633" y="629"/>
                  </a:moveTo>
                  <a:lnTo>
                    <a:pt x="39633" y="1738"/>
                  </a:lnTo>
                  <a:lnTo>
                    <a:pt x="592" y="1738"/>
                  </a:lnTo>
                  <a:lnTo>
                    <a:pt x="592" y="629"/>
                  </a:lnTo>
                  <a:close/>
                  <a:moveTo>
                    <a:pt x="296" y="0"/>
                  </a:moveTo>
                  <a:cubicBezTo>
                    <a:pt x="222" y="0"/>
                    <a:pt x="148" y="37"/>
                    <a:pt x="74" y="74"/>
                  </a:cubicBezTo>
                  <a:cubicBezTo>
                    <a:pt x="0" y="148"/>
                    <a:pt x="0" y="222"/>
                    <a:pt x="0" y="296"/>
                  </a:cubicBezTo>
                  <a:lnTo>
                    <a:pt x="0" y="2034"/>
                  </a:lnTo>
                  <a:cubicBezTo>
                    <a:pt x="0" y="2144"/>
                    <a:pt x="0" y="2218"/>
                    <a:pt x="74" y="2255"/>
                  </a:cubicBezTo>
                  <a:cubicBezTo>
                    <a:pt x="148" y="2329"/>
                    <a:pt x="222" y="2366"/>
                    <a:pt x="296" y="2366"/>
                  </a:cubicBezTo>
                  <a:lnTo>
                    <a:pt x="39965" y="2366"/>
                  </a:lnTo>
                  <a:cubicBezTo>
                    <a:pt x="40039" y="2366"/>
                    <a:pt x="40113" y="2329"/>
                    <a:pt x="40150" y="2255"/>
                  </a:cubicBezTo>
                  <a:cubicBezTo>
                    <a:pt x="40224" y="2218"/>
                    <a:pt x="40261" y="2144"/>
                    <a:pt x="40261" y="2034"/>
                  </a:cubicBezTo>
                  <a:lnTo>
                    <a:pt x="40261" y="296"/>
                  </a:lnTo>
                  <a:cubicBezTo>
                    <a:pt x="40261" y="222"/>
                    <a:pt x="40224" y="148"/>
                    <a:pt x="40150" y="74"/>
                  </a:cubicBezTo>
                  <a:cubicBezTo>
                    <a:pt x="40113" y="37"/>
                    <a:pt x="40039" y="0"/>
                    <a:pt x="399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45"/>
            <p:cNvSpPr/>
            <p:nvPr/>
          </p:nvSpPr>
          <p:spPr>
            <a:xfrm>
              <a:off x="5555450" y="2786125"/>
              <a:ext cx="416875" cy="365650"/>
            </a:xfrm>
            <a:custGeom>
              <a:rect b="b" l="l" r="r" t="t"/>
              <a:pathLst>
                <a:path extrusionOk="0" h="14626" w="16675">
                  <a:moveTo>
                    <a:pt x="6176" y="1"/>
                  </a:moveTo>
                  <a:cubicBezTo>
                    <a:pt x="5854" y="1"/>
                    <a:pt x="5521" y="27"/>
                    <a:pt x="5176" y="82"/>
                  </a:cubicBezTo>
                  <a:cubicBezTo>
                    <a:pt x="555" y="785"/>
                    <a:pt x="0" y="2966"/>
                    <a:pt x="296" y="4260"/>
                  </a:cubicBezTo>
                  <a:cubicBezTo>
                    <a:pt x="296" y="4260"/>
                    <a:pt x="2736" y="9842"/>
                    <a:pt x="4289" y="12320"/>
                  </a:cubicBezTo>
                  <a:cubicBezTo>
                    <a:pt x="5353" y="13953"/>
                    <a:pt x="6550" y="14625"/>
                    <a:pt x="7480" y="14625"/>
                  </a:cubicBezTo>
                  <a:cubicBezTo>
                    <a:pt x="7939" y="14625"/>
                    <a:pt x="8333" y="14461"/>
                    <a:pt x="8615" y="14168"/>
                  </a:cubicBezTo>
                  <a:lnTo>
                    <a:pt x="11055" y="11728"/>
                  </a:lnTo>
                  <a:lnTo>
                    <a:pt x="14086" y="14464"/>
                  </a:lnTo>
                  <a:lnTo>
                    <a:pt x="16674" y="10582"/>
                  </a:lnTo>
                  <a:cubicBezTo>
                    <a:pt x="16674" y="10582"/>
                    <a:pt x="14382" y="7550"/>
                    <a:pt x="13384" y="5702"/>
                  </a:cubicBezTo>
                  <a:cubicBezTo>
                    <a:pt x="12426" y="3958"/>
                    <a:pt x="10141" y="1"/>
                    <a:pt x="61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45"/>
            <p:cNvSpPr/>
            <p:nvPr/>
          </p:nvSpPr>
          <p:spPr>
            <a:xfrm>
              <a:off x="5552675" y="2778000"/>
              <a:ext cx="427950" cy="381750"/>
            </a:xfrm>
            <a:custGeom>
              <a:rect b="b" l="l" r="r" t="t"/>
              <a:pathLst>
                <a:path extrusionOk="0" h="15270" w="17118">
                  <a:moveTo>
                    <a:pt x="6249" y="629"/>
                  </a:moveTo>
                  <a:cubicBezTo>
                    <a:pt x="8134" y="629"/>
                    <a:pt x="9650" y="1553"/>
                    <a:pt x="10796" y="2736"/>
                  </a:cubicBezTo>
                  <a:cubicBezTo>
                    <a:pt x="11942" y="3919"/>
                    <a:pt x="12755" y="5287"/>
                    <a:pt x="13199" y="6175"/>
                  </a:cubicBezTo>
                  <a:cubicBezTo>
                    <a:pt x="14086" y="7790"/>
                    <a:pt x="15895" y="10246"/>
                    <a:pt x="16396" y="10917"/>
                  </a:cubicBezTo>
                  <a:lnTo>
                    <a:pt x="16396" y="10917"/>
                  </a:lnTo>
                  <a:lnTo>
                    <a:pt x="14123" y="14308"/>
                  </a:lnTo>
                  <a:lnTo>
                    <a:pt x="11387" y="11831"/>
                  </a:lnTo>
                  <a:cubicBezTo>
                    <a:pt x="11332" y="11776"/>
                    <a:pt x="11258" y="11748"/>
                    <a:pt x="11180" y="11748"/>
                  </a:cubicBezTo>
                  <a:cubicBezTo>
                    <a:pt x="11101" y="11748"/>
                    <a:pt x="11018" y="11776"/>
                    <a:pt x="10944" y="11831"/>
                  </a:cubicBezTo>
                  <a:cubicBezTo>
                    <a:pt x="10944" y="11831"/>
                    <a:pt x="9391" y="13421"/>
                    <a:pt x="8504" y="14271"/>
                  </a:cubicBezTo>
                  <a:cubicBezTo>
                    <a:pt x="8282" y="14493"/>
                    <a:pt x="7986" y="14641"/>
                    <a:pt x="7616" y="14641"/>
                  </a:cubicBezTo>
                  <a:cubicBezTo>
                    <a:pt x="6840" y="14641"/>
                    <a:pt x="5694" y="14049"/>
                    <a:pt x="4659" y="12460"/>
                  </a:cubicBezTo>
                  <a:cubicBezTo>
                    <a:pt x="3919" y="11277"/>
                    <a:pt x="2884" y="9243"/>
                    <a:pt x="2108" y="7543"/>
                  </a:cubicBezTo>
                  <a:cubicBezTo>
                    <a:pt x="1701" y="6692"/>
                    <a:pt x="1331" y="5916"/>
                    <a:pt x="1073" y="5361"/>
                  </a:cubicBezTo>
                  <a:cubicBezTo>
                    <a:pt x="883" y="4955"/>
                    <a:pt x="753" y="4647"/>
                    <a:pt x="697" y="4512"/>
                  </a:cubicBezTo>
                  <a:lnTo>
                    <a:pt x="697" y="4512"/>
                  </a:lnTo>
                  <a:lnTo>
                    <a:pt x="703" y="4511"/>
                  </a:lnTo>
                  <a:cubicBezTo>
                    <a:pt x="666" y="4363"/>
                    <a:pt x="629" y="4178"/>
                    <a:pt x="629" y="4030"/>
                  </a:cubicBezTo>
                  <a:cubicBezTo>
                    <a:pt x="629" y="3439"/>
                    <a:pt x="851" y="2810"/>
                    <a:pt x="1516" y="2182"/>
                  </a:cubicBezTo>
                  <a:cubicBezTo>
                    <a:pt x="2182" y="1590"/>
                    <a:pt x="3365" y="999"/>
                    <a:pt x="5324" y="703"/>
                  </a:cubicBezTo>
                  <a:cubicBezTo>
                    <a:pt x="5657" y="666"/>
                    <a:pt x="5953" y="629"/>
                    <a:pt x="6249" y="629"/>
                  </a:cubicBezTo>
                  <a:close/>
                  <a:moveTo>
                    <a:pt x="6249" y="1"/>
                  </a:moveTo>
                  <a:cubicBezTo>
                    <a:pt x="5916" y="1"/>
                    <a:pt x="5583" y="37"/>
                    <a:pt x="5250" y="111"/>
                  </a:cubicBezTo>
                  <a:cubicBezTo>
                    <a:pt x="3217" y="407"/>
                    <a:pt x="1923" y="999"/>
                    <a:pt x="1110" y="1738"/>
                  </a:cubicBezTo>
                  <a:cubicBezTo>
                    <a:pt x="296" y="2441"/>
                    <a:pt x="1" y="3291"/>
                    <a:pt x="38" y="4030"/>
                  </a:cubicBezTo>
                  <a:cubicBezTo>
                    <a:pt x="38" y="4252"/>
                    <a:pt x="38" y="4437"/>
                    <a:pt x="74" y="4659"/>
                  </a:cubicBezTo>
                  <a:lnTo>
                    <a:pt x="111" y="4696"/>
                  </a:lnTo>
                  <a:cubicBezTo>
                    <a:pt x="111" y="4696"/>
                    <a:pt x="740" y="6101"/>
                    <a:pt x="1516" y="7801"/>
                  </a:cubicBezTo>
                  <a:cubicBezTo>
                    <a:pt x="2330" y="9539"/>
                    <a:pt x="3365" y="11535"/>
                    <a:pt x="4141" y="12792"/>
                  </a:cubicBezTo>
                  <a:cubicBezTo>
                    <a:pt x="5250" y="14493"/>
                    <a:pt x="6507" y="15232"/>
                    <a:pt x="7616" y="15269"/>
                  </a:cubicBezTo>
                  <a:cubicBezTo>
                    <a:pt x="8134" y="15269"/>
                    <a:pt x="8615" y="15048"/>
                    <a:pt x="8947" y="14715"/>
                  </a:cubicBezTo>
                  <a:lnTo>
                    <a:pt x="10500" y="13162"/>
                  </a:lnTo>
                  <a:lnTo>
                    <a:pt x="11193" y="12469"/>
                  </a:lnTo>
                  <a:lnTo>
                    <a:pt x="13975" y="15011"/>
                  </a:lnTo>
                  <a:cubicBezTo>
                    <a:pt x="14030" y="15065"/>
                    <a:pt x="14103" y="15099"/>
                    <a:pt x="14168" y="15099"/>
                  </a:cubicBezTo>
                  <a:cubicBezTo>
                    <a:pt x="14192" y="15099"/>
                    <a:pt x="14214" y="15094"/>
                    <a:pt x="14234" y="15085"/>
                  </a:cubicBezTo>
                  <a:cubicBezTo>
                    <a:pt x="14308" y="15085"/>
                    <a:pt x="14419" y="15048"/>
                    <a:pt x="14456" y="14974"/>
                  </a:cubicBezTo>
                  <a:lnTo>
                    <a:pt x="17044" y="11092"/>
                  </a:lnTo>
                  <a:cubicBezTo>
                    <a:pt x="17118" y="10981"/>
                    <a:pt x="17118" y="10833"/>
                    <a:pt x="17044" y="10722"/>
                  </a:cubicBezTo>
                  <a:cubicBezTo>
                    <a:pt x="17044" y="10722"/>
                    <a:pt x="16896" y="10537"/>
                    <a:pt x="16674" y="10204"/>
                  </a:cubicBezTo>
                  <a:cubicBezTo>
                    <a:pt x="15972" y="9280"/>
                    <a:pt x="14493" y="7247"/>
                    <a:pt x="13754" y="5879"/>
                  </a:cubicBezTo>
                  <a:cubicBezTo>
                    <a:pt x="13273" y="4992"/>
                    <a:pt x="12460" y="3550"/>
                    <a:pt x="11240" y="2293"/>
                  </a:cubicBezTo>
                  <a:cubicBezTo>
                    <a:pt x="10020" y="1073"/>
                    <a:pt x="8356" y="1"/>
                    <a:pt x="62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45"/>
            <p:cNvSpPr/>
            <p:nvPr/>
          </p:nvSpPr>
          <p:spPr>
            <a:xfrm>
              <a:off x="5414950" y="2624850"/>
              <a:ext cx="546275" cy="391175"/>
            </a:xfrm>
            <a:custGeom>
              <a:rect b="b" l="l" r="r" t="t"/>
              <a:pathLst>
                <a:path extrusionOk="0" h="15647" w="21851">
                  <a:moveTo>
                    <a:pt x="13545" y="0"/>
                  </a:moveTo>
                  <a:cubicBezTo>
                    <a:pt x="11427" y="0"/>
                    <a:pt x="9026" y="650"/>
                    <a:pt x="6619" y="2060"/>
                  </a:cubicBezTo>
                  <a:cubicBezTo>
                    <a:pt x="999" y="5387"/>
                    <a:pt x="1" y="11265"/>
                    <a:pt x="3033" y="12153"/>
                  </a:cubicBezTo>
                  <a:cubicBezTo>
                    <a:pt x="3273" y="12221"/>
                    <a:pt x="3520" y="12252"/>
                    <a:pt x="3773" y="12252"/>
                  </a:cubicBezTo>
                  <a:cubicBezTo>
                    <a:pt x="6670" y="12252"/>
                    <a:pt x="10204" y="8124"/>
                    <a:pt x="10205" y="8123"/>
                  </a:cubicBezTo>
                  <a:lnTo>
                    <a:pt x="10205" y="8123"/>
                  </a:lnTo>
                  <a:cubicBezTo>
                    <a:pt x="8763" y="10711"/>
                    <a:pt x="11351" y="10711"/>
                    <a:pt x="11351" y="10711"/>
                  </a:cubicBezTo>
                  <a:cubicBezTo>
                    <a:pt x="11351" y="10711"/>
                    <a:pt x="11499" y="12412"/>
                    <a:pt x="12238" y="13595"/>
                  </a:cubicBezTo>
                  <a:cubicBezTo>
                    <a:pt x="12355" y="13785"/>
                    <a:pt x="12456" y="13864"/>
                    <a:pt x="12544" y="13864"/>
                  </a:cubicBezTo>
                  <a:cubicBezTo>
                    <a:pt x="12986" y="13864"/>
                    <a:pt x="13089" y="11857"/>
                    <a:pt x="13089" y="11857"/>
                  </a:cubicBezTo>
                  <a:cubicBezTo>
                    <a:pt x="13089" y="11857"/>
                    <a:pt x="15529" y="14297"/>
                    <a:pt x="17414" y="15295"/>
                  </a:cubicBezTo>
                  <a:cubicBezTo>
                    <a:pt x="17865" y="15539"/>
                    <a:pt x="18268" y="15646"/>
                    <a:pt x="18625" y="15646"/>
                  </a:cubicBezTo>
                  <a:cubicBezTo>
                    <a:pt x="19731" y="15646"/>
                    <a:pt x="20397" y="14620"/>
                    <a:pt x="20704" y="13447"/>
                  </a:cubicBezTo>
                  <a:cubicBezTo>
                    <a:pt x="21148" y="11857"/>
                    <a:pt x="21851" y="6829"/>
                    <a:pt x="19854" y="3206"/>
                  </a:cubicBezTo>
                  <a:cubicBezTo>
                    <a:pt x="18692" y="1156"/>
                    <a:pt x="16370" y="0"/>
                    <a:pt x="135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45"/>
            <p:cNvSpPr/>
            <p:nvPr/>
          </p:nvSpPr>
          <p:spPr>
            <a:xfrm>
              <a:off x="5440850" y="2617175"/>
              <a:ext cx="512050" cy="406700"/>
            </a:xfrm>
            <a:custGeom>
              <a:rect b="b" l="l" r="r" t="t"/>
              <a:pathLst>
                <a:path extrusionOk="0" h="16268" w="20482">
                  <a:moveTo>
                    <a:pt x="12496" y="629"/>
                  </a:moveTo>
                  <a:cubicBezTo>
                    <a:pt x="15269" y="629"/>
                    <a:pt x="17450" y="1738"/>
                    <a:pt x="18559" y="3698"/>
                  </a:cubicBezTo>
                  <a:cubicBezTo>
                    <a:pt x="19558" y="5472"/>
                    <a:pt x="19853" y="7654"/>
                    <a:pt x="19853" y="9576"/>
                  </a:cubicBezTo>
                  <a:cubicBezTo>
                    <a:pt x="19853" y="11351"/>
                    <a:pt x="19595" y="12940"/>
                    <a:pt x="19373" y="13680"/>
                  </a:cubicBezTo>
                  <a:cubicBezTo>
                    <a:pt x="19225" y="14234"/>
                    <a:pt x="19003" y="14752"/>
                    <a:pt x="18707" y="15122"/>
                  </a:cubicBezTo>
                  <a:cubicBezTo>
                    <a:pt x="18374" y="15454"/>
                    <a:pt x="18042" y="15639"/>
                    <a:pt x="17598" y="15676"/>
                  </a:cubicBezTo>
                  <a:cubicBezTo>
                    <a:pt x="17302" y="15676"/>
                    <a:pt x="16933" y="15565"/>
                    <a:pt x="16526" y="15343"/>
                  </a:cubicBezTo>
                  <a:cubicBezTo>
                    <a:pt x="15639" y="14863"/>
                    <a:pt x="14567" y="14013"/>
                    <a:pt x="13716" y="13273"/>
                  </a:cubicBezTo>
                  <a:cubicBezTo>
                    <a:pt x="13310" y="12903"/>
                    <a:pt x="12940" y="12571"/>
                    <a:pt x="12681" y="12349"/>
                  </a:cubicBezTo>
                  <a:cubicBezTo>
                    <a:pt x="12533" y="12201"/>
                    <a:pt x="12459" y="12127"/>
                    <a:pt x="12385" y="12053"/>
                  </a:cubicBezTo>
                  <a:cubicBezTo>
                    <a:pt x="12311" y="11979"/>
                    <a:pt x="12274" y="11942"/>
                    <a:pt x="12274" y="11942"/>
                  </a:cubicBezTo>
                  <a:cubicBezTo>
                    <a:pt x="12220" y="11888"/>
                    <a:pt x="12126" y="11854"/>
                    <a:pt x="12037" y="11854"/>
                  </a:cubicBezTo>
                  <a:cubicBezTo>
                    <a:pt x="12004" y="11854"/>
                    <a:pt x="11971" y="11858"/>
                    <a:pt x="11942" y="11868"/>
                  </a:cubicBezTo>
                  <a:cubicBezTo>
                    <a:pt x="11831" y="11905"/>
                    <a:pt x="11757" y="12016"/>
                    <a:pt x="11757" y="12127"/>
                  </a:cubicBezTo>
                  <a:cubicBezTo>
                    <a:pt x="11757" y="12127"/>
                    <a:pt x="11757" y="12275"/>
                    <a:pt x="11720" y="12460"/>
                  </a:cubicBezTo>
                  <a:cubicBezTo>
                    <a:pt x="11720" y="12719"/>
                    <a:pt x="11646" y="13125"/>
                    <a:pt x="11572" y="13458"/>
                  </a:cubicBezTo>
                  <a:cubicBezTo>
                    <a:pt x="11544" y="13571"/>
                    <a:pt x="11515" y="13684"/>
                    <a:pt x="11487" y="13764"/>
                  </a:cubicBezTo>
                  <a:lnTo>
                    <a:pt x="11487" y="13764"/>
                  </a:lnTo>
                  <a:cubicBezTo>
                    <a:pt x="11479" y="13750"/>
                    <a:pt x="11470" y="13734"/>
                    <a:pt x="11461" y="13717"/>
                  </a:cubicBezTo>
                  <a:cubicBezTo>
                    <a:pt x="11128" y="13199"/>
                    <a:pt x="10906" y="12497"/>
                    <a:pt x="10796" y="11942"/>
                  </a:cubicBezTo>
                  <a:cubicBezTo>
                    <a:pt x="10722" y="11683"/>
                    <a:pt x="10685" y="11425"/>
                    <a:pt x="10685" y="11240"/>
                  </a:cubicBezTo>
                  <a:cubicBezTo>
                    <a:pt x="10648" y="11166"/>
                    <a:pt x="10648" y="11092"/>
                    <a:pt x="10648" y="11055"/>
                  </a:cubicBezTo>
                  <a:lnTo>
                    <a:pt x="10648" y="10981"/>
                  </a:lnTo>
                  <a:cubicBezTo>
                    <a:pt x="10611" y="10833"/>
                    <a:pt x="10500" y="10685"/>
                    <a:pt x="10315" y="10685"/>
                  </a:cubicBezTo>
                  <a:cubicBezTo>
                    <a:pt x="10241" y="10685"/>
                    <a:pt x="9908" y="10685"/>
                    <a:pt x="9575" y="10537"/>
                  </a:cubicBezTo>
                  <a:cubicBezTo>
                    <a:pt x="9428" y="10463"/>
                    <a:pt x="9317" y="10389"/>
                    <a:pt x="9206" y="10278"/>
                  </a:cubicBezTo>
                  <a:cubicBezTo>
                    <a:pt x="9132" y="10131"/>
                    <a:pt x="9058" y="9983"/>
                    <a:pt x="9058" y="9761"/>
                  </a:cubicBezTo>
                  <a:cubicBezTo>
                    <a:pt x="9058" y="9502"/>
                    <a:pt x="9169" y="9095"/>
                    <a:pt x="9465" y="8578"/>
                  </a:cubicBezTo>
                  <a:cubicBezTo>
                    <a:pt x="9539" y="8430"/>
                    <a:pt x="9502" y="8245"/>
                    <a:pt x="9354" y="8171"/>
                  </a:cubicBezTo>
                  <a:cubicBezTo>
                    <a:pt x="9307" y="8125"/>
                    <a:pt x="9248" y="8104"/>
                    <a:pt x="9186" y="8104"/>
                  </a:cubicBezTo>
                  <a:cubicBezTo>
                    <a:pt x="9101" y="8104"/>
                    <a:pt x="9011" y="8144"/>
                    <a:pt x="8947" y="8208"/>
                  </a:cubicBezTo>
                  <a:lnTo>
                    <a:pt x="8910" y="8245"/>
                  </a:lnTo>
                  <a:cubicBezTo>
                    <a:pt x="8725" y="8467"/>
                    <a:pt x="7801" y="9502"/>
                    <a:pt x="6618" y="10426"/>
                  </a:cubicBezTo>
                  <a:cubicBezTo>
                    <a:pt x="5435" y="11388"/>
                    <a:pt x="3956" y="12238"/>
                    <a:pt x="2736" y="12238"/>
                  </a:cubicBezTo>
                  <a:cubicBezTo>
                    <a:pt x="2514" y="12238"/>
                    <a:pt x="2292" y="12201"/>
                    <a:pt x="2070" y="12164"/>
                  </a:cubicBezTo>
                  <a:cubicBezTo>
                    <a:pt x="1590" y="12016"/>
                    <a:pt x="1257" y="11757"/>
                    <a:pt x="998" y="11351"/>
                  </a:cubicBezTo>
                  <a:cubicBezTo>
                    <a:pt x="740" y="10981"/>
                    <a:pt x="629" y="10463"/>
                    <a:pt x="629" y="9872"/>
                  </a:cubicBezTo>
                  <a:cubicBezTo>
                    <a:pt x="629" y="8800"/>
                    <a:pt x="1035" y="7506"/>
                    <a:pt x="1886" y="6249"/>
                  </a:cubicBezTo>
                  <a:cubicBezTo>
                    <a:pt x="2699" y="4955"/>
                    <a:pt x="3993" y="3661"/>
                    <a:pt x="5731" y="2626"/>
                  </a:cubicBezTo>
                  <a:cubicBezTo>
                    <a:pt x="8097" y="1258"/>
                    <a:pt x="10463" y="629"/>
                    <a:pt x="12496" y="629"/>
                  </a:cubicBezTo>
                  <a:close/>
                  <a:moveTo>
                    <a:pt x="12496" y="1"/>
                  </a:moveTo>
                  <a:cubicBezTo>
                    <a:pt x="10315" y="1"/>
                    <a:pt x="7875" y="666"/>
                    <a:pt x="5435" y="2108"/>
                  </a:cubicBezTo>
                  <a:cubicBezTo>
                    <a:pt x="3623" y="3180"/>
                    <a:pt x="2255" y="4511"/>
                    <a:pt x="1368" y="5879"/>
                  </a:cubicBezTo>
                  <a:cubicBezTo>
                    <a:pt x="444" y="7284"/>
                    <a:pt x="0" y="8652"/>
                    <a:pt x="0" y="9872"/>
                  </a:cubicBezTo>
                  <a:cubicBezTo>
                    <a:pt x="0" y="10537"/>
                    <a:pt x="148" y="11166"/>
                    <a:pt x="481" y="11683"/>
                  </a:cubicBezTo>
                  <a:cubicBezTo>
                    <a:pt x="776" y="12201"/>
                    <a:pt x="1294" y="12571"/>
                    <a:pt x="1886" y="12756"/>
                  </a:cubicBezTo>
                  <a:cubicBezTo>
                    <a:pt x="2181" y="12829"/>
                    <a:pt x="2440" y="12866"/>
                    <a:pt x="2736" y="12866"/>
                  </a:cubicBezTo>
                  <a:cubicBezTo>
                    <a:pt x="4363" y="12829"/>
                    <a:pt x="5989" y="11757"/>
                    <a:pt x="7246" y="10722"/>
                  </a:cubicBezTo>
                  <a:cubicBezTo>
                    <a:pt x="7697" y="10351"/>
                    <a:pt x="8100" y="9975"/>
                    <a:pt x="8433" y="9646"/>
                  </a:cubicBezTo>
                  <a:lnTo>
                    <a:pt x="8433" y="9646"/>
                  </a:lnTo>
                  <a:cubicBezTo>
                    <a:pt x="8431" y="9685"/>
                    <a:pt x="8429" y="9723"/>
                    <a:pt x="8429" y="9761"/>
                  </a:cubicBezTo>
                  <a:cubicBezTo>
                    <a:pt x="8429" y="10131"/>
                    <a:pt x="8577" y="10463"/>
                    <a:pt x="8762" y="10685"/>
                  </a:cubicBezTo>
                  <a:cubicBezTo>
                    <a:pt x="9058" y="11018"/>
                    <a:pt x="9428" y="11166"/>
                    <a:pt x="9760" y="11240"/>
                  </a:cubicBezTo>
                  <a:cubicBezTo>
                    <a:pt x="9864" y="11266"/>
                    <a:pt x="9963" y="11283"/>
                    <a:pt x="10049" y="11293"/>
                  </a:cubicBezTo>
                  <a:lnTo>
                    <a:pt x="10049" y="11293"/>
                  </a:lnTo>
                  <a:cubicBezTo>
                    <a:pt x="10075" y="11486"/>
                    <a:pt x="10123" y="11766"/>
                    <a:pt x="10204" y="12090"/>
                  </a:cubicBezTo>
                  <a:cubicBezTo>
                    <a:pt x="10315" y="12682"/>
                    <a:pt x="10537" y="13421"/>
                    <a:pt x="10943" y="14049"/>
                  </a:cubicBezTo>
                  <a:cubicBezTo>
                    <a:pt x="11017" y="14160"/>
                    <a:pt x="11091" y="14271"/>
                    <a:pt x="11165" y="14345"/>
                  </a:cubicBezTo>
                  <a:cubicBezTo>
                    <a:pt x="11239" y="14419"/>
                    <a:pt x="11350" y="14456"/>
                    <a:pt x="11498" y="14456"/>
                  </a:cubicBezTo>
                  <a:cubicBezTo>
                    <a:pt x="11683" y="14456"/>
                    <a:pt x="11831" y="14345"/>
                    <a:pt x="11905" y="14271"/>
                  </a:cubicBezTo>
                  <a:cubicBezTo>
                    <a:pt x="12016" y="14086"/>
                    <a:pt x="12089" y="13902"/>
                    <a:pt x="12163" y="13680"/>
                  </a:cubicBezTo>
                  <a:cubicBezTo>
                    <a:pt x="12226" y="13412"/>
                    <a:pt x="12269" y="13104"/>
                    <a:pt x="12298" y="12836"/>
                  </a:cubicBezTo>
                  <a:lnTo>
                    <a:pt x="12298" y="12836"/>
                  </a:lnTo>
                  <a:cubicBezTo>
                    <a:pt x="12557" y="13081"/>
                    <a:pt x="12909" y="13405"/>
                    <a:pt x="13310" y="13754"/>
                  </a:cubicBezTo>
                  <a:cubicBezTo>
                    <a:pt x="14160" y="14493"/>
                    <a:pt x="15269" y="15343"/>
                    <a:pt x="16230" y="15898"/>
                  </a:cubicBezTo>
                  <a:cubicBezTo>
                    <a:pt x="16711" y="16157"/>
                    <a:pt x="17154" y="16268"/>
                    <a:pt x="17598" y="16268"/>
                  </a:cubicBezTo>
                  <a:cubicBezTo>
                    <a:pt x="18264" y="16268"/>
                    <a:pt x="18781" y="15972"/>
                    <a:pt x="19151" y="15491"/>
                  </a:cubicBezTo>
                  <a:cubicBezTo>
                    <a:pt x="19558" y="15048"/>
                    <a:pt x="19816" y="14456"/>
                    <a:pt x="19964" y="13828"/>
                  </a:cubicBezTo>
                  <a:cubicBezTo>
                    <a:pt x="20186" y="13014"/>
                    <a:pt x="20482" y="11425"/>
                    <a:pt x="20482" y="9576"/>
                  </a:cubicBezTo>
                  <a:cubicBezTo>
                    <a:pt x="20482" y="7580"/>
                    <a:pt x="20149" y="5287"/>
                    <a:pt x="19077" y="3365"/>
                  </a:cubicBezTo>
                  <a:cubicBezTo>
                    <a:pt x="17857" y="1221"/>
                    <a:pt x="15417" y="1"/>
                    <a:pt x="124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45"/>
            <p:cNvSpPr/>
            <p:nvPr/>
          </p:nvSpPr>
          <p:spPr>
            <a:xfrm>
              <a:off x="5732875" y="2898975"/>
              <a:ext cx="70300" cy="90700"/>
            </a:xfrm>
            <a:custGeom>
              <a:rect b="b" l="l" r="r" t="t"/>
              <a:pathLst>
                <a:path extrusionOk="0" h="3628" w="2812">
                  <a:moveTo>
                    <a:pt x="1120" y="1"/>
                  </a:moveTo>
                  <a:cubicBezTo>
                    <a:pt x="0" y="1"/>
                    <a:pt x="519" y="2888"/>
                    <a:pt x="519" y="2888"/>
                  </a:cubicBezTo>
                  <a:lnTo>
                    <a:pt x="1961" y="3628"/>
                  </a:lnTo>
                  <a:cubicBezTo>
                    <a:pt x="2664" y="2334"/>
                    <a:pt x="2812" y="448"/>
                    <a:pt x="1370" y="42"/>
                  </a:cubicBezTo>
                  <a:cubicBezTo>
                    <a:pt x="1279" y="14"/>
                    <a:pt x="1196" y="1"/>
                    <a:pt x="11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45"/>
            <p:cNvSpPr/>
            <p:nvPr/>
          </p:nvSpPr>
          <p:spPr>
            <a:xfrm>
              <a:off x="5735675" y="2890750"/>
              <a:ext cx="67500" cy="106325"/>
            </a:xfrm>
            <a:custGeom>
              <a:rect b="b" l="l" r="r" t="t"/>
              <a:pathLst>
                <a:path extrusionOk="0" h="4253" w="2700">
                  <a:moveTo>
                    <a:pt x="1036" y="1"/>
                  </a:moveTo>
                  <a:cubicBezTo>
                    <a:pt x="814" y="1"/>
                    <a:pt x="592" y="75"/>
                    <a:pt x="444" y="223"/>
                  </a:cubicBezTo>
                  <a:cubicBezTo>
                    <a:pt x="223" y="445"/>
                    <a:pt x="149" y="703"/>
                    <a:pt x="75" y="999"/>
                  </a:cubicBezTo>
                  <a:cubicBezTo>
                    <a:pt x="1" y="1258"/>
                    <a:pt x="1" y="1591"/>
                    <a:pt x="1" y="1886"/>
                  </a:cubicBezTo>
                  <a:cubicBezTo>
                    <a:pt x="1" y="2626"/>
                    <a:pt x="112" y="3291"/>
                    <a:pt x="112" y="3291"/>
                  </a:cubicBezTo>
                  <a:cubicBezTo>
                    <a:pt x="149" y="3439"/>
                    <a:pt x="296" y="3550"/>
                    <a:pt x="444" y="3550"/>
                  </a:cubicBezTo>
                  <a:cubicBezTo>
                    <a:pt x="629" y="3513"/>
                    <a:pt x="740" y="3328"/>
                    <a:pt x="703" y="3180"/>
                  </a:cubicBezTo>
                  <a:cubicBezTo>
                    <a:pt x="703" y="3180"/>
                    <a:pt x="703" y="3143"/>
                    <a:pt x="703" y="3070"/>
                  </a:cubicBezTo>
                  <a:cubicBezTo>
                    <a:pt x="666" y="2848"/>
                    <a:pt x="592" y="2367"/>
                    <a:pt x="592" y="1886"/>
                  </a:cubicBezTo>
                  <a:cubicBezTo>
                    <a:pt x="592" y="1517"/>
                    <a:pt x="629" y="1147"/>
                    <a:pt x="740" y="925"/>
                  </a:cubicBezTo>
                  <a:cubicBezTo>
                    <a:pt x="777" y="814"/>
                    <a:pt x="814" y="740"/>
                    <a:pt x="851" y="666"/>
                  </a:cubicBezTo>
                  <a:cubicBezTo>
                    <a:pt x="925" y="629"/>
                    <a:pt x="962" y="629"/>
                    <a:pt x="1036" y="629"/>
                  </a:cubicBezTo>
                  <a:cubicBezTo>
                    <a:pt x="1073" y="629"/>
                    <a:pt x="1110" y="629"/>
                    <a:pt x="1184" y="666"/>
                  </a:cubicBezTo>
                  <a:cubicBezTo>
                    <a:pt x="1517" y="740"/>
                    <a:pt x="1701" y="925"/>
                    <a:pt x="1849" y="1147"/>
                  </a:cubicBezTo>
                  <a:cubicBezTo>
                    <a:pt x="1997" y="1406"/>
                    <a:pt x="2071" y="1702"/>
                    <a:pt x="2071" y="2034"/>
                  </a:cubicBezTo>
                  <a:cubicBezTo>
                    <a:pt x="2071" y="2589"/>
                    <a:pt x="1886" y="3254"/>
                    <a:pt x="1590" y="3809"/>
                  </a:cubicBezTo>
                  <a:cubicBezTo>
                    <a:pt x="1480" y="3957"/>
                    <a:pt x="1553" y="4142"/>
                    <a:pt x="1701" y="4216"/>
                  </a:cubicBezTo>
                  <a:cubicBezTo>
                    <a:pt x="1751" y="4240"/>
                    <a:pt x="1804" y="4253"/>
                    <a:pt x="1856" y="4253"/>
                  </a:cubicBezTo>
                  <a:cubicBezTo>
                    <a:pt x="1960" y="4253"/>
                    <a:pt x="2059" y="4203"/>
                    <a:pt x="2108" y="4105"/>
                  </a:cubicBezTo>
                  <a:cubicBezTo>
                    <a:pt x="2441" y="3476"/>
                    <a:pt x="2700" y="2737"/>
                    <a:pt x="2700" y="2034"/>
                  </a:cubicBezTo>
                  <a:cubicBezTo>
                    <a:pt x="2700" y="1628"/>
                    <a:pt x="2589" y="1184"/>
                    <a:pt x="2367" y="851"/>
                  </a:cubicBezTo>
                  <a:cubicBezTo>
                    <a:pt x="2182" y="482"/>
                    <a:pt x="1812" y="186"/>
                    <a:pt x="1369" y="75"/>
                  </a:cubicBezTo>
                  <a:cubicBezTo>
                    <a:pt x="1258" y="38"/>
                    <a:pt x="1147" y="1"/>
                    <a:pt x="10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45"/>
            <p:cNvSpPr/>
            <p:nvPr/>
          </p:nvSpPr>
          <p:spPr>
            <a:xfrm>
              <a:off x="5487050" y="4141300"/>
              <a:ext cx="251425" cy="785650"/>
            </a:xfrm>
            <a:custGeom>
              <a:rect b="b" l="l" r="r" t="t"/>
              <a:pathLst>
                <a:path extrusionOk="0" h="31426" w="10057">
                  <a:moveTo>
                    <a:pt x="7395" y="0"/>
                  </a:moveTo>
                  <a:lnTo>
                    <a:pt x="1" y="407"/>
                  </a:lnTo>
                  <a:lnTo>
                    <a:pt x="6581" y="31241"/>
                  </a:lnTo>
                  <a:lnTo>
                    <a:pt x="10057" y="31425"/>
                  </a:lnTo>
                  <a:lnTo>
                    <a:pt x="739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45"/>
            <p:cNvSpPr/>
            <p:nvPr/>
          </p:nvSpPr>
          <p:spPr>
            <a:xfrm>
              <a:off x="5478725" y="4133900"/>
              <a:ext cx="268075" cy="801375"/>
            </a:xfrm>
            <a:custGeom>
              <a:rect b="b" l="l" r="r" t="t"/>
              <a:pathLst>
                <a:path extrusionOk="0" h="32055" w="10723">
                  <a:moveTo>
                    <a:pt x="7432" y="629"/>
                  </a:moveTo>
                  <a:lnTo>
                    <a:pt x="10057" y="31389"/>
                  </a:lnTo>
                  <a:lnTo>
                    <a:pt x="7173" y="31241"/>
                  </a:lnTo>
                  <a:lnTo>
                    <a:pt x="704" y="1017"/>
                  </a:lnTo>
                  <a:lnTo>
                    <a:pt x="704" y="1017"/>
                  </a:lnTo>
                  <a:lnTo>
                    <a:pt x="7432" y="629"/>
                  </a:lnTo>
                  <a:close/>
                  <a:moveTo>
                    <a:pt x="7728" y="1"/>
                  </a:moveTo>
                  <a:lnTo>
                    <a:pt x="334" y="407"/>
                  </a:lnTo>
                  <a:cubicBezTo>
                    <a:pt x="223" y="407"/>
                    <a:pt x="149" y="444"/>
                    <a:pt x="75" y="518"/>
                  </a:cubicBezTo>
                  <a:cubicBezTo>
                    <a:pt x="38" y="592"/>
                    <a:pt x="1" y="703"/>
                    <a:pt x="38" y="777"/>
                  </a:cubicBezTo>
                  <a:lnTo>
                    <a:pt x="6619" y="31574"/>
                  </a:lnTo>
                  <a:cubicBezTo>
                    <a:pt x="6619" y="31721"/>
                    <a:pt x="6767" y="31832"/>
                    <a:pt x="6877" y="31832"/>
                  </a:cubicBezTo>
                  <a:lnTo>
                    <a:pt x="10390" y="32054"/>
                  </a:lnTo>
                  <a:cubicBezTo>
                    <a:pt x="10464" y="32054"/>
                    <a:pt x="10574" y="32017"/>
                    <a:pt x="10611" y="31943"/>
                  </a:cubicBezTo>
                  <a:cubicBezTo>
                    <a:pt x="10685" y="31869"/>
                    <a:pt x="10722" y="31795"/>
                    <a:pt x="10722" y="31721"/>
                  </a:cubicBezTo>
                  <a:lnTo>
                    <a:pt x="8024" y="296"/>
                  </a:lnTo>
                  <a:cubicBezTo>
                    <a:pt x="8024" y="111"/>
                    <a:pt x="7876" y="1"/>
                    <a:pt x="77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45"/>
            <p:cNvSpPr/>
            <p:nvPr/>
          </p:nvSpPr>
          <p:spPr>
            <a:xfrm>
              <a:off x="5471350" y="4922300"/>
              <a:ext cx="282850" cy="117400"/>
            </a:xfrm>
            <a:custGeom>
              <a:rect b="b" l="l" r="r" t="t"/>
              <a:pathLst>
                <a:path extrusionOk="0" h="4696" w="11314">
                  <a:moveTo>
                    <a:pt x="7209" y="1"/>
                  </a:moveTo>
                  <a:lnTo>
                    <a:pt x="0" y="4696"/>
                  </a:lnTo>
                  <a:lnTo>
                    <a:pt x="11313" y="4696"/>
                  </a:lnTo>
                  <a:lnTo>
                    <a:pt x="10685" y="185"/>
                  </a:lnTo>
                  <a:lnTo>
                    <a:pt x="720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45"/>
            <p:cNvSpPr/>
            <p:nvPr/>
          </p:nvSpPr>
          <p:spPr>
            <a:xfrm>
              <a:off x="5463025" y="4913975"/>
              <a:ext cx="299475" cy="134050"/>
            </a:xfrm>
            <a:custGeom>
              <a:rect b="b" l="l" r="r" t="t"/>
              <a:pathLst>
                <a:path extrusionOk="0" h="5362" w="11979">
                  <a:moveTo>
                    <a:pt x="7624" y="636"/>
                  </a:moveTo>
                  <a:lnTo>
                    <a:pt x="10759" y="814"/>
                  </a:lnTo>
                  <a:lnTo>
                    <a:pt x="11276" y="4733"/>
                  </a:lnTo>
                  <a:lnTo>
                    <a:pt x="1368" y="4733"/>
                  </a:lnTo>
                  <a:lnTo>
                    <a:pt x="7624" y="636"/>
                  </a:lnTo>
                  <a:close/>
                  <a:moveTo>
                    <a:pt x="7542" y="1"/>
                  </a:moveTo>
                  <a:cubicBezTo>
                    <a:pt x="7505" y="1"/>
                    <a:pt x="7431" y="38"/>
                    <a:pt x="7358" y="75"/>
                  </a:cubicBezTo>
                  <a:lnTo>
                    <a:pt x="185" y="4807"/>
                  </a:lnTo>
                  <a:cubicBezTo>
                    <a:pt x="74" y="4881"/>
                    <a:pt x="0" y="4992"/>
                    <a:pt x="37" y="5140"/>
                  </a:cubicBezTo>
                  <a:cubicBezTo>
                    <a:pt x="74" y="5251"/>
                    <a:pt x="222" y="5362"/>
                    <a:pt x="333" y="5362"/>
                  </a:cubicBezTo>
                  <a:lnTo>
                    <a:pt x="11646" y="5362"/>
                  </a:lnTo>
                  <a:cubicBezTo>
                    <a:pt x="11720" y="5362"/>
                    <a:pt x="11831" y="5325"/>
                    <a:pt x="11868" y="5251"/>
                  </a:cubicBezTo>
                  <a:cubicBezTo>
                    <a:pt x="11942" y="5177"/>
                    <a:pt x="11979" y="5103"/>
                    <a:pt x="11942" y="4992"/>
                  </a:cubicBezTo>
                  <a:lnTo>
                    <a:pt x="11350" y="481"/>
                  </a:lnTo>
                  <a:cubicBezTo>
                    <a:pt x="11313" y="334"/>
                    <a:pt x="11202" y="223"/>
                    <a:pt x="11055" y="223"/>
                  </a:cubicBezTo>
                  <a:lnTo>
                    <a:pt x="754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45"/>
            <p:cNvSpPr/>
            <p:nvPr/>
          </p:nvSpPr>
          <p:spPr>
            <a:xfrm>
              <a:off x="5231950" y="3802100"/>
              <a:ext cx="1096200" cy="1127625"/>
            </a:xfrm>
            <a:custGeom>
              <a:rect b="b" l="l" r="r" t="t"/>
              <a:pathLst>
                <a:path extrusionOk="0" h="45105" w="43848">
                  <a:moveTo>
                    <a:pt x="41704" y="0"/>
                  </a:moveTo>
                  <a:lnTo>
                    <a:pt x="28024" y="148"/>
                  </a:lnTo>
                  <a:lnTo>
                    <a:pt x="26730" y="3180"/>
                  </a:lnTo>
                  <a:cubicBezTo>
                    <a:pt x="26730" y="3180"/>
                    <a:pt x="16674" y="5028"/>
                    <a:pt x="11351" y="6174"/>
                  </a:cubicBezTo>
                  <a:cubicBezTo>
                    <a:pt x="6027" y="7357"/>
                    <a:pt x="1" y="9502"/>
                    <a:pt x="1" y="10796"/>
                  </a:cubicBezTo>
                  <a:cubicBezTo>
                    <a:pt x="1" y="12089"/>
                    <a:pt x="4474" y="44956"/>
                    <a:pt x="4474" y="44956"/>
                  </a:cubicBezTo>
                  <a:lnTo>
                    <a:pt x="7210" y="45104"/>
                  </a:lnTo>
                  <a:lnTo>
                    <a:pt x="7765" y="15269"/>
                  </a:lnTo>
                  <a:cubicBezTo>
                    <a:pt x="7765" y="15269"/>
                    <a:pt x="24290" y="14086"/>
                    <a:pt x="28912" y="13938"/>
                  </a:cubicBezTo>
                  <a:cubicBezTo>
                    <a:pt x="29406" y="13926"/>
                    <a:pt x="29890" y="13924"/>
                    <a:pt x="30365" y="13924"/>
                  </a:cubicBezTo>
                  <a:cubicBezTo>
                    <a:pt x="30708" y="13924"/>
                    <a:pt x="31045" y="13925"/>
                    <a:pt x="31379" y="13925"/>
                  </a:cubicBezTo>
                  <a:cubicBezTo>
                    <a:pt x="34868" y="13925"/>
                    <a:pt x="37847" y="13782"/>
                    <a:pt x="40557" y="10500"/>
                  </a:cubicBezTo>
                  <a:cubicBezTo>
                    <a:pt x="43848" y="6470"/>
                    <a:pt x="41704" y="0"/>
                    <a:pt x="417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45"/>
            <p:cNvSpPr/>
            <p:nvPr/>
          </p:nvSpPr>
          <p:spPr>
            <a:xfrm>
              <a:off x="5223650" y="3794700"/>
              <a:ext cx="1075850" cy="1142425"/>
            </a:xfrm>
            <a:custGeom>
              <a:rect b="b" l="l" r="r" t="t"/>
              <a:pathLst>
                <a:path extrusionOk="0" h="45697" w="43034">
                  <a:moveTo>
                    <a:pt x="41808" y="594"/>
                  </a:moveTo>
                  <a:cubicBezTo>
                    <a:pt x="41961" y="1163"/>
                    <a:pt x="42405" y="2897"/>
                    <a:pt x="42405" y="4917"/>
                  </a:cubicBezTo>
                  <a:cubicBezTo>
                    <a:pt x="42405" y="6803"/>
                    <a:pt x="41999" y="8947"/>
                    <a:pt x="40631" y="10611"/>
                  </a:cubicBezTo>
                  <a:cubicBezTo>
                    <a:pt x="39041" y="12570"/>
                    <a:pt x="37377" y="13347"/>
                    <a:pt x="35492" y="13679"/>
                  </a:cubicBezTo>
                  <a:cubicBezTo>
                    <a:pt x="33606" y="14012"/>
                    <a:pt x="31536" y="13864"/>
                    <a:pt x="29207" y="13938"/>
                  </a:cubicBezTo>
                  <a:cubicBezTo>
                    <a:pt x="24585" y="14086"/>
                    <a:pt x="8060" y="15232"/>
                    <a:pt x="8060" y="15232"/>
                  </a:cubicBezTo>
                  <a:cubicBezTo>
                    <a:pt x="7912" y="15269"/>
                    <a:pt x="7764" y="15380"/>
                    <a:pt x="7764" y="15528"/>
                  </a:cubicBezTo>
                  <a:lnTo>
                    <a:pt x="7246" y="45068"/>
                  </a:lnTo>
                  <a:lnTo>
                    <a:pt x="5102" y="44969"/>
                  </a:lnTo>
                  <a:lnTo>
                    <a:pt x="5102" y="44969"/>
                  </a:lnTo>
                  <a:cubicBezTo>
                    <a:pt x="5067" y="44733"/>
                    <a:pt x="5005" y="44337"/>
                    <a:pt x="4917" y="43811"/>
                  </a:cubicBezTo>
                  <a:cubicBezTo>
                    <a:pt x="4510" y="40631"/>
                    <a:pt x="3438" y="32756"/>
                    <a:pt x="2440" y="25473"/>
                  </a:cubicBezTo>
                  <a:cubicBezTo>
                    <a:pt x="1959" y="21850"/>
                    <a:pt x="1516" y="18375"/>
                    <a:pt x="1183" y="15750"/>
                  </a:cubicBezTo>
                  <a:cubicBezTo>
                    <a:pt x="998" y="14456"/>
                    <a:pt x="887" y="13347"/>
                    <a:pt x="776" y="12533"/>
                  </a:cubicBezTo>
                  <a:cubicBezTo>
                    <a:pt x="739" y="12127"/>
                    <a:pt x="702" y="11794"/>
                    <a:pt x="665" y="11535"/>
                  </a:cubicBezTo>
                  <a:cubicBezTo>
                    <a:pt x="629" y="11313"/>
                    <a:pt x="629" y="11128"/>
                    <a:pt x="629" y="11092"/>
                  </a:cubicBezTo>
                  <a:cubicBezTo>
                    <a:pt x="629" y="11055"/>
                    <a:pt x="665" y="10944"/>
                    <a:pt x="813" y="10759"/>
                  </a:cubicBezTo>
                  <a:cubicBezTo>
                    <a:pt x="1072" y="10500"/>
                    <a:pt x="1590" y="10167"/>
                    <a:pt x="2329" y="9798"/>
                  </a:cubicBezTo>
                  <a:cubicBezTo>
                    <a:pt x="4473" y="8725"/>
                    <a:pt x="8281" y="7542"/>
                    <a:pt x="11757" y="6803"/>
                  </a:cubicBezTo>
                  <a:cubicBezTo>
                    <a:pt x="14419" y="6211"/>
                    <a:pt x="18263" y="5472"/>
                    <a:pt x="21443" y="4843"/>
                  </a:cubicBezTo>
                  <a:cubicBezTo>
                    <a:pt x="23033" y="4548"/>
                    <a:pt x="24438" y="4289"/>
                    <a:pt x="25473" y="4067"/>
                  </a:cubicBezTo>
                  <a:cubicBezTo>
                    <a:pt x="26508" y="3882"/>
                    <a:pt x="27136" y="3771"/>
                    <a:pt x="27136" y="3771"/>
                  </a:cubicBezTo>
                  <a:cubicBezTo>
                    <a:pt x="27247" y="3734"/>
                    <a:pt x="27321" y="3697"/>
                    <a:pt x="27358" y="3586"/>
                  </a:cubicBezTo>
                  <a:lnTo>
                    <a:pt x="28574" y="737"/>
                  </a:lnTo>
                  <a:lnTo>
                    <a:pt x="28574" y="737"/>
                  </a:lnTo>
                  <a:lnTo>
                    <a:pt x="41808" y="594"/>
                  </a:lnTo>
                  <a:close/>
                  <a:moveTo>
                    <a:pt x="42036" y="0"/>
                  </a:moveTo>
                  <a:lnTo>
                    <a:pt x="28356" y="148"/>
                  </a:lnTo>
                  <a:cubicBezTo>
                    <a:pt x="28246" y="148"/>
                    <a:pt x="28135" y="222"/>
                    <a:pt x="28098" y="333"/>
                  </a:cubicBezTo>
                  <a:lnTo>
                    <a:pt x="26854" y="3211"/>
                  </a:lnTo>
                  <a:lnTo>
                    <a:pt x="26854" y="3211"/>
                  </a:lnTo>
                  <a:cubicBezTo>
                    <a:pt x="25505" y="3459"/>
                    <a:pt x="16524" y="5116"/>
                    <a:pt x="11609" y="6174"/>
                  </a:cubicBezTo>
                  <a:cubicBezTo>
                    <a:pt x="8947" y="6766"/>
                    <a:pt x="6100" y="7579"/>
                    <a:pt x="3882" y="8430"/>
                  </a:cubicBezTo>
                  <a:cubicBezTo>
                    <a:pt x="2810" y="8873"/>
                    <a:pt x="1849" y="9317"/>
                    <a:pt x="1183" y="9724"/>
                  </a:cubicBezTo>
                  <a:cubicBezTo>
                    <a:pt x="850" y="9945"/>
                    <a:pt x="555" y="10130"/>
                    <a:pt x="370" y="10352"/>
                  </a:cubicBezTo>
                  <a:cubicBezTo>
                    <a:pt x="148" y="10574"/>
                    <a:pt x="0" y="10796"/>
                    <a:pt x="0" y="11092"/>
                  </a:cubicBezTo>
                  <a:cubicBezTo>
                    <a:pt x="0" y="11202"/>
                    <a:pt x="37" y="11387"/>
                    <a:pt x="74" y="11720"/>
                  </a:cubicBezTo>
                  <a:cubicBezTo>
                    <a:pt x="555" y="16415"/>
                    <a:pt x="4510" y="45289"/>
                    <a:pt x="4510" y="45289"/>
                  </a:cubicBezTo>
                  <a:cubicBezTo>
                    <a:pt x="4547" y="45437"/>
                    <a:pt x="4658" y="45548"/>
                    <a:pt x="4806" y="45548"/>
                  </a:cubicBezTo>
                  <a:lnTo>
                    <a:pt x="7542" y="45696"/>
                  </a:lnTo>
                  <a:cubicBezTo>
                    <a:pt x="7616" y="45696"/>
                    <a:pt x="7690" y="45696"/>
                    <a:pt x="7764" y="45622"/>
                  </a:cubicBezTo>
                  <a:cubicBezTo>
                    <a:pt x="7838" y="45585"/>
                    <a:pt x="7875" y="45474"/>
                    <a:pt x="7875" y="45400"/>
                  </a:cubicBezTo>
                  <a:lnTo>
                    <a:pt x="8388" y="15840"/>
                  </a:lnTo>
                  <a:lnTo>
                    <a:pt x="8388" y="15840"/>
                  </a:lnTo>
                  <a:cubicBezTo>
                    <a:pt x="8803" y="15811"/>
                    <a:pt x="9641" y="15752"/>
                    <a:pt x="10758" y="15676"/>
                  </a:cubicBezTo>
                  <a:cubicBezTo>
                    <a:pt x="15639" y="15343"/>
                    <a:pt x="25805" y="14678"/>
                    <a:pt x="29244" y="14567"/>
                  </a:cubicBezTo>
                  <a:cubicBezTo>
                    <a:pt x="31536" y="14493"/>
                    <a:pt x="33606" y="14641"/>
                    <a:pt x="35603" y="14271"/>
                  </a:cubicBezTo>
                  <a:cubicBezTo>
                    <a:pt x="37562" y="13938"/>
                    <a:pt x="39411" y="13051"/>
                    <a:pt x="41111" y="10981"/>
                  </a:cubicBezTo>
                  <a:cubicBezTo>
                    <a:pt x="42627" y="9169"/>
                    <a:pt x="43034" y="6877"/>
                    <a:pt x="43034" y="4917"/>
                  </a:cubicBezTo>
                  <a:cubicBezTo>
                    <a:pt x="43034" y="2329"/>
                    <a:pt x="42331" y="222"/>
                    <a:pt x="42331" y="185"/>
                  </a:cubicBezTo>
                  <a:cubicBezTo>
                    <a:pt x="42294" y="74"/>
                    <a:pt x="42146" y="0"/>
                    <a:pt x="420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45"/>
            <p:cNvSpPr/>
            <p:nvPr/>
          </p:nvSpPr>
          <p:spPr>
            <a:xfrm>
              <a:off x="5111800" y="4926000"/>
              <a:ext cx="308725" cy="134975"/>
            </a:xfrm>
            <a:custGeom>
              <a:rect b="b" l="l" r="r" t="t"/>
              <a:pathLst>
                <a:path extrusionOk="0" h="5399" w="12349">
                  <a:moveTo>
                    <a:pt x="9280" y="0"/>
                  </a:moveTo>
                  <a:lnTo>
                    <a:pt x="8837" y="259"/>
                  </a:lnTo>
                  <a:lnTo>
                    <a:pt x="1" y="5398"/>
                  </a:lnTo>
                  <a:lnTo>
                    <a:pt x="12349" y="5398"/>
                  </a:lnTo>
                  <a:lnTo>
                    <a:pt x="12016" y="148"/>
                  </a:lnTo>
                  <a:lnTo>
                    <a:pt x="928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45"/>
            <p:cNvSpPr/>
            <p:nvPr/>
          </p:nvSpPr>
          <p:spPr>
            <a:xfrm>
              <a:off x="5103475" y="4918600"/>
              <a:ext cx="324450" cy="150675"/>
            </a:xfrm>
            <a:custGeom>
              <a:rect b="b" l="l" r="r" t="t"/>
              <a:pathLst>
                <a:path extrusionOk="0" h="6027" w="12978">
                  <a:moveTo>
                    <a:pt x="9698" y="597"/>
                  </a:moveTo>
                  <a:lnTo>
                    <a:pt x="12053" y="740"/>
                  </a:lnTo>
                  <a:lnTo>
                    <a:pt x="12349" y="5398"/>
                  </a:lnTo>
                  <a:lnTo>
                    <a:pt x="1480" y="5398"/>
                  </a:lnTo>
                  <a:lnTo>
                    <a:pt x="9317" y="851"/>
                  </a:lnTo>
                  <a:lnTo>
                    <a:pt x="9698" y="597"/>
                  </a:lnTo>
                  <a:close/>
                  <a:moveTo>
                    <a:pt x="9650" y="1"/>
                  </a:moveTo>
                  <a:cubicBezTo>
                    <a:pt x="9576" y="1"/>
                    <a:pt x="9539" y="1"/>
                    <a:pt x="9465" y="38"/>
                  </a:cubicBezTo>
                  <a:lnTo>
                    <a:pt x="9022" y="296"/>
                  </a:lnTo>
                  <a:lnTo>
                    <a:pt x="186" y="5435"/>
                  </a:lnTo>
                  <a:cubicBezTo>
                    <a:pt x="38" y="5509"/>
                    <a:pt x="1" y="5657"/>
                    <a:pt x="38" y="5805"/>
                  </a:cubicBezTo>
                  <a:cubicBezTo>
                    <a:pt x="75" y="5916"/>
                    <a:pt x="186" y="6027"/>
                    <a:pt x="334" y="6027"/>
                  </a:cubicBezTo>
                  <a:lnTo>
                    <a:pt x="12682" y="6027"/>
                  </a:lnTo>
                  <a:cubicBezTo>
                    <a:pt x="12756" y="6027"/>
                    <a:pt x="12830" y="5990"/>
                    <a:pt x="12904" y="5916"/>
                  </a:cubicBezTo>
                  <a:cubicBezTo>
                    <a:pt x="12941" y="5842"/>
                    <a:pt x="12978" y="5768"/>
                    <a:pt x="12978" y="5694"/>
                  </a:cubicBezTo>
                  <a:lnTo>
                    <a:pt x="12682" y="407"/>
                  </a:lnTo>
                  <a:cubicBezTo>
                    <a:pt x="12645" y="259"/>
                    <a:pt x="12534" y="149"/>
                    <a:pt x="12386" y="149"/>
                  </a:cubicBezTo>
                  <a:lnTo>
                    <a:pt x="96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45"/>
            <p:cNvSpPr/>
            <p:nvPr/>
          </p:nvSpPr>
          <p:spPr>
            <a:xfrm>
              <a:off x="5408500" y="3494300"/>
              <a:ext cx="201500" cy="90600"/>
            </a:xfrm>
            <a:custGeom>
              <a:rect b="b" l="l" r="r" t="t"/>
              <a:pathLst>
                <a:path extrusionOk="0" h="3624" w="8060">
                  <a:moveTo>
                    <a:pt x="2884" y="1"/>
                  </a:moveTo>
                  <a:cubicBezTo>
                    <a:pt x="1960" y="1"/>
                    <a:pt x="0" y="2367"/>
                    <a:pt x="0" y="2700"/>
                  </a:cubicBezTo>
                  <a:cubicBezTo>
                    <a:pt x="0" y="2933"/>
                    <a:pt x="46" y="3306"/>
                    <a:pt x="321" y="3306"/>
                  </a:cubicBezTo>
                  <a:cubicBezTo>
                    <a:pt x="394" y="3306"/>
                    <a:pt x="483" y="3279"/>
                    <a:pt x="592" y="3217"/>
                  </a:cubicBezTo>
                  <a:cubicBezTo>
                    <a:pt x="1109" y="2885"/>
                    <a:pt x="2366" y="2071"/>
                    <a:pt x="2366" y="2071"/>
                  </a:cubicBezTo>
                  <a:lnTo>
                    <a:pt x="7542" y="3624"/>
                  </a:lnTo>
                  <a:lnTo>
                    <a:pt x="8060" y="1443"/>
                  </a:lnTo>
                  <a:lnTo>
                    <a:pt x="5287" y="297"/>
                  </a:lnTo>
                  <a:cubicBezTo>
                    <a:pt x="5287" y="297"/>
                    <a:pt x="3808" y="1"/>
                    <a:pt x="288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45"/>
            <p:cNvSpPr/>
            <p:nvPr/>
          </p:nvSpPr>
          <p:spPr>
            <a:xfrm>
              <a:off x="5400175" y="3486925"/>
              <a:ext cx="218150" cy="105775"/>
            </a:xfrm>
            <a:custGeom>
              <a:rect b="b" l="l" r="r" t="t"/>
              <a:pathLst>
                <a:path extrusionOk="0" h="4231" w="8726">
                  <a:moveTo>
                    <a:pt x="3217" y="592"/>
                  </a:moveTo>
                  <a:cubicBezTo>
                    <a:pt x="3660" y="592"/>
                    <a:pt x="4252" y="666"/>
                    <a:pt x="4696" y="739"/>
                  </a:cubicBezTo>
                  <a:cubicBezTo>
                    <a:pt x="4954" y="776"/>
                    <a:pt x="5139" y="813"/>
                    <a:pt x="5287" y="850"/>
                  </a:cubicBezTo>
                  <a:cubicBezTo>
                    <a:pt x="5362" y="869"/>
                    <a:pt x="5428" y="878"/>
                    <a:pt x="5474" y="883"/>
                  </a:cubicBezTo>
                  <a:lnTo>
                    <a:pt x="5474" y="883"/>
                  </a:lnTo>
                  <a:lnTo>
                    <a:pt x="5472" y="887"/>
                  </a:lnTo>
                  <a:lnTo>
                    <a:pt x="8023" y="1923"/>
                  </a:lnTo>
                  <a:lnTo>
                    <a:pt x="7653" y="3512"/>
                  </a:lnTo>
                  <a:lnTo>
                    <a:pt x="2773" y="2070"/>
                  </a:lnTo>
                  <a:cubicBezTo>
                    <a:pt x="2752" y="2060"/>
                    <a:pt x="2730" y="2055"/>
                    <a:pt x="2707" y="2055"/>
                  </a:cubicBezTo>
                  <a:cubicBezTo>
                    <a:pt x="2653" y="2055"/>
                    <a:pt x="2593" y="2081"/>
                    <a:pt x="2514" y="2107"/>
                  </a:cubicBezTo>
                  <a:cubicBezTo>
                    <a:pt x="2514" y="2107"/>
                    <a:pt x="2219" y="2329"/>
                    <a:pt x="1849" y="2551"/>
                  </a:cubicBezTo>
                  <a:cubicBezTo>
                    <a:pt x="1479" y="2810"/>
                    <a:pt x="1036" y="3106"/>
                    <a:pt x="777" y="3253"/>
                  </a:cubicBezTo>
                  <a:cubicBezTo>
                    <a:pt x="743" y="3271"/>
                    <a:pt x="716" y="3280"/>
                    <a:pt x="698" y="3285"/>
                  </a:cubicBezTo>
                  <a:lnTo>
                    <a:pt x="698" y="3285"/>
                  </a:lnTo>
                  <a:cubicBezTo>
                    <a:pt x="688" y="3272"/>
                    <a:pt x="666" y="3237"/>
                    <a:pt x="666" y="3180"/>
                  </a:cubicBezTo>
                  <a:cubicBezTo>
                    <a:pt x="635" y="3149"/>
                    <a:pt x="630" y="3092"/>
                    <a:pt x="629" y="3031"/>
                  </a:cubicBezTo>
                  <a:lnTo>
                    <a:pt x="629" y="3031"/>
                  </a:lnTo>
                  <a:cubicBezTo>
                    <a:pt x="632" y="3026"/>
                    <a:pt x="669" y="2953"/>
                    <a:pt x="740" y="2847"/>
                  </a:cubicBezTo>
                  <a:cubicBezTo>
                    <a:pt x="962" y="2514"/>
                    <a:pt x="1442" y="1923"/>
                    <a:pt x="1960" y="1442"/>
                  </a:cubicBezTo>
                  <a:cubicBezTo>
                    <a:pt x="2182" y="1183"/>
                    <a:pt x="2477" y="961"/>
                    <a:pt x="2699" y="813"/>
                  </a:cubicBezTo>
                  <a:cubicBezTo>
                    <a:pt x="2921" y="666"/>
                    <a:pt x="3143" y="592"/>
                    <a:pt x="3217" y="592"/>
                  </a:cubicBezTo>
                  <a:close/>
                  <a:moveTo>
                    <a:pt x="3217" y="0"/>
                  </a:moveTo>
                  <a:cubicBezTo>
                    <a:pt x="2847" y="0"/>
                    <a:pt x="2551" y="185"/>
                    <a:pt x="2182" y="407"/>
                  </a:cubicBezTo>
                  <a:cubicBezTo>
                    <a:pt x="1701" y="776"/>
                    <a:pt x="1183" y="1331"/>
                    <a:pt x="740" y="1812"/>
                  </a:cubicBezTo>
                  <a:cubicBezTo>
                    <a:pt x="555" y="2033"/>
                    <a:pt x="370" y="2255"/>
                    <a:pt x="259" y="2440"/>
                  </a:cubicBezTo>
                  <a:cubicBezTo>
                    <a:pt x="185" y="2551"/>
                    <a:pt x="148" y="2625"/>
                    <a:pt x="111" y="2699"/>
                  </a:cubicBezTo>
                  <a:lnTo>
                    <a:pt x="37" y="2810"/>
                  </a:lnTo>
                  <a:cubicBezTo>
                    <a:pt x="37" y="2884"/>
                    <a:pt x="0" y="2921"/>
                    <a:pt x="0" y="2995"/>
                  </a:cubicBezTo>
                  <a:cubicBezTo>
                    <a:pt x="0" y="3143"/>
                    <a:pt x="37" y="3327"/>
                    <a:pt x="111" y="3512"/>
                  </a:cubicBezTo>
                  <a:cubicBezTo>
                    <a:pt x="148" y="3586"/>
                    <a:pt x="185" y="3697"/>
                    <a:pt x="296" y="3771"/>
                  </a:cubicBezTo>
                  <a:cubicBezTo>
                    <a:pt x="370" y="3845"/>
                    <a:pt x="518" y="3919"/>
                    <a:pt x="666" y="3919"/>
                  </a:cubicBezTo>
                  <a:cubicBezTo>
                    <a:pt x="814" y="3919"/>
                    <a:pt x="962" y="3845"/>
                    <a:pt x="1110" y="3771"/>
                  </a:cubicBezTo>
                  <a:cubicBezTo>
                    <a:pt x="1529" y="3501"/>
                    <a:pt x="2436" y="2915"/>
                    <a:pt x="2763" y="2703"/>
                  </a:cubicBezTo>
                  <a:lnTo>
                    <a:pt x="2763" y="2703"/>
                  </a:lnTo>
                  <a:lnTo>
                    <a:pt x="7801" y="4215"/>
                  </a:lnTo>
                  <a:cubicBezTo>
                    <a:pt x="7823" y="4226"/>
                    <a:pt x="7845" y="4230"/>
                    <a:pt x="7866" y="4230"/>
                  </a:cubicBezTo>
                  <a:cubicBezTo>
                    <a:pt x="7918" y="4230"/>
                    <a:pt x="7971" y="4204"/>
                    <a:pt x="8023" y="4178"/>
                  </a:cubicBezTo>
                  <a:cubicBezTo>
                    <a:pt x="8097" y="4141"/>
                    <a:pt x="8171" y="4067"/>
                    <a:pt x="8171" y="3993"/>
                  </a:cubicBezTo>
                  <a:lnTo>
                    <a:pt x="8688" y="1812"/>
                  </a:lnTo>
                  <a:cubicBezTo>
                    <a:pt x="8725" y="1664"/>
                    <a:pt x="8652" y="1516"/>
                    <a:pt x="8504" y="1442"/>
                  </a:cubicBezTo>
                  <a:lnTo>
                    <a:pt x="5731" y="333"/>
                  </a:lnTo>
                  <a:lnTo>
                    <a:pt x="5657" y="296"/>
                  </a:lnTo>
                  <a:cubicBezTo>
                    <a:pt x="5657" y="296"/>
                    <a:pt x="4215" y="0"/>
                    <a:pt x="32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45"/>
            <p:cNvSpPr/>
            <p:nvPr/>
          </p:nvSpPr>
          <p:spPr>
            <a:xfrm>
              <a:off x="5410350" y="3530350"/>
              <a:ext cx="171000" cy="49025"/>
            </a:xfrm>
            <a:custGeom>
              <a:rect b="b" l="l" r="r" t="t"/>
              <a:pathLst>
                <a:path extrusionOk="0" h="1961" w="6840">
                  <a:moveTo>
                    <a:pt x="5213" y="1"/>
                  </a:moveTo>
                  <a:cubicBezTo>
                    <a:pt x="5213" y="1"/>
                    <a:pt x="1775" y="223"/>
                    <a:pt x="1035" y="333"/>
                  </a:cubicBezTo>
                  <a:cubicBezTo>
                    <a:pt x="333" y="407"/>
                    <a:pt x="0" y="1258"/>
                    <a:pt x="961" y="1258"/>
                  </a:cubicBezTo>
                  <a:cubicBezTo>
                    <a:pt x="1886" y="1258"/>
                    <a:pt x="3106" y="1147"/>
                    <a:pt x="3106" y="1147"/>
                  </a:cubicBezTo>
                  <a:cubicBezTo>
                    <a:pt x="3106" y="1147"/>
                    <a:pt x="3845" y="1775"/>
                    <a:pt x="5213" y="1886"/>
                  </a:cubicBezTo>
                  <a:cubicBezTo>
                    <a:pt x="6544" y="1960"/>
                    <a:pt x="6840" y="1960"/>
                    <a:pt x="6840" y="1960"/>
                  </a:cubicBezTo>
                  <a:lnTo>
                    <a:pt x="521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45"/>
            <p:cNvSpPr/>
            <p:nvPr/>
          </p:nvSpPr>
          <p:spPr>
            <a:xfrm>
              <a:off x="5412200" y="3522950"/>
              <a:ext cx="177475" cy="64725"/>
            </a:xfrm>
            <a:custGeom>
              <a:rect b="b" l="l" r="r" t="t"/>
              <a:pathLst>
                <a:path extrusionOk="0" h="2589" w="7099">
                  <a:moveTo>
                    <a:pt x="5102" y="1"/>
                  </a:moveTo>
                  <a:cubicBezTo>
                    <a:pt x="5102" y="1"/>
                    <a:pt x="4252" y="38"/>
                    <a:pt x="3290" y="112"/>
                  </a:cubicBezTo>
                  <a:cubicBezTo>
                    <a:pt x="2366" y="186"/>
                    <a:pt x="1331" y="260"/>
                    <a:pt x="924" y="297"/>
                  </a:cubicBezTo>
                  <a:cubicBezTo>
                    <a:pt x="665" y="334"/>
                    <a:pt x="444" y="445"/>
                    <a:pt x="296" y="592"/>
                  </a:cubicBezTo>
                  <a:cubicBezTo>
                    <a:pt x="111" y="777"/>
                    <a:pt x="0" y="962"/>
                    <a:pt x="0" y="1184"/>
                  </a:cubicBezTo>
                  <a:cubicBezTo>
                    <a:pt x="0" y="1369"/>
                    <a:pt x="74" y="1591"/>
                    <a:pt x="259" y="1702"/>
                  </a:cubicBezTo>
                  <a:cubicBezTo>
                    <a:pt x="444" y="1812"/>
                    <a:pt x="629" y="1849"/>
                    <a:pt x="887" y="1849"/>
                  </a:cubicBezTo>
                  <a:cubicBezTo>
                    <a:pt x="1642" y="1849"/>
                    <a:pt x="2618" y="1776"/>
                    <a:pt x="2951" y="1748"/>
                  </a:cubicBezTo>
                  <a:lnTo>
                    <a:pt x="2951" y="1748"/>
                  </a:lnTo>
                  <a:cubicBezTo>
                    <a:pt x="3210" y="1939"/>
                    <a:pt x="3940" y="2389"/>
                    <a:pt x="5102" y="2478"/>
                  </a:cubicBezTo>
                  <a:cubicBezTo>
                    <a:pt x="6433" y="2589"/>
                    <a:pt x="6766" y="2589"/>
                    <a:pt x="6766" y="2589"/>
                  </a:cubicBezTo>
                  <a:cubicBezTo>
                    <a:pt x="6950" y="2589"/>
                    <a:pt x="7098" y="2441"/>
                    <a:pt x="7098" y="2256"/>
                  </a:cubicBezTo>
                  <a:cubicBezTo>
                    <a:pt x="7098" y="2108"/>
                    <a:pt x="6950" y="1960"/>
                    <a:pt x="6766" y="1960"/>
                  </a:cubicBezTo>
                  <a:cubicBezTo>
                    <a:pt x="6692" y="1960"/>
                    <a:pt x="6322" y="1960"/>
                    <a:pt x="5139" y="1849"/>
                  </a:cubicBezTo>
                  <a:cubicBezTo>
                    <a:pt x="4510" y="1812"/>
                    <a:pt x="4030" y="1628"/>
                    <a:pt x="3697" y="1480"/>
                  </a:cubicBezTo>
                  <a:cubicBezTo>
                    <a:pt x="3549" y="1406"/>
                    <a:pt x="3438" y="1332"/>
                    <a:pt x="3364" y="1295"/>
                  </a:cubicBezTo>
                  <a:lnTo>
                    <a:pt x="3253" y="1221"/>
                  </a:lnTo>
                  <a:cubicBezTo>
                    <a:pt x="3199" y="1167"/>
                    <a:pt x="3145" y="1133"/>
                    <a:pt x="3091" y="1133"/>
                  </a:cubicBezTo>
                  <a:cubicBezTo>
                    <a:pt x="3071" y="1133"/>
                    <a:pt x="3051" y="1137"/>
                    <a:pt x="3032" y="1147"/>
                  </a:cubicBezTo>
                  <a:cubicBezTo>
                    <a:pt x="3032" y="1147"/>
                    <a:pt x="2699" y="1147"/>
                    <a:pt x="2292" y="1184"/>
                  </a:cubicBezTo>
                  <a:cubicBezTo>
                    <a:pt x="1886" y="1221"/>
                    <a:pt x="1331" y="1221"/>
                    <a:pt x="887" y="1221"/>
                  </a:cubicBezTo>
                  <a:cubicBezTo>
                    <a:pt x="702" y="1221"/>
                    <a:pt x="629" y="1184"/>
                    <a:pt x="592" y="1184"/>
                  </a:cubicBezTo>
                  <a:lnTo>
                    <a:pt x="629" y="1147"/>
                  </a:lnTo>
                  <a:cubicBezTo>
                    <a:pt x="665" y="1073"/>
                    <a:pt x="813" y="962"/>
                    <a:pt x="1035" y="925"/>
                  </a:cubicBezTo>
                  <a:cubicBezTo>
                    <a:pt x="1368" y="851"/>
                    <a:pt x="2403" y="777"/>
                    <a:pt x="3327" y="740"/>
                  </a:cubicBezTo>
                  <a:cubicBezTo>
                    <a:pt x="4289" y="666"/>
                    <a:pt x="5139" y="592"/>
                    <a:pt x="5139" y="592"/>
                  </a:cubicBezTo>
                  <a:cubicBezTo>
                    <a:pt x="5324" y="592"/>
                    <a:pt x="5435" y="445"/>
                    <a:pt x="5435" y="297"/>
                  </a:cubicBezTo>
                  <a:cubicBezTo>
                    <a:pt x="5435" y="112"/>
                    <a:pt x="5287" y="1"/>
                    <a:pt x="5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45"/>
            <p:cNvSpPr/>
            <p:nvPr/>
          </p:nvSpPr>
          <p:spPr>
            <a:xfrm>
              <a:off x="5597050" y="3530350"/>
              <a:ext cx="448275" cy="196900"/>
            </a:xfrm>
            <a:custGeom>
              <a:rect b="b" l="l" r="r" t="t"/>
              <a:pathLst>
                <a:path extrusionOk="0" h="7876" w="17931">
                  <a:moveTo>
                    <a:pt x="518" y="1"/>
                  </a:moveTo>
                  <a:lnTo>
                    <a:pt x="0" y="2182"/>
                  </a:lnTo>
                  <a:lnTo>
                    <a:pt x="17487" y="7875"/>
                  </a:lnTo>
                  <a:lnTo>
                    <a:pt x="17931" y="2810"/>
                  </a:lnTo>
                  <a:lnTo>
                    <a:pt x="5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45"/>
            <p:cNvSpPr/>
            <p:nvPr/>
          </p:nvSpPr>
          <p:spPr>
            <a:xfrm>
              <a:off x="5588725" y="3522775"/>
              <a:ext cx="464000" cy="212250"/>
            </a:xfrm>
            <a:custGeom>
              <a:rect b="b" l="l" r="r" t="t"/>
              <a:pathLst>
                <a:path extrusionOk="0" h="8490" w="18560">
                  <a:moveTo>
                    <a:pt x="1084" y="643"/>
                  </a:moveTo>
                  <a:lnTo>
                    <a:pt x="17931" y="3372"/>
                  </a:lnTo>
                  <a:lnTo>
                    <a:pt x="17561" y="7772"/>
                  </a:lnTo>
                  <a:lnTo>
                    <a:pt x="703" y="2263"/>
                  </a:lnTo>
                  <a:lnTo>
                    <a:pt x="1084" y="643"/>
                  </a:lnTo>
                  <a:close/>
                  <a:moveTo>
                    <a:pt x="830" y="1"/>
                  </a:moveTo>
                  <a:cubicBezTo>
                    <a:pt x="703" y="1"/>
                    <a:pt x="587" y="101"/>
                    <a:pt x="555" y="230"/>
                  </a:cubicBezTo>
                  <a:lnTo>
                    <a:pt x="37" y="2411"/>
                  </a:lnTo>
                  <a:cubicBezTo>
                    <a:pt x="0" y="2559"/>
                    <a:pt x="74" y="2744"/>
                    <a:pt x="259" y="2781"/>
                  </a:cubicBezTo>
                  <a:lnTo>
                    <a:pt x="17746" y="8474"/>
                  </a:lnTo>
                  <a:cubicBezTo>
                    <a:pt x="17768" y="8485"/>
                    <a:pt x="17793" y="8490"/>
                    <a:pt x="17819" y="8490"/>
                  </a:cubicBezTo>
                  <a:cubicBezTo>
                    <a:pt x="17882" y="8490"/>
                    <a:pt x="17953" y="8463"/>
                    <a:pt x="18005" y="8437"/>
                  </a:cubicBezTo>
                  <a:cubicBezTo>
                    <a:pt x="18079" y="8400"/>
                    <a:pt x="18153" y="8289"/>
                    <a:pt x="18153" y="8215"/>
                  </a:cubicBezTo>
                  <a:lnTo>
                    <a:pt x="18560" y="3113"/>
                  </a:lnTo>
                  <a:cubicBezTo>
                    <a:pt x="18560" y="2966"/>
                    <a:pt x="18449" y="2818"/>
                    <a:pt x="18301" y="2818"/>
                  </a:cubicBezTo>
                  <a:lnTo>
                    <a:pt x="888" y="8"/>
                  </a:lnTo>
                  <a:cubicBezTo>
                    <a:pt x="868" y="3"/>
                    <a:pt x="849" y="1"/>
                    <a:pt x="8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45"/>
            <p:cNvSpPr/>
            <p:nvPr/>
          </p:nvSpPr>
          <p:spPr>
            <a:xfrm>
              <a:off x="5831800" y="3033350"/>
              <a:ext cx="475100" cy="853075"/>
            </a:xfrm>
            <a:custGeom>
              <a:rect b="b" l="l" r="r" t="t"/>
              <a:pathLst>
                <a:path extrusionOk="0" h="34123" w="19004">
                  <a:moveTo>
                    <a:pt x="9555" y="1"/>
                  </a:moveTo>
                  <a:cubicBezTo>
                    <a:pt x="8899" y="1"/>
                    <a:pt x="8262" y="269"/>
                    <a:pt x="7654" y="841"/>
                  </a:cubicBezTo>
                  <a:cubicBezTo>
                    <a:pt x="7654" y="841"/>
                    <a:pt x="2330" y="6571"/>
                    <a:pt x="1147" y="8605"/>
                  </a:cubicBezTo>
                  <a:cubicBezTo>
                    <a:pt x="1" y="10601"/>
                    <a:pt x="3476" y="19955"/>
                    <a:pt x="3772" y="22690"/>
                  </a:cubicBezTo>
                  <a:cubicBezTo>
                    <a:pt x="4030" y="25426"/>
                    <a:pt x="4918" y="27164"/>
                    <a:pt x="3624" y="28606"/>
                  </a:cubicBezTo>
                  <a:cubicBezTo>
                    <a:pt x="2330" y="30048"/>
                    <a:pt x="3476" y="30898"/>
                    <a:pt x="4178" y="31489"/>
                  </a:cubicBezTo>
                  <a:cubicBezTo>
                    <a:pt x="4861" y="32002"/>
                    <a:pt x="10182" y="34123"/>
                    <a:pt x="13583" y="34123"/>
                  </a:cubicBezTo>
                  <a:cubicBezTo>
                    <a:pt x="13864" y="34123"/>
                    <a:pt x="14131" y="34108"/>
                    <a:pt x="14382" y="34077"/>
                  </a:cubicBezTo>
                  <a:cubicBezTo>
                    <a:pt x="17710" y="33634"/>
                    <a:pt x="18412" y="31342"/>
                    <a:pt x="18708" y="27718"/>
                  </a:cubicBezTo>
                  <a:cubicBezTo>
                    <a:pt x="19004" y="24132"/>
                    <a:pt x="18708" y="11488"/>
                    <a:pt x="15824" y="6312"/>
                  </a:cubicBezTo>
                  <a:cubicBezTo>
                    <a:pt x="13687" y="2428"/>
                    <a:pt x="11530" y="1"/>
                    <a:pt x="95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45"/>
            <p:cNvSpPr/>
            <p:nvPr/>
          </p:nvSpPr>
          <p:spPr>
            <a:xfrm>
              <a:off x="5847525" y="3025700"/>
              <a:ext cx="462150" cy="867925"/>
            </a:xfrm>
            <a:custGeom>
              <a:rect b="b" l="l" r="r" t="t"/>
              <a:pathLst>
                <a:path extrusionOk="0" h="34717" w="18486">
                  <a:moveTo>
                    <a:pt x="8910" y="592"/>
                  </a:moveTo>
                  <a:cubicBezTo>
                    <a:pt x="9760" y="592"/>
                    <a:pt x="10759" y="1147"/>
                    <a:pt x="11757" y="2219"/>
                  </a:cubicBezTo>
                  <a:cubicBezTo>
                    <a:pt x="12792" y="3254"/>
                    <a:pt x="13864" y="4844"/>
                    <a:pt x="14936" y="6766"/>
                  </a:cubicBezTo>
                  <a:cubicBezTo>
                    <a:pt x="16082" y="8800"/>
                    <a:pt x="16822" y="12090"/>
                    <a:pt x="17265" y="15528"/>
                  </a:cubicBezTo>
                  <a:cubicBezTo>
                    <a:pt x="17709" y="19004"/>
                    <a:pt x="17857" y="22553"/>
                    <a:pt x="17857" y="25141"/>
                  </a:cubicBezTo>
                  <a:cubicBezTo>
                    <a:pt x="17857" y="26361"/>
                    <a:pt x="17820" y="27359"/>
                    <a:pt x="17783" y="28024"/>
                  </a:cubicBezTo>
                  <a:cubicBezTo>
                    <a:pt x="17635" y="29799"/>
                    <a:pt x="17376" y="31241"/>
                    <a:pt x="16785" y="32239"/>
                  </a:cubicBezTo>
                  <a:cubicBezTo>
                    <a:pt x="16193" y="33237"/>
                    <a:pt x="15306" y="33866"/>
                    <a:pt x="13716" y="34051"/>
                  </a:cubicBezTo>
                  <a:cubicBezTo>
                    <a:pt x="13494" y="34088"/>
                    <a:pt x="13199" y="34125"/>
                    <a:pt x="12903" y="34125"/>
                  </a:cubicBezTo>
                  <a:cubicBezTo>
                    <a:pt x="11276" y="34125"/>
                    <a:pt x="9095" y="33607"/>
                    <a:pt x="7283" y="33016"/>
                  </a:cubicBezTo>
                  <a:cubicBezTo>
                    <a:pt x="6396" y="32720"/>
                    <a:pt x="5583" y="32387"/>
                    <a:pt x="4954" y="32128"/>
                  </a:cubicBezTo>
                  <a:cubicBezTo>
                    <a:pt x="4621" y="31980"/>
                    <a:pt x="4363" y="31869"/>
                    <a:pt x="4141" y="31759"/>
                  </a:cubicBezTo>
                  <a:cubicBezTo>
                    <a:pt x="3956" y="31685"/>
                    <a:pt x="3808" y="31574"/>
                    <a:pt x="3734" y="31537"/>
                  </a:cubicBezTo>
                  <a:cubicBezTo>
                    <a:pt x="3512" y="31352"/>
                    <a:pt x="3217" y="31130"/>
                    <a:pt x="3032" y="30908"/>
                  </a:cubicBezTo>
                  <a:cubicBezTo>
                    <a:pt x="2810" y="30649"/>
                    <a:pt x="2699" y="30428"/>
                    <a:pt x="2699" y="30132"/>
                  </a:cubicBezTo>
                  <a:cubicBezTo>
                    <a:pt x="2699" y="29873"/>
                    <a:pt x="2810" y="29540"/>
                    <a:pt x="3217" y="29097"/>
                  </a:cubicBezTo>
                  <a:cubicBezTo>
                    <a:pt x="3771" y="28468"/>
                    <a:pt x="3993" y="27729"/>
                    <a:pt x="3993" y="26989"/>
                  </a:cubicBezTo>
                  <a:cubicBezTo>
                    <a:pt x="3993" y="25843"/>
                    <a:pt x="3586" y="24586"/>
                    <a:pt x="3438" y="22959"/>
                  </a:cubicBezTo>
                  <a:cubicBezTo>
                    <a:pt x="3291" y="21739"/>
                    <a:pt x="2588" y="19373"/>
                    <a:pt x="1923" y="16859"/>
                  </a:cubicBezTo>
                  <a:cubicBezTo>
                    <a:pt x="1257" y="14345"/>
                    <a:pt x="592" y="11720"/>
                    <a:pt x="592" y="10168"/>
                  </a:cubicBezTo>
                  <a:cubicBezTo>
                    <a:pt x="592" y="9650"/>
                    <a:pt x="703" y="9280"/>
                    <a:pt x="814" y="9058"/>
                  </a:cubicBezTo>
                  <a:cubicBezTo>
                    <a:pt x="1072" y="8578"/>
                    <a:pt x="1627" y="7838"/>
                    <a:pt x="2255" y="7025"/>
                  </a:cubicBezTo>
                  <a:cubicBezTo>
                    <a:pt x="3254" y="5805"/>
                    <a:pt x="4511" y="4400"/>
                    <a:pt x="5509" y="3291"/>
                  </a:cubicBezTo>
                  <a:cubicBezTo>
                    <a:pt x="5989" y="2700"/>
                    <a:pt x="6433" y="2219"/>
                    <a:pt x="6729" y="1886"/>
                  </a:cubicBezTo>
                  <a:cubicBezTo>
                    <a:pt x="7062" y="1553"/>
                    <a:pt x="7246" y="1369"/>
                    <a:pt x="7246" y="1369"/>
                  </a:cubicBezTo>
                  <a:lnTo>
                    <a:pt x="7229" y="1351"/>
                  </a:lnTo>
                  <a:lnTo>
                    <a:pt x="7229" y="1351"/>
                  </a:lnTo>
                  <a:cubicBezTo>
                    <a:pt x="7813" y="809"/>
                    <a:pt x="8361" y="592"/>
                    <a:pt x="8910" y="592"/>
                  </a:cubicBezTo>
                  <a:close/>
                  <a:moveTo>
                    <a:pt x="8910" y="1"/>
                  </a:moveTo>
                  <a:cubicBezTo>
                    <a:pt x="8171" y="1"/>
                    <a:pt x="7431" y="296"/>
                    <a:pt x="6803" y="925"/>
                  </a:cubicBezTo>
                  <a:lnTo>
                    <a:pt x="6766" y="925"/>
                  </a:lnTo>
                  <a:cubicBezTo>
                    <a:pt x="6766" y="925"/>
                    <a:pt x="5435" y="2367"/>
                    <a:pt x="3956" y="4067"/>
                  </a:cubicBezTo>
                  <a:cubicBezTo>
                    <a:pt x="3217" y="4918"/>
                    <a:pt x="2440" y="5842"/>
                    <a:pt x="1775" y="6655"/>
                  </a:cubicBezTo>
                  <a:cubicBezTo>
                    <a:pt x="1109" y="7469"/>
                    <a:pt x="592" y="8208"/>
                    <a:pt x="259" y="8763"/>
                  </a:cubicBezTo>
                  <a:cubicBezTo>
                    <a:pt x="74" y="9132"/>
                    <a:pt x="0" y="9613"/>
                    <a:pt x="0" y="10168"/>
                  </a:cubicBezTo>
                  <a:cubicBezTo>
                    <a:pt x="0" y="11868"/>
                    <a:pt x="666" y="14493"/>
                    <a:pt x="1331" y="17007"/>
                  </a:cubicBezTo>
                  <a:cubicBezTo>
                    <a:pt x="1997" y="19521"/>
                    <a:pt x="2699" y="21924"/>
                    <a:pt x="2810" y="23033"/>
                  </a:cubicBezTo>
                  <a:cubicBezTo>
                    <a:pt x="2995" y="24697"/>
                    <a:pt x="3364" y="25991"/>
                    <a:pt x="3364" y="26989"/>
                  </a:cubicBezTo>
                  <a:cubicBezTo>
                    <a:pt x="3364" y="27655"/>
                    <a:pt x="3217" y="28172"/>
                    <a:pt x="2736" y="28690"/>
                  </a:cubicBezTo>
                  <a:cubicBezTo>
                    <a:pt x="2292" y="29208"/>
                    <a:pt x="2071" y="29688"/>
                    <a:pt x="2071" y="30132"/>
                  </a:cubicBezTo>
                  <a:cubicBezTo>
                    <a:pt x="2071" y="30612"/>
                    <a:pt x="2292" y="30982"/>
                    <a:pt x="2551" y="31278"/>
                  </a:cubicBezTo>
                  <a:cubicBezTo>
                    <a:pt x="2810" y="31574"/>
                    <a:pt x="3143" y="31832"/>
                    <a:pt x="3364" y="32017"/>
                  </a:cubicBezTo>
                  <a:cubicBezTo>
                    <a:pt x="3475" y="32128"/>
                    <a:pt x="3660" y="32202"/>
                    <a:pt x="3882" y="32313"/>
                  </a:cubicBezTo>
                  <a:cubicBezTo>
                    <a:pt x="4658" y="32720"/>
                    <a:pt x="6137" y="33311"/>
                    <a:pt x="7801" y="33829"/>
                  </a:cubicBezTo>
                  <a:cubicBezTo>
                    <a:pt x="9502" y="34309"/>
                    <a:pt x="11387" y="34716"/>
                    <a:pt x="12903" y="34716"/>
                  </a:cubicBezTo>
                  <a:cubicBezTo>
                    <a:pt x="13236" y="34716"/>
                    <a:pt x="13531" y="34716"/>
                    <a:pt x="13827" y="34679"/>
                  </a:cubicBezTo>
                  <a:cubicBezTo>
                    <a:pt x="15528" y="34457"/>
                    <a:pt x="16674" y="33718"/>
                    <a:pt x="17339" y="32535"/>
                  </a:cubicBezTo>
                  <a:cubicBezTo>
                    <a:pt x="18005" y="31389"/>
                    <a:pt x="18227" y="29873"/>
                    <a:pt x="18375" y="28061"/>
                  </a:cubicBezTo>
                  <a:cubicBezTo>
                    <a:pt x="18448" y="27359"/>
                    <a:pt x="18485" y="26361"/>
                    <a:pt x="18485" y="25141"/>
                  </a:cubicBezTo>
                  <a:cubicBezTo>
                    <a:pt x="18485" y="22553"/>
                    <a:pt x="18338" y="18930"/>
                    <a:pt x="17857" y="15454"/>
                  </a:cubicBezTo>
                  <a:cubicBezTo>
                    <a:pt x="17413" y="11979"/>
                    <a:pt x="16674" y="8615"/>
                    <a:pt x="15491" y="6471"/>
                  </a:cubicBezTo>
                  <a:cubicBezTo>
                    <a:pt x="14382" y="4511"/>
                    <a:pt x="13310" y="2921"/>
                    <a:pt x="12200" y="1775"/>
                  </a:cubicBezTo>
                  <a:cubicBezTo>
                    <a:pt x="11128" y="666"/>
                    <a:pt x="10019" y="1"/>
                    <a:pt x="89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45"/>
            <p:cNvSpPr/>
            <p:nvPr/>
          </p:nvSpPr>
          <p:spPr>
            <a:xfrm>
              <a:off x="5828100" y="2996750"/>
              <a:ext cx="275450" cy="262825"/>
            </a:xfrm>
            <a:custGeom>
              <a:rect b="b" l="l" r="r" t="t"/>
              <a:pathLst>
                <a:path extrusionOk="0" h="10513" w="11018">
                  <a:moveTo>
                    <a:pt x="7766" y="0"/>
                  </a:moveTo>
                  <a:cubicBezTo>
                    <a:pt x="7188" y="0"/>
                    <a:pt x="6562" y="157"/>
                    <a:pt x="5916" y="567"/>
                  </a:cubicBezTo>
                  <a:lnTo>
                    <a:pt x="1" y="8331"/>
                  </a:lnTo>
                  <a:lnTo>
                    <a:pt x="740" y="10512"/>
                  </a:lnTo>
                  <a:cubicBezTo>
                    <a:pt x="740" y="10512"/>
                    <a:pt x="4215" y="6815"/>
                    <a:pt x="5657" y="5928"/>
                  </a:cubicBezTo>
                  <a:cubicBezTo>
                    <a:pt x="7099" y="5078"/>
                    <a:pt x="11018" y="1639"/>
                    <a:pt x="11018" y="1639"/>
                  </a:cubicBezTo>
                  <a:cubicBezTo>
                    <a:pt x="11018" y="1639"/>
                    <a:pt x="9638" y="0"/>
                    <a:pt x="776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45"/>
            <p:cNvSpPr/>
            <p:nvPr/>
          </p:nvSpPr>
          <p:spPr>
            <a:xfrm>
              <a:off x="5820725" y="2989650"/>
              <a:ext cx="291150" cy="277325"/>
            </a:xfrm>
            <a:custGeom>
              <a:rect b="b" l="l" r="r" t="t"/>
              <a:pathLst>
                <a:path extrusionOk="0" h="11093" w="11646">
                  <a:moveTo>
                    <a:pt x="8060" y="592"/>
                  </a:moveTo>
                  <a:cubicBezTo>
                    <a:pt x="8910" y="592"/>
                    <a:pt x="9649" y="962"/>
                    <a:pt x="10204" y="1369"/>
                  </a:cubicBezTo>
                  <a:cubicBezTo>
                    <a:pt x="10463" y="1554"/>
                    <a:pt x="10685" y="1738"/>
                    <a:pt x="10832" y="1886"/>
                  </a:cubicBezTo>
                  <a:cubicBezTo>
                    <a:pt x="10838" y="1892"/>
                    <a:pt x="10843" y="1897"/>
                    <a:pt x="10848" y="1902"/>
                  </a:cubicBezTo>
                  <a:lnTo>
                    <a:pt x="10848" y="1902"/>
                  </a:lnTo>
                  <a:cubicBezTo>
                    <a:pt x="10749" y="1985"/>
                    <a:pt x="10619" y="2091"/>
                    <a:pt x="10463" y="2219"/>
                  </a:cubicBezTo>
                  <a:cubicBezTo>
                    <a:pt x="9871" y="2737"/>
                    <a:pt x="8984" y="3513"/>
                    <a:pt x="8097" y="4252"/>
                  </a:cubicBezTo>
                  <a:cubicBezTo>
                    <a:pt x="7209" y="4992"/>
                    <a:pt x="6322" y="5657"/>
                    <a:pt x="5804" y="5953"/>
                  </a:cubicBezTo>
                  <a:cubicBezTo>
                    <a:pt x="5398" y="6212"/>
                    <a:pt x="4917" y="6619"/>
                    <a:pt x="4400" y="7062"/>
                  </a:cubicBezTo>
                  <a:cubicBezTo>
                    <a:pt x="3195" y="8129"/>
                    <a:pt x="1809" y="9541"/>
                    <a:pt x="1170" y="10202"/>
                  </a:cubicBezTo>
                  <a:lnTo>
                    <a:pt x="1170" y="10202"/>
                  </a:lnTo>
                  <a:lnTo>
                    <a:pt x="665" y="8689"/>
                  </a:lnTo>
                  <a:lnTo>
                    <a:pt x="6456" y="1054"/>
                  </a:lnTo>
                  <a:lnTo>
                    <a:pt x="6456" y="1054"/>
                  </a:lnTo>
                  <a:cubicBezTo>
                    <a:pt x="7045" y="725"/>
                    <a:pt x="7569" y="592"/>
                    <a:pt x="8060" y="592"/>
                  </a:cubicBezTo>
                  <a:close/>
                  <a:moveTo>
                    <a:pt x="8060" y="1"/>
                  </a:moveTo>
                  <a:cubicBezTo>
                    <a:pt x="7431" y="1"/>
                    <a:pt x="6729" y="149"/>
                    <a:pt x="6063" y="592"/>
                  </a:cubicBezTo>
                  <a:lnTo>
                    <a:pt x="5952" y="666"/>
                  </a:lnTo>
                  <a:lnTo>
                    <a:pt x="74" y="8430"/>
                  </a:lnTo>
                  <a:cubicBezTo>
                    <a:pt x="0" y="8504"/>
                    <a:pt x="0" y="8615"/>
                    <a:pt x="37" y="8726"/>
                  </a:cubicBezTo>
                  <a:lnTo>
                    <a:pt x="739" y="10870"/>
                  </a:lnTo>
                  <a:cubicBezTo>
                    <a:pt x="776" y="10981"/>
                    <a:pt x="850" y="11055"/>
                    <a:pt x="961" y="11092"/>
                  </a:cubicBezTo>
                  <a:cubicBezTo>
                    <a:pt x="1072" y="11092"/>
                    <a:pt x="1183" y="11055"/>
                    <a:pt x="1257" y="10981"/>
                  </a:cubicBezTo>
                  <a:cubicBezTo>
                    <a:pt x="1257" y="10981"/>
                    <a:pt x="1479" y="10759"/>
                    <a:pt x="1812" y="10390"/>
                  </a:cubicBezTo>
                  <a:cubicBezTo>
                    <a:pt x="2329" y="9872"/>
                    <a:pt x="3179" y="9059"/>
                    <a:pt x="3993" y="8282"/>
                  </a:cubicBezTo>
                  <a:cubicBezTo>
                    <a:pt x="4806" y="7506"/>
                    <a:pt x="5620" y="6803"/>
                    <a:pt x="6137" y="6508"/>
                  </a:cubicBezTo>
                  <a:cubicBezTo>
                    <a:pt x="6877" y="6027"/>
                    <a:pt x="8207" y="4955"/>
                    <a:pt x="9354" y="3994"/>
                  </a:cubicBezTo>
                  <a:cubicBezTo>
                    <a:pt x="10537" y="2995"/>
                    <a:pt x="11498" y="2145"/>
                    <a:pt x="11498" y="2145"/>
                  </a:cubicBezTo>
                  <a:cubicBezTo>
                    <a:pt x="11646" y="2034"/>
                    <a:pt x="11646" y="1849"/>
                    <a:pt x="11535" y="1701"/>
                  </a:cubicBezTo>
                  <a:cubicBezTo>
                    <a:pt x="11535" y="1701"/>
                    <a:pt x="11165" y="1295"/>
                    <a:pt x="10574" y="851"/>
                  </a:cubicBezTo>
                  <a:cubicBezTo>
                    <a:pt x="9945" y="444"/>
                    <a:pt x="9095" y="1"/>
                    <a:pt x="80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45"/>
            <p:cNvSpPr/>
            <p:nvPr/>
          </p:nvSpPr>
          <p:spPr>
            <a:xfrm>
              <a:off x="5256900" y="3187450"/>
              <a:ext cx="816150" cy="609925"/>
            </a:xfrm>
            <a:custGeom>
              <a:rect b="b" l="l" r="r" t="t"/>
              <a:pathLst>
                <a:path extrusionOk="0" h="24397" w="32646">
                  <a:moveTo>
                    <a:pt x="29060" y="1"/>
                  </a:moveTo>
                  <a:cubicBezTo>
                    <a:pt x="29060" y="1"/>
                    <a:pt x="25732" y="1590"/>
                    <a:pt x="24032" y="3882"/>
                  </a:cubicBezTo>
                  <a:cubicBezTo>
                    <a:pt x="22294" y="6175"/>
                    <a:pt x="15381" y="17820"/>
                    <a:pt x="15381" y="17820"/>
                  </a:cubicBezTo>
                  <a:lnTo>
                    <a:pt x="149" y="15085"/>
                  </a:lnTo>
                  <a:lnTo>
                    <a:pt x="1" y="17118"/>
                  </a:lnTo>
                  <a:cubicBezTo>
                    <a:pt x="1" y="17118"/>
                    <a:pt x="8911" y="21702"/>
                    <a:pt x="13089" y="22738"/>
                  </a:cubicBezTo>
                  <a:cubicBezTo>
                    <a:pt x="16084" y="23453"/>
                    <a:pt x="18338" y="24397"/>
                    <a:pt x="19633" y="24397"/>
                  </a:cubicBezTo>
                  <a:cubicBezTo>
                    <a:pt x="20144" y="24397"/>
                    <a:pt x="20506" y="24250"/>
                    <a:pt x="20704" y="23884"/>
                  </a:cubicBezTo>
                  <a:cubicBezTo>
                    <a:pt x="21444" y="22590"/>
                    <a:pt x="27914" y="11794"/>
                    <a:pt x="27914" y="11794"/>
                  </a:cubicBezTo>
                  <a:lnTo>
                    <a:pt x="32646" y="8208"/>
                  </a:lnTo>
                  <a:lnTo>
                    <a:pt x="2906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45"/>
            <p:cNvSpPr/>
            <p:nvPr/>
          </p:nvSpPr>
          <p:spPr>
            <a:xfrm>
              <a:off x="5248600" y="3179325"/>
              <a:ext cx="832775" cy="625550"/>
            </a:xfrm>
            <a:custGeom>
              <a:rect b="b" l="l" r="r" t="t"/>
              <a:pathLst>
                <a:path extrusionOk="0" h="25022" w="33311">
                  <a:moveTo>
                    <a:pt x="29368" y="1"/>
                  </a:moveTo>
                  <a:cubicBezTo>
                    <a:pt x="29326" y="1"/>
                    <a:pt x="29284" y="10"/>
                    <a:pt x="29244" y="30"/>
                  </a:cubicBezTo>
                  <a:cubicBezTo>
                    <a:pt x="29244" y="67"/>
                    <a:pt x="25917" y="1620"/>
                    <a:pt x="24105" y="4023"/>
                  </a:cubicBezTo>
                  <a:cubicBezTo>
                    <a:pt x="23661" y="4614"/>
                    <a:pt x="22922" y="5760"/>
                    <a:pt x="21998" y="7202"/>
                  </a:cubicBezTo>
                  <a:cubicBezTo>
                    <a:pt x="19602" y="11029"/>
                    <a:pt x="16218" y="16711"/>
                    <a:pt x="15565" y="17810"/>
                  </a:cubicBezTo>
                  <a:lnTo>
                    <a:pt x="15565" y="17810"/>
                  </a:lnTo>
                  <a:lnTo>
                    <a:pt x="518" y="15114"/>
                  </a:lnTo>
                  <a:cubicBezTo>
                    <a:pt x="444" y="15114"/>
                    <a:pt x="333" y="15114"/>
                    <a:pt x="296" y="15188"/>
                  </a:cubicBezTo>
                  <a:cubicBezTo>
                    <a:pt x="222" y="15225"/>
                    <a:pt x="185" y="15299"/>
                    <a:pt x="148" y="15410"/>
                  </a:cubicBezTo>
                  <a:lnTo>
                    <a:pt x="37" y="17406"/>
                  </a:lnTo>
                  <a:cubicBezTo>
                    <a:pt x="0" y="17554"/>
                    <a:pt x="74" y="17665"/>
                    <a:pt x="185" y="17702"/>
                  </a:cubicBezTo>
                  <a:cubicBezTo>
                    <a:pt x="185" y="17702"/>
                    <a:pt x="2403" y="18848"/>
                    <a:pt x="5176" y="20142"/>
                  </a:cubicBezTo>
                  <a:cubicBezTo>
                    <a:pt x="7949" y="21436"/>
                    <a:pt x="11202" y="22841"/>
                    <a:pt x="13347" y="23358"/>
                  </a:cubicBezTo>
                  <a:cubicBezTo>
                    <a:pt x="14825" y="23691"/>
                    <a:pt x="16119" y="24098"/>
                    <a:pt x="17229" y="24430"/>
                  </a:cubicBezTo>
                  <a:cubicBezTo>
                    <a:pt x="18338" y="24763"/>
                    <a:pt x="19225" y="25022"/>
                    <a:pt x="19964" y="25022"/>
                  </a:cubicBezTo>
                  <a:cubicBezTo>
                    <a:pt x="20260" y="25022"/>
                    <a:pt x="20519" y="24985"/>
                    <a:pt x="20741" y="24874"/>
                  </a:cubicBezTo>
                  <a:cubicBezTo>
                    <a:pt x="20963" y="24763"/>
                    <a:pt x="21184" y="24578"/>
                    <a:pt x="21295" y="24357"/>
                  </a:cubicBezTo>
                  <a:cubicBezTo>
                    <a:pt x="21665" y="23728"/>
                    <a:pt x="23477" y="20696"/>
                    <a:pt x="25177" y="17813"/>
                  </a:cubicBezTo>
                  <a:cubicBezTo>
                    <a:pt x="26028" y="16408"/>
                    <a:pt x="26841" y="15003"/>
                    <a:pt x="27469" y="13968"/>
                  </a:cubicBezTo>
                  <a:cubicBezTo>
                    <a:pt x="28016" y="13068"/>
                    <a:pt x="28395" y="12447"/>
                    <a:pt x="28484" y="12300"/>
                  </a:cubicBezTo>
                  <a:lnTo>
                    <a:pt x="28484" y="12300"/>
                  </a:lnTo>
                  <a:lnTo>
                    <a:pt x="33163" y="8755"/>
                  </a:lnTo>
                  <a:cubicBezTo>
                    <a:pt x="33311" y="8644"/>
                    <a:pt x="33311" y="8459"/>
                    <a:pt x="33237" y="8348"/>
                  </a:cubicBezTo>
                  <a:cubicBezTo>
                    <a:pt x="33170" y="8259"/>
                    <a:pt x="33075" y="8210"/>
                    <a:pt x="32979" y="8210"/>
                  </a:cubicBezTo>
                  <a:cubicBezTo>
                    <a:pt x="32916" y="8210"/>
                    <a:pt x="32851" y="8231"/>
                    <a:pt x="32793" y="8274"/>
                  </a:cubicBezTo>
                  <a:lnTo>
                    <a:pt x="28061" y="11860"/>
                  </a:lnTo>
                  <a:lnTo>
                    <a:pt x="27950" y="11971"/>
                  </a:lnTo>
                  <a:cubicBezTo>
                    <a:pt x="27950" y="11971"/>
                    <a:pt x="26360" y="14633"/>
                    <a:pt x="24660" y="17517"/>
                  </a:cubicBezTo>
                  <a:cubicBezTo>
                    <a:pt x="22922" y="20364"/>
                    <a:pt x="21147" y="23395"/>
                    <a:pt x="20778" y="24061"/>
                  </a:cubicBezTo>
                  <a:cubicBezTo>
                    <a:pt x="20704" y="24172"/>
                    <a:pt x="20630" y="24246"/>
                    <a:pt x="20482" y="24320"/>
                  </a:cubicBezTo>
                  <a:cubicBezTo>
                    <a:pt x="20371" y="24357"/>
                    <a:pt x="20186" y="24393"/>
                    <a:pt x="19964" y="24393"/>
                  </a:cubicBezTo>
                  <a:cubicBezTo>
                    <a:pt x="19373" y="24393"/>
                    <a:pt x="18486" y="24172"/>
                    <a:pt x="17413" y="23839"/>
                  </a:cubicBezTo>
                  <a:cubicBezTo>
                    <a:pt x="16304" y="23543"/>
                    <a:pt x="15010" y="23100"/>
                    <a:pt x="13494" y="22730"/>
                  </a:cubicBezTo>
                  <a:cubicBezTo>
                    <a:pt x="11461" y="22249"/>
                    <a:pt x="8171" y="20844"/>
                    <a:pt x="5435" y="19587"/>
                  </a:cubicBezTo>
                  <a:cubicBezTo>
                    <a:pt x="4067" y="18959"/>
                    <a:pt x="2810" y="18330"/>
                    <a:pt x="1923" y="17887"/>
                  </a:cubicBezTo>
                  <a:cubicBezTo>
                    <a:pt x="1318" y="17584"/>
                    <a:pt x="868" y="17351"/>
                    <a:pt x="643" y="17233"/>
                  </a:cubicBezTo>
                  <a:lnTo>
                    <a:pt x="643" y="17233"/>
                  </a:lnTo>
                  <a:lnTo>
                    <a:pt x="740" y="15779"/>
                  </a:lnTo>
                  <a:lnTo>
                    <a:pt x="15676" y="18441"/>
                  </a:lnTo>
                  <a:cubicBezTo>
                    <a:pt x="15695" y="18448"/>
                    <a:pt x="15716" y="18451"/>
                    <a:pt x="15737" y="18451"/>
                  </a:cubicBezTo>
                  <a:cubicBezTo>
                    <a:pt x="15836" y="18451"/>
                    <a:pt x="15941" y="18385"/>
                    <a:pt x="15972" y="18293"/>
                  </a:cubicBezTo>
                  <a:cubicBezTo>
                    <a:pt x="15972" y="18293"/>
                    <a:pt x="16415" y="17591"/>
                    <a:pt x="17081" y="16445"/>
                  </a:cubicBezTo>
                  <a:cubicBezTo>
                    <a:pt x="18116" y="14781"/>
                    <a:pt x="19669" y="12156"/>
                    <a:pt x="21110" y="9790"/>
                  </a:cubicBezTo>
                  <a:cubicBezTo>
                    <a:pt x="22589" y="7424"/>
                    <a:pt x="23957" y="5243"/>
                    <a:pt x="24586" y="4392"/>
                  </a:cubicBezTo>
                  <a:cubicBezTo>
                    <a:pt x="25436" y="3283"/>
                    <a:pt x="26656" y="2322"/>
                    <a:pt x="27691" y="1656"/>
                  </a:cubicBezTo>
                  <a:cubicBezTo>
                    <a:pt x="28209" y="1324"/>
                    <a:pt x="28652" y="1065"/>
                    <a:pt x="28985" y="880"/>
                  </a:cubicBezTo>
                  <a:cubicBezTo>
                    <a:pt x="29170" y="769"/>
                    <a:pt x="29281" y="695"/>
                    <a:pt x="29392" y="658"/>
                  </a:cubicBezTo>
                  <a:cubicBezTo>
                    <a:pt x="29466" y="621"/>
                    <a:pt x="29503" y="584"/>
                    <a:pt x="29503" y="584"/>
                  </a:cubicBezTo>
                  <a:cubicBezTo>
                    <a:pt x="29688" y="510"/>
                    <a:pt x="29725" y="326"/>
                    <a:pt x="29651" y="178"/>
                  </a:cubicBezTo>
                  <a:cubicBezTo>
                    <a:pt x="29597" y="69"/>
                    <a:pt x="29483" y="1"/>
                    <a:pt x="293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45"/>
            <p:cNvSpPr/>
            <p:nvPr/>
          </p:nvSpPr>
          <p:spPr>
            <a:xfrm>
              <a:off x="5945500" y="3431225"/>
              <a:ext cx="158050" cy="58725"/>
            </a:xfrm>
            <a:custGeom>
              <a:rect b="b" l="l" r="r" t="t"/>
              <a:pathLst>
                <a:path extrusionOk="0" h="2349" w="6322">
                  <a:moveTo>
                    <a:pt x="5955" y="1"/>
                  </a:moveTo>
                  <a:cubicBezTo>
                    <a:pt x="5929" y="1"/>
                    <a:pt x="5903" y="4"/>
                    <a:pt x="5878" y="10"/>
                  </a:cubicBezTo>
                  <a:lnTo>
                    <a:pt x="259" y="1747"/>
                  </a:lnTo>
                  <a:cubicBezTo>
                    <a:pt x="111" y="1784"/>
                    <a:pt x="0" y="1969"/>
                    <a:pt x="74" y="2117"/>
                  </a:cubicBezTo>
                  <a:cubicBezTo>
                    <a:pt x="105" y="2271"/>
                    <a:pt x="238" y="2348"/>
                    <a:pt x="368" y="2348"/>
                  </a:cubicBezTo>
                  <a:cubicBezTo>
                    <a:pt x="393" y="2348"/>
                    <a:pt x="419" y="2345"/>
                    <a:pt x="444" y="2339"/>
                  </a:cubicBezTo>
                  <a:lnTo>
                    <a:pt x="6063" y="601"/>
                  </a:lnTo>
                  <a:cubicBezTo>
                    <a:pt x="6211" y="564"/>
                    <a:pt x="6322" y="380"/>
                    <a:pt x="6248" y="232"/>
                  </a:cubicBezTo>
                  <a:cubicBezTo>
                    <a:pt x="6217" y="78"/>
                    <a:pt x="6084" y="1"/>
                    <a:pt x="59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45"/>
            <p:cNvSpPr/>
            <p:nvPr/>
          </p:nvSpPr>
          <p:spPr>
            <a:xfrm>
              <a:off x="5066625" y="3521850"/>
              <a:ext cx="194000" cy="95400"/>
            </a:xfrm>
            <a:custGeom>
              <a:rect b="b" l="l" r="r" t="t"/>
              <a:pathLst>
                <a:path extrusionOk="0" h="3816" w="7760">
                  <a:moveTo>
                    <a:pt x="3169" y="1"/>
                  </a:moveTo>
                  <a:cubicBezTo>
                    <a:pt x="2001" y="1"/>
                    <a:pt x="1" y="2029"/>
                    <a:pt x="144" y="2744"/>
                  </a:cubicBezTo>
                  <a:cubicBezTo>
                    <a:pt x="168" y="2894"/>
                    <a:pt x="286" y="2953"/>
                    <a:pt x="457" y="2953"/>
                  </a:cubicBezTo>
                  <a:cubicBezTo>
                    <a:pt x="1087" y="2953"/>
                    <a:pt x="2436" y="2152"/>
                    <a:pt x="2436" y="2152"/>
                  </a:cubicBezTo>
                  <a:cubicBezTo>
                    <a:pt x="2436" y="2152"/>
                    <a:pt x="2843" y="2855"/>
                    <a:pt x="4580" y="3446"/>
                  </a:cubicBezTo>
                  <a:cubicBezTo>
                    <a:pt x="5449" y="3742"/>
                    <a:pt x="6207" y="3816"/>
                    <a:pt x="6748" y="3816"/>
                  </a:cubicBezTo>
                  <a:cubicBezTo>
                    <a:pt x="7288" y="3816"/>
                    <a:pt x="7612" y="3742"/>
                    <a:pt x="7612" y="3742"/>
                  </a:cubicBezTo>
                  <a:lnTo>
                    <a:pt x="7760" y="1709"/>
                  </a:lnTo>
                  <a:cubicBezTo>
                    <a:pt x="7760" y="1709"/>
                    <a:pt x="4432" y="156"/>
                    <a:pt x="3286" y="8"/>
                  </a:cubicBezTo>
                  <a:cubicBezTo>
                    <a:pt x="3248" y="3"/>
                    <a:pt x="3209" y="1"/>
                    <a:pt x="31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45"/>
            <p:cNvSpPr/>
            <p:nvPr/>
          </p:nvSpPr>
          <p:spPr>
            <a:xfrm>
              <a:off x="5061900" y="3513725"/>
              <a:ext cx="206125" cy="110925"/>
            </a:xfrm>
            <a:custGeom>
              <a:rect b="b" l="l" r="r" t="t"/>
              <a:pathLst>
                <a:path extrusionOk="0" h="4437" w="8245">
                  <a:moveTo>
                    <a:pt x="3438" y="629"/>
                  </a:moveTo>
                  <a:cubicBezTo>
                    <a:pt x="3697" y="666"/>
                    <a:pt x="4104" y="777"/>
                    <a:pt x="4548" y="924"/>
                  </a:cubicBezTo>
                  <a:cubicBezTo>
                    <a:pt x="5250" y="1183"/>
                    <a:pt x="6063" y="1553"/>
                    <a:pt x="6692" y="1812"/>
                  </a:cubicBezTo>
                  <a:cubicBezTo>
                    <a:pt x="7025" y="1960"/>
                    <a:pt x="7283" y="2071"/>
                    <a:pt x="7505" y="2181"/>
                  </a:cubicBezTo>
                  <a:cubicBezTo>
                    <a:pt x="7542" y="2196"/>
                    <a:pt x="7575" y="2211"/>
                    <a:pt x="7605" y="2225"/>
                  </a:cubicBezTo>
                  <a:lnTo>
                    <a:pt x="7605" y="2225"/>
                  </a:lnTo>
                  <a:lnTo>
                    <a:pt x="7519" y="3787"/>
                  </a:lnTo>
                  <a:lnTo>
                    <a:pt x="7519" y="3787"/>
                  </a:lnTo>
                  <a:cubicBezTo>
                    <a:pt x="7386" y="3797"/>
                    <a:pt x="7197" y="3808"/>
                    <a:pt x="6951" y="3808"/>
                  </a:cubicBezTo>
                  <a:cubicBezTo>
                    <a:pt x="6433" y="3808"/>
                    <a:pt x="5694" y="3771"/>
                    <a:pt x="4880" y="3475"/>
                  </a:cubicBezTo>
                  <a:cubicBezTo>
                    <a:pt x="4030" y="3217"/>
                    <a:pt x="3549" y="2884"/>
                    <a:pt x="3254" y="2662"/>
                  </a:cubicBezTo>
                  <a:cubicBezTo>
                    <a:pt x="3106" y="2551"/>
                    <a:pt x="2995" y="2440"/>
                    <a:pt x="2958" y="2403"/>
                  </a:cubicBezTo>
                  <a:lnTo>
                    <a:pt x="2884" y="2329"/>
                  </a:lnTo>
                  <a:cubicBezTo>
                    <a:pt x="2835" y="2231"/>
                    <a:pt x="2720" y="2165"/>
                    <a:pt x="2615" y="2165"/>
                  </a:cubicBezTo>
                  <a:cubicBezTo>
                    <a:pt x="2563" y="2165"/>
                    <a:pt x="2514" y="2181"/>
                    <a:pt x="2477" y="2218"/>
                  </a:cubicBezTo>
                  <a:lnTo>
                    <a:pt x="2403" y="2255"/>
                  </a:lnTo>
                  <a:cubicBezTo>
                    <a:pt x="2292" y="2329"/>
                    <a:pt x="1960" y="2514"/>
                    <a:pt x="1590" y="2662"/>
                  </a:cubicBezTo>
                  <a:cubicBezTo>
                    <a:pt x="1405" y="2736"/>
                    <a:pt x="1220" y="2810"/>
                    <a:pt x="1072" y="2884"/>
                  </a:cubicBezTo>
                  <a:cubicBezTo>
                    <a:pt x="887" y="2921"/>
                    <a:pt x="740" y="2958"/>
                    <a:pt x="666" y="2958"/>
                  </a:cubicBezTo>
                  <a:lnTo>
                    <a:pt x="622" y="2958"/>
                  </a:lnTo>
                  <a:cubicBezTo>
                    <a:pt x="621" y="2855"/>
                    <a:pt x="726" y="2629"/>
                    <a:pt x="887" y="2403"/>
                  </a:cubicBezTo>
                  <a:cubicBezTo>
                    <a:pt x="1146" y="2034"/>
                    <a:pt x="1590" y="1553"/>
                    <a:pt x="2071" y="1220"/>
                  </a:cubicBezTo>
                  <a:cubicBezTo>
                    <a:pt x="2551" y="851"/>
                    <a:pt x="3069" y="629"/>
                    <a:pt x="3364" y="629"/>
                  </a:cubicBezTo>
                  <a:close/>
                  <a:moveTo>
                    <a:pt x="3364" y="0"/>
                  </a:moveTo>
                  <a:cubicBezTo>
                    <a:pt x="2995" y="0"/>
                    <a:pt x="2625" y="148"/>
                    <a:pt x="2255" y="370"/>
                  </a:cubicBezTo>
                  <a:cubicBezTo>
                    <a:pt x="1701" y="666"/>
                    <a:pt x="1183" y="1109"/>
                    <a:pt x="740" y="1590"/>
                  </a:cubicBezTo>
                  <a:cubicBezTo>
                    <a:pt x="555" y="1849"/>
                    <a:pt x="370" y="2071"/>
                    <a:pt x="222" y="2292"/>
                  </a:cubicBezTo>
                  <a:cubicBezTo>
                    <a:pt x="111" y="2514"/>
                    <a:pt x="0" y="2736"/>
                    <a:pt x="0" y="2995"/>
                  </a:cubicBezTo>
                  <a:lnTo>
                    <a:pt x="0" y="3106"/>
                  </a:lnTo>
                  <a:cubicBezTo>
                    <a:pt x="37" y="3254"/>
                    <a:pt x="148" y="3402"/>
                    <a:pt x="259" y="3475"/>
                  </a:cubicBezTo>
                  <a:cubicBezTo>
                    <a:pt x="407" y="3549"/>
                    <a:pt x="518" y="3586"/>
                    <a:pt x="666" y="3586"/>
                  </a:cubicBezTo>
                  <a:cubicBezTo>
                    <a:pt x="887" y="3586"/>
                    <a:pt x="1109" y="3512"/>
                    <a:pt x="1331" y="3438"/>
                  </a:cubicBezTo>
                  <a:cubicBezTo>
                    <a:pt x="1796" y="3267"/>
                    <a:pt x="2277" y="3015"/>
                    <a:pt x="2549" y="2864"/>
                  </a:cubicBezTo>
                  <a:lnTo>
                    <a:pt x="2549" y="2864"/>
                  </a:lnTo>
                  <a:cubicBezTo>
                    <a:pt x="2821" y="3156"/>
                    <a:pt x="3437" y="3656"/>
                    <a:pt x="4695" y="4067"/>
                  </a:cubicBezTo>
                  <a:cubicBezTo>
                    <a:pt x="5583" y="4363"/>
                    <a:pt x="6359" y="4437"/>
                    <a:pt x="6951" y="4437"/>
                  </a:cubicBezTo>
                  <a:cubicBezTo>
                    <a:pt x="7505" y="4437"/>
                    <a:pt x="7838" y="4363"/>
                    <a:pt x="7875" y="4363"/>
                  </a:cubicBezTo>
                  <a:cubicBezTo>
                    <a:pt x="7986" y="4326"/>
                    <a:pt x="8097" y="4215"/>
                    <a:pt x="8097" y="4067"/>
                  </a:cubicBezTo>
                  <a:lnTo>
                    <a:pt x="8245" y="2071"/>
                  </a:lnTo>
                  <a:cubicBezTo>
                    <a:pt x="8245" y="1923"/>
                    <a:pt x="8171" y="1812"/>
                    <a:pt x="8060" y="1775"/>
                  </a:cubicBezTo>
                  <a:cubicBezTo>
                    <a:pt x="8060" y="1775"/>
                    <a:pt x="7246" y="1368"/>
                    <a:pt x="6248" y="961"/>
                  </a:cubicBezTo>
                  <a:cubicBezTo>
                    <a:pt x="5768" y="740"/>
                    <a:pt x="5250" y="518"/>
                    <a:pt x="4769" y="370"/>
                  </a:cubicBezTo>
                  <a:cubicBezTo>
                    <a:pt x="4289" y="185"/>
                    <a:pt x="3845" y="74"/>
                    <a:pt x="3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45"/>
            <p:cNvSpPr/>
            <p:nvPr/>
          </p:nvSpPr>
          <p:spPr>
            <a:xfrm>
              <a:off x="5958425" y="4206925"/>
              <a:ext cx="147900" cy="871025"/>
            </a:xfrm>
            <a:custGeom>
              <a:rect b="b" l="l" r="r" t="t"/>
              <a:pathLst>
                <a:path extrusionOk="0" h="34841" w="5916">
                  <a:moveTo>
                    <a:pt x="3402" y="0"/>
                  </a:moveTo>
                  <a:lnTo>
                    <a:pt x="38" y="34235"/>
                  </a:lnTo>
                  <a:cubicBezTo>
                    <a:pt x="1" y="34531"/>
                    <a:pt x="185" y="34790"/>
                    <a:pt x="481" y="34827"/>
                  </a:cubicBezTo>
                  <a:cubicBezTo>
                    <a:pt x="525" y="34836"/>
                    <a:pt x="567" y="34841"/>
                    <a:pt x="609" y="34841"/>
                  </a:cubicBezTo>
                  <a:cubicBezTo>
                    <a:pt x="887" y="34841"/>
                    <a:pt x="1119" y="34635"/>
                    <a:pt x="1184" y="34346"/>
                  </a:cubicBezTo>
                  <a:lnTo>
                    <a:pt x="5916" y="555"/>
                  </a:lnTo>
                  <a:lnTo>
                    <a:pt x="340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45"/>
            <p:cNvSpPr/>
            <p:nvPr/>
          </p:nvSpPr>
          <p:spPr>
            <a:xfrm>
              <a:off x="5951950" y="4199525"/>
              <a:ext cx="162700" cy="886400"/>
            </a:xfrm>
            <a:custGeom>
              <a:rect b="b" l="l" r="r" t="t"/>
              <a:pathLst>
                <a:path extrusionOk="0" h="35456" w="6508">
                  <a:moveTo>
                    <a:pt x="3920" y="703"/>
                  </a:moveTo>
                  <a:lnTo>
                    <a:pt x="5835" y="1125"/>
                  </a:lnTo>
                  <a:lnTo>
                    <a:pt x="5835" y="1125"/>
                  </a:lnTo>
                  <a:lnTo>
                    <a:pt x="1110" y="34605"/>
                  </a:lnTo>
                  <a:cubicBezTo>
                    <a:pt x="1110" y="34753"/>
                    <a:pt x="999" y="34827"/>
                    <a:pt x="851" y="34827"/>
                  </a:cubicBezTo>
                  <a:lnTo>
                    <a:pt x="814" y="34827"/>
                  </a:lnTo>
                  <a:cubicBezTo>
                    <a:pt x="666" y="34790"/>
                    <a:pt x="592" y="34716"/>
                    <a:pt x="592" y="34568"/>
                  </a:cubicBezTo>
                  <a:lnTo>
                    <a:pt x="3920" y="703"/>
                  </a:lnTo>
                  <a:close/>
                  <a:moveTo>
                    <a:pt x="3698" y="0"/>
                  </a:moveTo>
                  <a:cubicBezTo>
                    <a:pt x="3624" y="0"/>
                    <a:pt x="3550" y="0"/>
                    <a:pt x="3476" y="74"/>
                  </a:cubicBezTo>
                  <a:cubicBezTo>
                    <a:pt x="3402" y="111"/>
                    <a:pt x="3328" y="185"/>
                    <a:pt x="3328" y="296"/>
                  </a:cubicBezTo>
                  <a:lnTo>
                    <a:pt x="1" y="34494"/>
                  </a:lnTo>
                  <a:lnTo>
                    <a:pt x="1" y="34568"/>
                  </a:lnTo>
                  <a:cubicBezTo>
                    <a:pt x="1" y="34975"/>
                    <a:pt x="260" y="35344"/>
                    <a:pt x="666" y="35418"/>
                  </a:cubicBezTo>
                  <a:cubicBezTo>
                    <a:pt x="740" y="35455"/>
                    <a:pt x="777" y="35455"/>
                    <a:pt x="851" y="35455"/>
                  </a:cubicBezTo>
                  <a:cubicBezTo>
                    <a:pt x="1295" y="35455"/>
                    <a:pt x="1665" y="35160"/>
                    <a:pt x="1738" y="34716"/>
                  </a:cubicBezTo>
                  <a:lnTo>
                    <a:pt x="6471" y="925"/>
                  </a:lnTo>
                  <a:cubicBezTo>
                    <a:pt x="6508" y="740"/>
                    <a:pt x="6397" y="592"/>
                    <a:pt x="6249" y="555"/>
                  </a:cubicBezTo>
                  <a:lnTo>
                    <a:pt x="369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45"/>
            <p:cNvSpPr/>
            <p:nvPr/>
          </p:nvSpPr>
          <p:spPr>
            <a:xfrm>
              <a:off x="6388200" y="4228175"/>
              <a:ext cx="260675" cy="847075"/>
            </a:xfrm>
            <a:custGeom>
              <a:rect b="b" l="l" r="r" t="t"/>
              <a:pathLst>
                <a:path extrusionOk="0" h="33883" w="10427">
                  <a:moveTo>
                    <a:pt x="2367" y="1"/>
                  </a:moveTo>
                  <a:lnTo>
                    <a:pt x="1" y="1258"/>
                  </a:lnTo>
                  <a:lnTo>
                    <a:pt x="9244" y="33459"/>
                  </a:lnTo>
                  <a:cubicBezTo>
                    <a:pt x="9307" y="33711"/>
                    <a:pt x="9503" y="33882"/>
                    <a:pt x="9743" y="33882"/>
                  </a:cubicBezTo>
                  <a:cubicBezTo>
                    <a:pt x="9785" y="33882"/>
                    <a:pt x="9828" y="33877"/>
                    <a:pt x="9872" y="33866"/>
                  </a:cubicBezTo>
                  <a:cubicBezTo>
                    <a:pt x="10205" y="33829"/>
                    <a:pt x="10427" y="33496"/>
                    <a:pt x="10316" y="33200"/>
                  </a:cubicBezTo>
                  <a:lnTo>
                    <a:pt x="23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45"/>
            <p:cNvSpPr/>
            <p:nvPr/>
          </p:nvSpPr>
          <p:spPr>
            <a:xfrm>
              <a:off x="6379900" y="4220175"/>
              <a:ext cx="274525" cy="862975"/>
            </a:xfrm>
            <a:custGeom>
              <a:rect b="b" l="l" r="r" t="t"/>
              <a:pathLst>
                <a:path extrusionOk="0" h="34519" w="10981">
                  <a:moveTo>
                    <a:pt x="2493" y="769"/>
                  </a:moveTo>
                  <a:lnTo>
                    <a:pt x="10352" y="33594"/>
                  </a:lnTo>
                  <a:lnTo>
                    <a:pt x="10352" y="33631"/>
                  </a:lnTo>
                  <a:cubicBezTo>
                    <a:pt x="10352" y="33779"/>
                    <a:pt x="10278" y="33890"/>
                    <a:pt x="10130" y="33890"/>
                  </a:cubicBezTo>
                  <a:lnTo>
                    <a:pt x="10093" y="33890"/>
                  </a:lnTo>
                  <a:cubicBezTo>
                    <a:pt x="9982" y="33890"/>
                    <a:pt x="9871" y="33816"/>
                    <a:pt x="9871" y="33705"/>
                  </a:cubicBezTo>
                  <a:lnTo>
                    <a:pt x="703" y="1725"/>
                  </a:lnTo>
                  <a:lnTo>
                    <a:pt x="2493" y="769"/>
                  </a:lnTo>
                  <a:close/>
                  <a:moveTo>
                    <a:pt x="2741" y="1"/>
                  </a:moveTo>
                  <a:cubicBezTo>
                    <a:pt x="2687" y="1"/>
                    <a:pt x="2631" y="18"/>
                    <a:pt x="2588" y="62"/>
                  </a:cubicBezTo>
                  <a:lnTo>
                    <a:pt x="185" y="1319"/>
                  </a:lnTo>
                  <a:cubicBezTo>
                    <a:pt x="74" y="1393"/>
                    <a:pt x="0" y="1541"/>
                    <a:pt x="37" y="1688"/>
                  </a:cubicBezTo>
                  <a:lnTo>
                    <a:pt x="9280" y="33890"/>
                  </a:lnTo>
                  <a:cubicBezTo>
                    <a:pt x="9391" y="34260"/>
                    <a:pt x="9723" y="34518"/>
                    <a:pt x="10093" y="34518"/>
                  </a:cubicBezTo>
                  <a:lnTo>
                    <a:pt x="10241" y="34518"/>
                  </a:lnTo>
                  <a:cubicBezTo>
                    <a:pt x="10685" y="34445"/>
                    <a:pt x="10980" y="34075"/>
                    <a:pt x="10980" y="33631"/>
                  </a:cubicBezTo>
                  <a:cubicBezTo>
                    <a:pt x="10980" y="33557"/>
                    <a:pt x="10980" y="33520"/>
                    <a:pt x="10980" y="33446"/>
                  </a:cubicBezTo>
                  <a:lnTo>
                    <a:pt x="3032" y="247"/>
                  </a:lnTo>
                  <a:cubicBezTo>
                    <a:pt x="2995" y="173"/>
                    <a:pt x="2921" y="62"/>
                    <a:pt x="2847" y="25"/>
                  </a:cubicBezTo>
                  <a:cubicBezTo>
                    <a:pt x="2816" y="9"/>
                    <a:pt x="2779" y="1"/>
                    <a:pt x="27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45"/>
            <p:cNvSpPr/>
            <p:nvPr/>
          </p:nvSpPr>
          <p:spPr>
            <a:xfrm>
              <a:off x="6024975" y="4218000"/>
              <a:ext cx="189500" cy="859700"/>
            </a:xfrm>
            <a:custGeom>
              <a:rect b="b" l="l" r="r" t="t"/>
              <a:pathLst>
                <a:path extrusionOk="0" h="34388" w="7580">
                  <a:moveTo>
                    <a:pt x="2478" y="1"/>
                  </a:moveTo>
                  <a:lnTo>
                    <a:pt x="1" y="1073"/>
                  </a:lnTo>
                  <a:lnTo>
                    <a:pt x="6433" y="33940"/>
                  </a:lnTo>
                  <a:cubicBezTo>
                    <a:pt x="6468" y="34180"/>
                    <a:pt x="6692" y="34388"/>
                    <a:pt x="6960" y="34388"/>
                  </a:cubicBezTo>
                  <a:cubicBezTo>
                    <a:pt x="6981" y="34388"/>
                    <a:pt x="7003" y="34386"/>
                    <a:pt x="7025" y="34384"/>
                  </a:cubicBezTo>
                  <a:cubicBezTo>
                    <a:pt x="7358" y="34384"/>
                    <a:pt x="7579" y="34088"/>
                    <a:pt x="7543" y="33755"/>
                  </a:cubicBezTo>
                  <a:lnTo>
                    <a:pt x="247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45"/>
            <p:cNvSpPr/>
            <p:nvPr/>
          </p:nvSpPr>
          <p:spPr>
            <a:xfrm>
              <a:off x="6016650" y="4210000"/>
              <a:ext cx="205225" cy="875925"/>
            </a:xfrm>
            <a:custGeom>
              <a:rect b="b" l="l" r="r" t="t"/>
              <a:pathLst>
                <a:path extrusionOk="0" h="35037" w="8209">
                  <a:moveTo>
                    <a:pt x="2576" y="766"/>
                  </a:moveTo>
                  <a:lnTo>
                    <a:pt x="7580" y="34112"/>
                  </a:lnTo>
                  <a:lnTo>
                    <a:pt x="7580" y="34149"/>
                  </a:lnTo>
                  <a:cubicBezTo>
                    <a:pt x="7580" y="34297"/>
                    <a:pt x="7469" y="34408"/>
                    <a:pt x="7321" y="34408"/>
                  </a:cubicBezTo>
                  <a:cubicBezTo>
                    <a:pt x="7173" y="34408"/>
                    <a:pt x="7062" y="34334"/>
                    <a:pt x="7062" y="34186"/>
                  </a:cubicBezTo>
                  <a:lnTo>
                    <a:pt x="703" y="1578"/>
                  </a:lnTo>
                  <a:lnTo>
                    <a:pt x="2576" y="766"/>
                  </a:lnTo>
                  <a:close/>
                  <a:moveTo>
                    <a:pt x="2805" y="1"/>
                  </a:moveTo>
                  <a:cubicBezTo>
                    <a:pt x="2767" y="1"/>
                    <a:pt x="2730" y="10"/>
                    <a:pt x="2700" y="25"/>
                  </a:cubicBezTo>
                  <a:lnTo>
                    <a:pt x="223" y="1097"/>
                  </a:lnTo>
                  <a:cubicBezTo>
                    <a:pt x="75" y="1134"/>
                    <a:pt x="1" y="1282"/>
                    <a:pt x="38" y="1430"/>
                  </a:cubicBezTo>
                  <a:lnTo>
                    <a:pt x="6434" y="34334"/>
                  </a:lnTo>
                  <a:cubicBezTo>
                    <a:pt x="6545" y="34741"/>
                    <a:pt x="6877" y="35036"/>
                    <a:pt x="7321" y="35036"/>
                  </a:cubicBezTo>
                  <a:lnTo>
                    <a:pt x="7358" y="35036"/>
                  </a:lnTo>
                  <a:cubicBezTo>
                    <a:pt x="7839" y="34999"/>
                    <a:pt x="8208" y="34593"/>
                    <a:pt x="8208" y="34149"/>
                  </a:cubicBezTo>
                  <a:lnTo>
                    <a:pt x="8171" y="34001"/>
                  </a:lnTo>
                  <a:lnTo>
                    <a:pt x="3106" y="284"/>
                  </a:lnTo>
                  <a:cubicBezTo>
                    <a:pt x="3106" y="173"/>
                    <a:pt x="3069" y="99"/>
                    <a:pt x="2958" y="62"/>
                  </a:cubicBezTo>
                  <a:cubicBezTo>
                    <a:pt x="2915" y="19"/>
                    <a:pt x="2859" y="1"/>
                    <a:pt x="28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45"/>
            <p:cNvSpPr/>
            <p:nvPr/>
          </p:nvSpPr>
          <p:spPr>
            <a:xfrm>
              <a:off x="5491675" y="4206925"/>
              <a:ext cx="147900" cy="871025"/>
            </a:xfrm>
            <a:custGeom>
              <a:rect b="b" l="l" r="r" t="t"/>
              <a:pathLst>
                <a:path extrusionOk="0" h="34841" w="5916">
                  <a:moveTo>
                    <a:pt x="3365" y="0"/>
                  </a:moveTo>
                  <a:lnTo>
                    <a:pt x="37" y="34235"/>
                  </a:lnTo>
                  <a:cubicBezTo>
                    <a:pt x="0" y="34531"/>
                    <a:pt x="185" y="34790"/>
                    <a:pt x="481" y="34827"/>
                  </a:cubicBezTo>
                  <a:cubicBezTo>
                    <a:pt x="520" y="34836"/>
                    <a:pt x="559" y="34841"/>
                    <a:pt x="598" y="34841"/>
                  </a:cubicBezTo>
                  <a:cubicBezTo>
                    <a:pt x="859" y="34841"/>
                    <a:pt x="1114" y="34635"/>
                    <a:pt x="1147" y="34346"/>
                  </a:cubicBezTo>
                  <a:lnTo>
                    <a:pt x="5916" y="555"/>
                  </a:lnTo>
                  <a:lnTo>
                    <a:pt x="3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45"/>
            <p:cNvSpPr/>
            <p:nvPr/>
          </p:nvSpPr>
          <p:spPr>
            <a:xfrm>
              <a:off x="5484275" y="4199525"/>
              <a:ext cx="163625" cy="886400"/>
            </a:xfrm>
            <a:custGeom>
              <a:rect b="b" l="l" r="r" t="t"/>
              <a:pathLst>
                <a:path extrusionOk="0" h="35456" w="6545">
                  <a:moveTo>
                    <a:pt x="3957" y="703"/>
                  </a:moveTo>
                  <a:lnTo>
                    <a:pt x="5872" y="1125"/>
                  </a:lnTo>
                  <a:lnTo>
                    <a:pt x="5872" y="1125"/>
                  </a:lnTo>
                  <a:lnTo>
                    <a:pt x="1147" y="34605"/>
                  </a:lnTo>
                  <a:cubicBezTo>
                    <a:pt x="1147" y="34753"/>
                    <a:pt x="1036" y="34827"/>
                    <a:pt x="888" y="34827"/>
                  </a:cubicBezTo>
                  <a:lnTo>
                    <a:pt x="851" y="34827"/>
                  </a:lnTo>
                  <a:cubicBezTo>
                    <a:pt x="703" y="34790"/>
                    <a:pt x="629" y="34716"/>
                    <a:pt x="629" y="34568"/>
                  </a:cubicBezTo>
                  <a:lnTo>
                    <a:pt x="3957" y="703"/>
                  </a:lnTo>
                  <a:close/>
                  <a:moveTo>
                    <a:pt x="3735" y="0"/>
                  </a:moveTo>
                  <a:cubicBezTo>
                    <a:pt x="3661" y="0"/>
                    <a:pt x="3550" y="0"/>
                    <a:pt x="3513" y="74"/>
                  </a:cubicBezTo>
                  <a:cubicBezTo>
                    <a:pt x="3439" y="111"/>
                    <a:pt x="3365" y="185"/>
                    <a:pt x="3365" y="296"/>
                  </a:cubicBezTo>
                  <a:lnTo>
                    <a:pt x="38" y="34494"/>
                  </a:lnTo>
                  <a:lnTo>
                    <a:pt x="1" y="34568"/>
                  </a:lnTo>
                  <a:cubicBezTo>
                    <a:pt x="1" y="34975"/>
                    <a:pt x="296" y="35344"/>
                    <a:pt x="703" y="35418"/>
                  </a:cubicBezTo>
                  <a:cubicBezTo>
                    <a:pt x="777" y="35455"/>
                    <a:pt x="814" y="35455"/>
                    <a:pt x="888" y="35455"/>
                  </a:cubicBezTo>
                  <a:cubicBezTo>
                    <a:pt x="1332" y="35455"/>
                    <a:pt x="1701" y="35160"/>
                    <a:pt x="1775" y="34716"/>
                  </a:cubicBezTo>
                  <a:lnTo>
                    <a:pt x="6508" y="925"/>
                  </a:lnTo>
                  <a:cubicBezTo>
                    <a:pt x="6545" y="740"/>
                    <a:pt x="6434" y="592"/>
                    <a:pt x="6286" y="555"/>
                  </a:cubicBezTo>
                  <a:lnTo>
                    <a:pt x="37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45"/>
            <p:cNvSpPr/>
            <p:nvPr/>
          </p:nvSpPr>
          <p:spPr>
            <a:xfrm>
              <a:off x="5447300" y="3236425"/>
              <a:ext cx="1197875" cy="1049075"/>
            </a:xfrm>
            <a:custGeom>
              <a:rect b="b" l="l" r="r" t="t"/>
              <a:pathLst>
                <a:path extrusionOk="0" h="41963" w="47915">
                  <a:moveTo>
                    <a:pt x="29171" y="1"/>
                  </a:moveTo>
                  <a:cubicBezTo>
                    <a:pt x="26879" y="1"/>
                    <a:pt x="25104" y="2034"/>
                    <a:pt x="25437" y="4290"/>
                  </a:cubicBezTo>
                  <a:cubicBezTo>
                    <a:pt x="26546" y="11906"/>
                    <a:pt x="27433" y="31315"/>
                    <a:pt x="26842" y="31463"/>
                  </a:cubicBezTo>
                  <a:cubicBezTo>
                    <a:pt x="26831" y="31466"/>
                    <a:pt x="26816" y="31467"/>
                    <a:pt x="26798" y="31467"/>
                  </a:cubicBezTo>
                  <a:cubicBezTo>
                    <a:pt x="25697" y="31467"/>
                    <a:pt x="11235" y="26262"/>
                    <a:pt x="4776" y="26262"/>
                  </a:cubicBezTo>
                  <a:cubicBezTo>
                    <a:pt x="3239" y="26262"/>
                    <a:pt x="2156" y="26556"/>
                    <a:pt x="1812" y="27285"/>
                  </a:cubicBezTo>
                  <a:cubicBezTo>
                    <a:pt x="1" y="31130"/>
                    <a:pt x="592" y="41963"/>
                    <a:pt x="592" y="41963"/>
                  </a:cubicBezTo>
                  <a:lnTo>
                    <a:pt x="41778" y="41963"/>
                  </a:lnTo>
                  <a:lnTo>
                    <a:pt x="47545" y="4327"/>
                  </a:lnTo>
                  <a:cubicBezTo>
                    <a:pt x="47915" y="2071"/>
                    <a:pt x="46140" y="1"/>
                    <a:pt x="438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45"/>
            <p:cNvSpPr/>
            <p:nvPr/>
          </p:nvSpPr>
          <p:spPr>
            <a:xfrm>
              <a:off x="5451925" y="3229050"/>
              <a:ext cx="1193250" cy="1063850"/>
            </a:xfrm>
            <a:custGeom>
              <a:rect b="b" l="l" r="r" t="t"/>
              <a:pathLst>
                <a:path extrusionOk="0" h="42554" w="47730">
                  <a:moveTo>
                    <a:pt x="43626" y="592"/>
                  </a:moveTo>
                  <a:cubicBezTo>
                    <a:pt x="44624" y="592"/>
                    <a:pt x="45475" y="998"/>
                    <a:pt x="46103" y="1627"/>
                  </a:cubicBezTo>
                  <a:cubicBezTo>
                    <a:pt x="46732" y="2255"/>
                    <a:pt x="47101" y="3106"/>
                    <a:pt x="47101" y="4067"/>
                  </a:cubicBezTo>
                  <a:cubicBezTo>
                    <a:pt x="47101" y="4215"/>
                    <a:pt x="47101" y="4400"/>
                    <a:pt x="47064" y="4585"/>
                  </a:cubicBezTo>
                  <a:lnTo>
                    <a:pt x="41297" y="41962"/>
                  </a:lnTo>
                  <a:lnTo>
                    <a:pt x="720" y="41962"/>
                  </a:lnTo>
                  <a:cubicBezTo>
                    <a:pt x="706" y="41768"/>
                    <a:pt x="686" y="41469"/>
                    <a:pt x="666" y="41075"/>
                  </a:cubicBezTo>
                  <a:cubicBezTo>
                    <a:pt x="666" y="40335"/>
                    <a:pt x="629" y="39337"/>
                    <a:pt x="629" y="38154"/>
                  </a:cubicBezTo>
                  <a:cubicBezTo>
                    <a:pt x="629" y="36416"/>
                    <a:pt x="703" y="34346"/>
                    <a:pt x="888" y="32461"/>
                  </a:cubicBezTo>
                  <a:cubicBezTo>
                    <a:pt x="1073" y="30538"/>
                    <a:pt x="1406" y="28800"/>
                    <a:pt x="1923" y="27728"/>
                  </a:cubicBezTo>
                  <a:cubicBezTo>
                    <a:pt x="2034" y="27469"/>
                    <a:pt x="2293" y="27248"/>
                    <a:pt x="2774" y="27100"/>
                  </a:cubicBezTo>
                  <a:cubicBezTo>
                    <a:pt x="3217" y="26952"/>
                    <a:pt x="3846" y="26878"/>
                    <a:pt x="4585" y="26878"/>
                  </a:cubicBezTo>
                  <a:cubicBezTo>
                    <a:pt x="7765" y="26878"/>
                    <a:pt x="12977" y="28172"/>
                    <a:pt x="17525" y="29466"/>
                  </a:cubicBezTo>
                  <a:cubicBezTo>
                    <a:pt x="19817" y="30094"/>
                    <a:pt x="21924" y="30760"/>
                    <a:pt x="23551" y="31240"/>
                  </a:cubicBezTo>
                  <a:cubicBezTo>
                    <a:pt x="24327" y="31499"/>
                    <a:pt x="25030" y="31684"/>
                    <a:pt x="25547" y="31832"/>
                  </a:cubicBezTo>
                  <a:cubicBezTo>
                    <a:pt x="25806" y="31906"/>
                    <a:pt x="26028" y="31980"/>
                    <a:pt x="26176" y="32017"/>
                  </a:cubicBezTo>
                  <a:cubicBezTo>
                    <a:pt x="26361" y="32054"/>
                    <a:pt x="26472" y="32091"/>
                    <a:pt x="26620" y="32091"/>
                  </a:cubicBezTo>
                  <a:lnTo>
                    <a:pt x="26730" y="32054"/>
                  </a:lnTo>
                  <a:cubicBezTo>
                    <a:pt x="26804" y="32054"/>
                    <a:pt x="26878" y="31980"/>
                    <a:pt x="26915" y="31943"/>
                  </a:cubicBezTo>
                  <a:cubicBezTo>
                    <a:pt x="26989" y="31869"/>
                    <a:pt x="26989" y="31795"/>
                    <a:pt x="26989" y="31758"/>
                  </a:cubicBezTo>
                  <a:cubicBezTo>
                    <a:pt x="27063" y="31536"/>
                    <a:pt x="27100" y="31240"/>
                    <a:pt x="27100" y="30797"/>
                  </a:cubicBezTo>
                  <a:cubicBezTo>
                    <a:pt x="27137" y="30353"/>
                    <a:pt x="27137" y="29762"/>
                    <a:pt x="27137" y="29096"/>
                  </a:cubicBezTo>
                  <a:cubicBezTo>
                    <a:pt x="27137" y="23477"/>
                    <a:pt x="26435" y="10463"/>
                    <a:pt x="25584" y="4548"/>
                  </a:cubicBezTo>
                  <a:cubicBezTo>
                    <a:pt x="25547" y="4400"/>
                    <a:pt x="25547" y="4215"/>
                    <a:pt x="25547" y="4067"/>
                  </a:cubicBezTo>
                  <a:cubicBezTo>
                    <a:pt x="25547" y="3106"/>
                    <a:pt x="25917" y="2255"/>
                    <a:pt x="26546" y="1627"/>
                  </a:cubicBezTo>
                  <a:cubicBezTo>
                    <a:pt x="27174" y="998"/>
                    <a:pt x="28024" y="592"/>
                    <a:pt x="28986" y="592"/>
                  </a:cubicBezTo>
                  <a:close/>
                  <a:moveTo>
                    <a:pt x="28986" y="0"/>
                  </a:moveTo>
                  <a:cubicBezTo>
                    <a:pt x="26694" y="0"/>
                    <a:pt x="24919" y="1849"/>
                    <a:pt x="24919" y="4067"/>
                  </a:cubicBezTo>
                  <a:cubicBezTo>
                    <a:pt x="24919" y="4252"/>
                    <a:pt x="24919" y="4437"/>
                    <a:pt x="24956" y="4659"/>
                  </a:cubicBezTo>
                  <a:cubicBezTo>
                    <a:pt x="25806" y="10500"/>
                    <a:pt x="26546" y="23514"/>
                    <a:pt x="26546" y="29096"/>
                  </a:cubicBezTo>
                  <a:cubicBezTo>
                    <a:pt x="26546" y="29910"/>
                    <a:pt x="26509" y="30575"/>
                    <a:pt x="26472" y="31019"/>
                  </a:cubicBezTo>
                  <a:cubicBezTo>
                    <a:pt x="26472" y="31208"/>
                    <a:pt x="26445" y="31344"/>
                    <a:pt x="26437" y="31448"/>
                  </a:cubicBezTo>
                  <a:lnTo>
                    <a:pt x="26437" y="31448"/>
                  </a:lnTo>
                  <a:cubicBezTo>
                    <a:pt x="26402" y="31443"/>
                    <a:pt x="26365" y="31436"/>
                    <a:pt x="26324" y="31425"/>
                  </a:cubicBezTo>
                  <a:cubicBezTo>
                    <a:pt x="25732" y="31277"/>
                    <a:pt x="24438" y="30871"/>
                    <a:pt x="22775" y="30353"/>
                  </a:cubicBezTo>
                  <a:cubicBezTo>
                    <a:pt x="20261" y="29614"/>
                    <a:pt x="16859" y="28579"/>
                    <a:pt x="13532" y="27728"/>
                  </a:cubicBezTo>
                  <a:cubicBezTo>
                    <a:pt x="10205" y="26915"/>
                    <a:pt x="6914" y="26249"/>
                    <a:pt x="4585" y="26249"/>
                  </a:cubicBezTo>
                  <a:cubicBezTo>
                    <a:pt x="3809" y="26249"/>
                    <a:pt x="3106" y="26323"/>
                    <a:pt x="2552" y="26508"/>
                  </a:cubicBezTo>
                  <a:cubicBezTo>
                    <a:pt x="2034" y="26693"/>
                    <a:pt x="1554" y="26989"/>
                    <a:pt x="1332" y="27433"/>
                  </a:cubicBezTo>
                  <a:cubicBezTo>
                    <a:pt x="777" y="28653"/>
                    <a:pt x="444" y="30464"/>
                    <a:pt x="260" y="32387"/>
                  </a:cubicBezTo>
                  <a:cubicBezTo>
                    <a:pt x="75" y="34309"/>
                    <a:pt x="1" y="36416"/>
                    <a:pt x="1" y="38154"/>
                  </a:cubicBezTo>
                  <a:cubicBezTo>
                    <a:pt x="1" y="40520"/>
                    <a:pt x="112" y="42258"/>
                    <a:pt x="112" y="42258"/>
                  </a:cubicBezTo>
                  <a:cubicBezTo>
                    <a:pt x="112" y="42443"/>
                    <a:pt x="260" y="42554"/>
                    <a:pt x="407" y="42554"/>
                  </a:cubicBezTo>
                  <a:lnTo>
                    <a:pt x="41593" y="42554"/>
                  </a:lnTo>
                  <a:cubicBezTo>
                    <a:pt x="41741" y="42554"/>
                    <a:pt x="41851" y="42443"/>
                    <a:pt x="41888" y="42295"/>
                  </a:cubicBezTo>
                  <a:lnTo>
                    <a:pt x="47656" y="4696"/>
                  </a:lnTo>
                  <a:cubicBezTo>
                    <a:pt x="47693" y="4474"/>
                    <a:pt x="47730" y="4252"/>
                    <a:pt x="47730" y="4067"/>
                  </a:cubicBezTo>
                  <a:cubicBezTo>
                    <a:pt x="47730" y="1849"/>
                    <a:pt x="45918" y="0"/>
                    <a:pt x="436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45"/>
            <p:cNvSpPr/>
            <p:nvPr/>
          </p:nvSpPr>
          <p:spPr>
            <a:xfrm>
              <a:off x="5447300" y="3236425"/>
              <a:ext cx="824475" cy="1049075"/>
            </a:xfrm>
            <a:custGeom>
              <a:rect b="b" l="l" r="r" t="t"/>
              <a:pathLst>
                <a:path extrusionOk="0" h="41963" w="32979">
                  <a:moveTo>
                    <a:pt x="29023" y="1"/>
                  </a:moveTo>
                  <a:cubicBezTo>
                    <a:pt x="26805" y="75"/>
                    <a:pt x="25141" y="2071"/>
                    <a:pt x="25437" y="4290"/>
                  </a:cubicBezTo>
                  <a:cubicBezTo>
                    <a:pt x="26546" y="11906"/>
                    <a:pt x="27433" y="31315"/>
                    <a:pt x="26842" y="31463"/>
                  </a:cubicBezTo>
                  <a:cubicBezTo>
                    <a:pt x="26831" y="31466"/>
                    <a:pt x="26816" y="31467"/>
                    <a:pt x="26798" y="31467"/>
                  </a:cubicBezTo>
                  <a:cubicBezTo>
                    <a:pt x="25697" y="31467"/>
                    <a:pt x="11235" y="26262"/>
                    <a:pt x="4776" y="26262"/>
                  </a:cubicBezTo>
                  <a:cubicBezTo>
                    <a:pt x="3239" y="26262"/>
                    <a:pt x="2156" y="26556"/>
                    <a:pt x="1812" y="27285"/>
                  </a:cubicBezTo>
                  <a:cubicBezTo>
                    <a:pt x="1" y="31130"/>
                    <a:pt x="592" y="41963"/>
                    <a:pt x="592" y="41963"/>
                  </a:cubicBezTo>
                  <a:lnTo>
                    <a:pt x="26842" y="41963"/>
                  </a:lnTo>
                  <a:lnTo>
                    <a:pt x="32609" y="4327"/>
                  </a:lnTo>
                  <a:cubicBezTo>
                    <a:pt x="32979" y="2108"/>
                    <a:pt x="31278" y="75"/>
                    <a:pt x="290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45"/>
            <p:cNvSpPr/>
            <p:nvPr/>
          </p:nvSpPr>
          <p:spPr>
            <a:xfrm>
              <a:off x="5451925" y="3229050"/>
              <a:ext cx="819850" cy="1063850"/>
            </a:xfrm>
            <a:custGeom>
              <a:rect b="b" l="l" r="r" t="t"/>
              <a:pathLst>
                <a:path extrusionOk="0" h="42554" w="32794">
                  <a:moveTo>
                    <a:pt x="28856" y="629"/>
                  </a:moveTo>
                  <a:lnTo>
                    <a:pt x="28856" y="629"/>
                  </a:lnTo>
                  <a:cubicBezTo>
                    <a:pt x="30733" y="676"/>
                    <a:pt x="32165" y="2225"/>
                    <a:pt x="32165" y="4067"/>
                  </a:cubicBezTo>
                  <a:cubicBezTo>
                    <a:pt x="32165" y="4215"/>
                    <a:pt x="32165" y="4400"/>
                    <a:pt x="32128" y="4585"/>
                  </a:cubicBezTo>
                  <a:lnTo>
                    <a:pt x="26398" y="41962"/>
                  </a:lnTo>
                  <a:lnTo>
                    <a:pt x="720" y="41962"/>
                  </a:lnTo>
                  <a:cubicBezTo>
                    <a:pt x="706" y="41768"/>
                    <a:pt x="686" y="41469"/>
                    <a:pt x="666" y="41075"/>
                  </a:cubicBezTo>
                  <a:cubicBezTo>
                    <a:pt x="666" y="40335"/>
                    <a:pt x="629" y="39337"/>
                    <a:pt x="629" y="38154"/>
                  </a:cubicBezTo>
                  <a:cubicBezTo>
                    <a:pt x="629" y="36416"/>
                    <a:pt x="703" y="34346"/>
                    <a:pt x="888" y="32461"/>
                  </a:cubicBezTo>
                  <a:cubicBezTo>
                    <a:pt x="1073" y="30538"/>
                    <a:pt x="1406" y="28800"/>
                    <a:pt x="1923" y="27728"/>
                  </a:cubicBezTo>
                  <a:cubicBezTo>
                    <a:pt x="2034" y="27469"/>
                    <a:pt x="2293" y="27248"/>
                    <a:pt x="2774" y="27100"/>
                  </a:cubicBezTo>
                  <a:cubicBezTo>
                    <a:pt x="3217" y="26952"/>
                    <a:pt x="3846" y="26878"/>
                    <a:pt x="4585" y="26878"/>
                  </a:cubicBezTo>
                  <a:cubicBezTo>
                    <a:pt x="7765" y="26878"/>
                    <a:pt x="12977" y="28172"/>
                    <a:pt x="17525" y="29466"/>
                  </a:cubicBezTo>
                  <a:cubicBezTo>
                    <a:pt x="19817" y="30094"/>
                    <a:pt x="21924" y="30760"/>
                    <a:pt x="23551" y="31240"/>
                  </a:cubicBezTo>
                  <a:cubicBezTo>
                    <a:pt x="24327" y="31499"/>
                    <a:pt x="25030" y="31684"/>
                    <a:pt x="25547" y="31832"/>
                  </a:cubicBezTo>
                  <a:cubicBezTo>
                    <a:pt x="25806" y="31906"/>
                    <a:pt x="26028" y="31980"/>
                    <a:pt x="26176" y="32017"/>
                  </a:cubicBezTo>
                  <a:cubicBezTo>
                    <a:pt x="26361" y="32054"/>
                    <a:pt x="26472" y="32091"/>
                    <a:pt x="26620" y="32091"/>
                  </a:cubicBezTo>
                  <a:lnTo>
                    <a:pt x="26730" y="32054"/>
                  </a:lnTo>
                  <a:cubicBezTo>
                    <a:pt x="26804" y="32054"/>
                    <a:pt x="26878" y="31980"/>
                    <a:pt x="26915" y="31943"/>
                  </a:cubicBezTo>
                  <a:cubicBezTo>
                    <a:pt x="26989" y="31869"/>
                    <a:pt x="26989" y="31795"/>
                    <a:pt x="26989" y="31758"/>
                  </a:cubicBezTo>
                  <a:cubicBezTo>
                    <a:pt x="27063" y="31536"/>
                    <a:pt x="27100" y="31240"/>
                    <a:pt x="27100" y="30797"/>
                  </a:cubicBezTo>
                  <a:cubicBezTo>
                    <a:pt x="27137" y="30353"/>
                    <a:pt x="27137" y="29762"/>
                    <a:pt x="27137" y="29096"/>
                  </a:cubicBezTo>
                  <a:cubicBezTo>
                    <a:pt x="27137" y="23477"/>
                    <a:pt x="26435" y="10463"/>
                    <a:pt x="25584" y="4548"/>
                  </a:cubicBezTo>
                  <a:cubicBezTo>
                    <a:pt x="25547" y="4400"/>
                    <a:pt x="25547" y="4215"/>
                    <a:pt x="25547" y="4067"/>
                  </a:cubicBezTo>
                  <a:cubicBezTo>
                    <a:pt x="25547" y="2225"/>
                    <a:pt x="26980" y="676"/>
                    <a:pt x="28856" y="629"/>
                  </a:cubicBezTo>
                  <a:close/>
                  <a:moveTo>
                    <a:pt x="28838" y="0"/>
                  </a:moveTo>
                  <a:cubicBezTo>
                    <a:pt x="26620" y="74"/>
                    <a:pt x="24919" y="1886"/>
                    <a:pt x="24919" y="4067"/>
                  </a:cubicBezTo>
                  <a:cubicBezTo>
                    <a:pt x="24919" y="4252"/>
                    <a:pt x="24919" y="4437"/>
                    <a:pt x="24956" y="4659"/>
                  </a:cubicBezTo>
                  <a:cubicBezTo>
                    <a:pt x="25806" y="10500"/>
                    <a:pt x="26546" y="23514"/>
                    <a:pt x="26546" y="29096"/>
                  </a:cubicBezTo>
                  <a:cubicBezTo>
                    <a:pt x="26546" y="29910"/>
                    <a:pt x="26509" y="30575"/>
                    <a:pt x="26472" y="31019"/>
                  </a:cubicBezTo>
                  <a:cubicBezTo>
                    <a:pt x="26472" y="31208"/>
                    <a:pt x="26445" y="31344"/>
                    <a:pt x="26437" y="31448"/>
                  </a:cubicBezTo>
                  <a:lnTo>
                    <a:pt x="26437" y="31448"/>
                  </a:lnTo>
                  <a:cubicBezTo>
                    <a:pt x="26402" y="31443"/>
                    <a:pt x="26365" y="31436"/>
                    <a:pt x="26324" y="31425"/>
                  </a:cubicBezTo>
                  <a:cubicBezTo>
                    <a:pt x="25732" y="31277"/>
                    <a:pt x="24438" y="30871"/>
                    <a:pt x="22775" y="30353"/>
                  </a:cubicBezTo>
                  <a:cubicBezTo>
                    <a:pt x="20261" y="29614"/>
                    <a:pt x="16859" y="28579"/>
                    <a:pt x="13532" y="27728"/>
                  </a:cubicBezTo>
                  <a:cubicBezTo>
                    <a:pt x="10205" y="26915"/>
                    <a:pt x="6914" y="26249"/>
                    <a:pt x="4585" y="26249"/>
                  </a:cubicBezTo>
                  <a:cubicBezTo>
                    <a:pt x="3809" y="26249"/>
                    <a:pt x="3106" y="26323"/>
                    <a:pt x="2552" y="26508"/>
                  </a:cubicBezTo>
                  <a:cubicBezTo>
                    <a:pt x="2034" y="26693"/>
                    <a:pt x="1554" y="26989"/>
                    <a:pt x="1332" y="27433"/>
                  </a:cubicBezTo>
                  <a:cubicBezTo>
                    <a:pt x="777" y="28653"/>
                    <a:pt x="444" y="30464"/>
                    <a:pt x="260" y="32387"/>
                  </a:cubicBezTo>
                  <a:cubicBezTo>
                    <a:pt x="75" y="34309"/>
                    <a:pt x="1" y="36416"/>
                    <a:pt x="1" y="38154"/>
                  </a:cubicBezTo>
                  <a:cubicBezTo>
                    <a:pt x="1" y="40520"/>
                    <a:pt x="112" y="42258"/>
                    <a:pt x="112" y="42258"/>
                  </a:cubicBezTo>
                  <a:cubicBezTo>
                    <a:pt x="112" y="42443"/>
                    <a:pt x="260" y="42554"/>
                    <a:pt x="407" y="42554"/>
                  </a:cubicBezTo>
                  <a:lnTo>
                    <a:pt x="26657" y="42554"/>
                  </a:lnTo>
                  <a:cubicBezTo>
                    <a:pt x="26804" y="42554"/>
                    <a:pt x="26915" y="42443"/>
                    <a:pt x="26952" y="42295"/>
                  </a:cubicBezTo>
                  <a:lnTo>
                    <a:pt x="32757" y="4696"/>
                  </a:lnTo>
                  <a:cubicBezTo>
                    <a:pt x="32757" y="4474"/>
                    <a:pt x="32794" y="4252"/>
                    <a:pt x="32794" y="4067"/>
                  </a:cubicBezTo>
                  <a:cubicBezTo>
                    <a:pt x="32794" y="1886"/>
                    <a:pt x="31056" y="74"/>
                    <a:pt x="288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45"/>
            <p:cNvSpPr/>
            <p:nvPr/>
          </p:nvSpPr>
          <p:spPr>
            <a:xfrm>
              <a:off x="1921250" y="3013700"/>
              <a:ext cx="161750" cy="177475"/>
            </a:xfrm>
            <a:custGeom>
              <a:rect b="b" l="l" r="r" t="t"/>
              <a:pathLst>
                <a:path extrusionOk="0" h="7099" w="6470">
                  <a:moveTo>
                    <a:pt x="4880" y="0"/>
                  </a:moveTo>
                  <a:lnTo>
                    <a:pt x="0" y="4510"/>
                  </a:lnTo>
                  <a:lnTo>
                    <a:pt x="2921" y="7098"/>
                  </a:lnTo>
                  <a:lnTo>
                    <a:pt x="6470" y="4510"/>
                  </a:lnTo>
                  <a:lnTo>
                    <a:pt x="4880" y="0"/>
                  </a:ln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45"/>
            <p:cNvSpPr/>
            <p:nvPr/>
          </p:nvSpPr>
          <p:spPr>
            <a:xfrm>
              <a:off x="1913850" y="3005375"/>
              <a:ext cx="178400" cy="193650"/>
            </a:xfrm>
            <a:custGeom>
              <a:rect b="b" l="l" r="r" t="t"/>
              <a:pathLst>
                <a:path extrusionOk="0" h="7746" w="7136">
                  <a:moveTo>
                    <a:pt x="5028" y="851"/>
                  </a:moveTo>
                  <a:lnTo>
                    <a:pt x="6435" y="4754"/>
                  </a:lnTo>
                  <a:lnTo>
                    <a:pt x="3254" y="7062"/>
                  </a:lnTo>
                  <a:lnTo>
                    <a:pt x="777" y="4843"/>
                  </a:lnTo>
                  <a:lnTo>
                    <a:pt x="5028" y="851"/>
                  </a:lnTo>
                  <a:close/>
                  <a:moveTo>
                    <a:pt x="5250" y="0"/>
                  </a:moveTo>
                  <a:cubicBezTo>
                    <a:pt x="5139" y="0"/>
                    <a:pt x="5028" y="37"/>
                    <a:pt x="4954" y="74"/>
                  </a:cubicBezTo>
                  <a:lnTo>
                    <a:pt x="74" y="4622"/>
                  </a:lnTo>
                  <a:cubicBezTo>
                    <a:pt x="37" y="4696"/>
                    <a:pt x="0" y="4770"/>
                    <a:pt x="0" y="4843"/>
                  </a:cubicBezTo>
                  <a:cubicBezTo>
                    <a:pt x="0" y="4954"/>
                    <a:pt x="37" y="5028"/>
                    <a:pt x="111" y="5065"/>
                  </a:cubicBezTo>
                  <a:lnTo>
                    <a:pt x="2995" y="7690"/>
                  </a:lnTo>
                  <a:cubicBezTo>
                    <a:pt x="3050" y="7727"/>
                    <a:pt x="3124" y="7746"/>
                    <a:pt x="3198" y="7746"/>
                  </a:cubicBezTo>
                  <a:cubicBezTo>
                    <a:pt x="3272" y="7746"/>
                    <a:pt x="3346" y="7727"/>
                    <a:pt x="3402" y="7690"/>
                  </a:cubicBezTo>
                  <a:lnTo>
                    <a:pt x="6951" y="5102"/>
                  </a:lnTo>
                  <a:cubicBezTo>
                    <a:pt x="7062" y="5028"/>
                    <a:pt x="7136" y="4880"/>
                    <a:pt x="7062" y="4733"/>
                  </a:cubicBezTo>
                  <a:lnTo>
                    <a:pt x="5435" y="222"/>
                  </a:lnTo>
                  <a:cubicBezTo>
                    <a:pt x="5435" y="111"/>
                    <a:pt x="5324" y="37"/>
                    <a:pt x="52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45"/>
            <p:cNvSpPr/>
            <p:nvPr/>
          </p:nvSpPr>
          <p:spPr>
            <a:xfrm>
              <a:off x="2021050" y="3965400"/>
              <a:ext cx="612825" cy="1046575"/>
            </a:xfrm>
            <a:custGeom>
              <a:rect b="b" l="l" r="r" t="t"/>
              <a:pathLst>
                <a:path extrusionOk="0" h="41863" w="24513">
                  <a:moveTo>
                    <a:pt x="19199" y="0"/>
                  </a:moveTo>
                  <a:cubicBezTo>
                    <a:pt x="13895" y="0"/>
                    <a:pt x="1258" y="2156"/>
                    <a:pt x="1258" y="2156"/>
                  </a:cubicBezTo>
                  <a:cubicBezTo>
                    <a:pt x="1258" y="2156"/>
                    <a:pt x="1" y="6879"/>
                    <a:pt x="2405" y="6879"/>
                  </a:cubicBezTo>
                  <a:cubicBezTo>
                    <a:pt x="2508" y="6879"/>
                    <a:pt x="2619" y="6870"/>
                    <a:pt x="2737" y="6851"/>
                  </a:cubicBezTo>
                  <a:cubicBezTo>
                    <a:pt x="4610" y="6556"/>
                    <a:pt x="9622" y="6506"/>
                    <a:pt x="12754" y="6506"/>
                  </a:cubicBezTo>
                  <a:cubicBezTo>
                    <a:pt x="14321" y="6506"/>
                    <a:pt x="15418" y="6519"/>
                    <a:pt x="15418" y="6519"/>
                  </a:cubicBezTo>
                  <a:cubicBezTo>
                    <a:pt x="15418" y="6519"/>
                    <a:pt x="9096" y="21270"/>
                    <a:pt x="7506" y="29182"/>
                  </a:cubicBezTo>
                  <a:cubicBezTo>
                    <a:pt x="6656" y="33470"/>
                    <a:pt x="4253" y="35800"/>
                    <a:pt x="3698" y="37648"/>
                  </a:cubicBezTo>
                  <a:cubicBezTo>
                    <a:pt x="3143" y="39460"/>
                    <a:pt x="4807" y="38757"/>
                    <a:pt x="6471" y="39829"/>
                  </a:cubicBezTo>
                  <a:cubicBezTo>
                    <a:pt x="8097" y="40938"/>
                    <a:pt x="10870" y="41863"/>
                    <a:pt x="12904" y="41863"/>
                  </a:cubicBezTo>
                  <a:cubicBezTo>
                    <a:pt x="14900" y="41863"/>
                    <a:pt x="9391" y="38203"/>
                    <a:pt x="9391" y="35245"/>
                  </a:cubicBezTo>
                  <a:cubicBezTo>
                    <a:pt x="9391" y="32287"/>
                    <a:pt x="16083" y="22527"/>
                    <a:pt x="19374" y="17018"/>
                  </a:cubicBezTo>
                  <a:cubicBezTo>
                    <a:pt x="21967" y="12729"/>
                    <a:pt x="22246" y="12240"/>
                    <a:pt x="22122" y="12240"/>
                  </a:cubicBezTo>
                  <a:cubicBezTo>
                    <a:pt x="22085" y="12240"/>
                    <a:pt x="22013" y="12282"/>
                    <a:pt x="21955" y="12282"/>
                  </a:cubicBezTo>
                  <a:cubicBezTo>
                    <a:pt x="21846" y="12282"/>
                    <a:pt x="21787" y="12130"/>
                    <a:pt x="22109" y="11251"/>
                  </a:cubicBezTo>
                  <a:cubicBezTo>
                    <a:pt x="22516" y="10733"/>
                    <a:pt x="22849" y="10142"/>
                    <a:pt x="23034" y="9513"/>
                  </a:cubicBezTo>
                  <a:cubicBezTo>
                    <a:pt x="24217" y="5668"/>
                    <a:pt x="24512" y="677"/>
                    <a:pt x="20667" y="86"/>
                  </a:cubicBezTo>
                  <a:cubicBezTo>
                    <a:pt x="20287" y="27"/>
                    <a:pt x="19788" y="0"/>
                    <a:pt x="19199" y="0"/>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45"/>
            <p:cNvSpPr/>
            <p:nvPr/>
          </p:nvSpPr>
          <p:spPr>
            <a:xfrm>
              <a:off x="2036775" y="3957375"/>
              <a:ext cx="586925" cy="1062000"/>
            </a:xfrm>
            <a:custGeom>
              <a:rect b="b" l="l" r="r" t="t"/>
              <a:pathLst>
                <a:path extrusionOk="0" h="42480" w="23477">
                  <a:moveTo>
                    <a:pt x="18560" y="629"/>
                  </a:moveTo>
                  <a:cubicBezTo>
                    <a:pt x="19151" y="629"/>
                    <a:pt x="19632" y="666"/>
                    <a:pt x="20002" y="703"/>
                  </a:cubicBezTo>
                  <a:cubicBezTo>
                    <a:pt x="21074" y="887"/>
                    <a:pt x="21776" y="1405"/>
                    <a:pt x="22220" y="2181"/>
                  </a:cubicBezTo>
                  <a:cubicBezTo>
                    <a:pt x="22663" y="2958"/>
                    <a:pt x="22885" y="3993"/>
                    <a:pt x="22885" y="5139"/>
                  </a:cubicBezTo>
                  <a:cubicBezTo>
                    <a:pt x="22885" y="6618"/>
                    <a:pt x="22552" y="8245"/>
                    <a:pt x="22109" y="9723"/>
                  </a:cubicBezTo>
                  <a:cubicBezTo>
                    <a:pt x="21924" y="10315"/>
                    <a:pt x="21628" y="10870"/>
                    <a:pt x="21259" y="11387"/>
                  </a:cubicBezTo>
                  <a:lnTo>
                    <a:pt x="21222" y="11461"/>
                  </a:lnTo>
                  <a:cubicBezTo>
                    <a:pt x="21037" y="11979"/>
                    <a:pt x="20926" y="12237"/>
                    <a:pt x="20926" y="12459"/>
                  </a:cubicBezTo>
                  <a:cubicBezTo>
                    <a:pt x="20926" y="12570"/>
                    <a:pt x="20963" y="12644"/>
                    <a:pt x="21037" y="12755"/>
                  </a:cubicBezTo>
                  <a:cubicBezTo>
                    <a:pt x="21048" y="12766"/>
                    <a:pt x="21059" y="12781"/>
                    <a:pt x="21072" y="12796"/>
                  </a:cubicBezTo>
                  <a:lnTo>
                    <a:pt x="21072" y="12796"/>
                  </a:lnTo>
                  <a:cubicBezTo>
                    <a:pt x="20811" y="13316"/>
                    <a:pt x="20071" y="14537"/>
                    <a:pt x="18486" y="17192"/>
                  </a:cubicBezTo>
                  <a:cubicBezTo>
                    <a:pt x="16859" y="19927"/>
                    <a:pt x="14345" y="23735"/>
                    <a:pt x="12275" y="27248"/>
                  </a:cubicBezTo>
                  <a:cubicBezTo>
                    <a:pt x="11203" y="29022"/>
                    <a:pt x="10278" y="30686"/>
                    <a:pt x="9576" y="32128"/>
                  </a:cubicBezTo>
                  <a:cubicBezTo>
                    <a:pt x="9243" y="32830"/>
                    <a:pt x="8984" y="33496"/>
                    <a:pt x="8762" y="34050"/>
                  </a:cubicBezTo>
                  <a:cubicBezTo>
                    <a:pt x="8578" y="34642"/>
                    <a:pt x="8467" y="35159"/>
                    <a:pt x="8467" y="35566"/>
                  </a:cubicBezTo>
                  <a:cubicBezTo>
                    <a:pt x="8467" y="36268"/>
                    <a:pt x="8725" y="36971"/>
                    <a:pt x="9132" y="37636"/>
                  </a:cubicBezTo>
                  <a:cubicBezTo>
                    <a:pt x="9687" y="38635"/>
                    <a:pt x="10537" y="39596"/>
                    <a:pt x="11239" y="40409"/>
                  </a:cubicBezTo>
                  <a:cubicBezTo>
                    <a:pt x="11572" y="40779"/>
                    <a:pt x="11868" y="41149"/>
                    <a:pt x="12090" y="41444"/>
                  </a:cubicBezTo>
                  <a:cubicBezTo>
                    <a:pt x="12201" y="41555"/>
                    <a:pt x="12275" y="41703"/>
                    <a:pt x="12349" y="41777"/>
                  </a:cubicBezTo>
                  <a:lnTo>
                    <a:pt x="12386" y="41888"/>
                  </a:lnTo>
                  <a:lnTo>
                    <a:pt x="12275" y="41888"/>
                  </a:lnTo>
                  <a:cubicBezTo>
                    <a:pt x="10315" y="41888"/>
                    <a:pt x="7579" y="40964"/>
                    <a:pt x="5990" y="39892"/>
                  </a:cubicBezTo>
                  <a:cubicBezTo>
                    <a:pt x="5213" y="39411"/>
                    <a:pt x="4437" y="39263"/>
                    <a:pt x="3919" y="39115"/>
                  </a:cubicBezTo>
                  <a:cubicBezTo>
                    <a:pt x="3661" y="39041"/>
                    <a:pt x="3476" y="38967"/>
                    <a:pt x="3402" y="38893"/>
                  </a:cubicBezTo>
                  <a:cubicBezTo>
                    <a:pt x="3328" y="38819"/>
                    <a:pt x="3291" y="38782"/>
                    <a:pt x="3254" y="38561"/>
                  </a:cubicBezTo>
                  <a:cubicBezTo>
                    <a:pt x="3254" y="38450"/>
                    <a:pt x="3291" y="38265"/>
                    <a:pt x="3365" y="38043"/>
                  </a:cubicBezTo>
                  <a:cubicBezTo>
                    <a:pt x="3624" y="37193"/>
                    <a:pt x="4326" y="36158"/>
                    <a:pt x="5139" y="34827"/>
                  </a:cubicBezTo>
                  <a:cubicBezTo>
                    <a:pt x="5916" y="33459"/>
                    <a:pt x="6729" y="31758"/>
                    <a:pt x="7173" y="29577"/>
                  </a:cubicBezTo>
                  <a:cubicBezTo>
                    <a:pt x="7949" y="25658"/>
                    <a:pt x="9946" y="20001"/>
                    <a:pt x="11720" y="15306"/>
                  </a:cubicBezTo>
                  <a:cubicBezTo>
                    <a:pt x="12607" y="12977"/>
                    <a:pt x="13458" y="10907"/>
                    <a:pt x="14049" y="9391"/>
                  </a:cubicBezTo>
                  <a:cubicBezTo>
                    <a:pt x="14382" y="8651"/>
                    <a:pt x="14641" y="8023"/>
                    <a:pt x="14789" y="7616"/>
                  </a:cubicBezTo>
                  <a:cubicBezTo>
                    <a:pt x="14974" y="7172"/>
                    <a:pt x="15084" y="6951"/>
                    <a:pt x="15084" y="6951"/>
                  </a:cubicBezTo>
                  <a:cubicBezTo>
                    <a:pt x="15121" y="6877"/>
                    <a:pt x="15121" y="6766"/>
                    <a:pt x="15047" y="6655"/>
                  </a:cubicBezTo>
                  <a:cubicBezTo>
                    <a:pt x="15010" y="6581"/>
                    <a:pt x="14900" y="6544"/>
                    <a:pt x="14789" y="6544"/>
                  </a:cubicBezTo>
                  <a:cubicBezTo>
                    <a:pt x="14789" y="6544"/>
                    <a:pt x="13790" y="6507"/>
                    <a:pt x="12312" y="6507"/>
                  </a:cubicBezTo>
                  <a:cubicBezTo>
                    <a:pt x="10722" y="6507"/>
                    <a:pt x="8652" y="6544"/>
                    <a:pt x="6729" y="6581"/>
                  </a:cubicBezTo>
                  <a:cubicBezTo>
                    <a:pt x="4807" y="6618"/>
                    <a:pt x="3032" y="6729"/>
                    <a:pt x="2071" y="6877"/>
                  </a:cubicBezTo>
                  <a:lnTo>
                    <a:pt x="1775" y="6877"/>
                  </a:lnTo>
                  <a:cubicBezTo>
                    <a:pt x="1516" y="6877"/>
                    <a:pt x="1368" y="6840"/>
                    <a:pt x="1220" y="6729"/>
                  </a:cubicBezTo>
                  <a:cubicBezTo>
                    <a:pt x="999" y="6618"/>
                    <a:pt x="851" y="6359"/>
                    <a:pt x="740" y="6063"/>
                  </a:cubicBezTo>
                  <a:cubicBezTo>
                    <a:pt x="666" y="5731"/>
                    <a:pt x="629" y="5324"/>
                    <a:pt x="629" y="4917"/>
                  </a:cubicBezTo>
                  <a:cubicBezTo>
                    <a:pt x="629" y="4326"/>
                    <a:pt x="703" y="3734"/>
                    <a:pt x="777" y="3291"/>
                  </a:cubicBezTo>
                  <a:cubicBezTo>
                    <a:pt x="814" y="3069"/>
                    <a:pt x="851" y="2884"/>
                    <a:pt x="888" y="2736"/>
                  </a:cubicBezTo>
                  <a:cubicBezTo>
                    <a:pt x="888" y="2735"/>
                    <a:pt x="888" y="2735"/>
                    <a:pt x="888" y="2734"/>
                  </a:cubicBezTo>
                  <a:lnTo>
                    <a:pt x="888" y="2734"/>
                  </a:lnTo>
                  <a:cubicBezTo>
                    <a:pt x="1212" y="2678"/>
                    <a:pt x="1868" y="2568"/>
                    <a:pt x="2736" y="2440"/>
                  </a:cubicBezTo>
                  <a:cubicBezTo>
                    <a:pt x="6544" y="1812"/>
                    <a:pt x="14641" y="629"/>
                    <a:pt x="18560" y="629"/>
                  </a:cubicBezTo>
                  <a:close/>
                  <a:moveTo>
                    <a:pt x="18560" y="0"/>
                  </a:moveTo>
                  <a:cubicBezTo>
                    <a:pt x="15898" y="0"/>
                    <a:pt x="11387" y="555"/>
                    <a:pt x="7579" y="1072"/>
                  </a:cubicBezTo>
                  <a:cubicBezTo>
                    <a:pt x="3734" y="1627"/>
                    <a:pt x="592" y="2144"/>
                    <a:pt x="592" y="2144"/>
                  </a:cubicBezTo>
                  <a:cubicBezTo>
                    <a:pt x="444" y="2181"/>
                    <a:pt x="370" y="2255"/>
                    <a:pt x="333" y="2366"/>
                  </a:cubicBezTo>
                  <a:cubicBezTo>
                    <a:pt x="333" y="2403"/>
                    <a:pt x="0" y="3623"/>
                    <a:pt x="0" y="4917"/>
                  </a:cubicBezTo>
                  <a:cubicBezTo>
                    <a:pt x="0" y="5509"/>
                    <a:pt x="74" y="6137"/>
                    <a:pt x="333" y="6618"/>
                  </a:cubicBezTo>
                  <a:cubicBezTo>
                    <a:pt x="444" y="6877"/>
                    <a:pt x="629" y="7099"/>
                    <a:pt x="888" y="7246"/>
                  </a:cubicBezTo>
                  <a:cubicBezTo>
                    <a:pt x="1147" y="7431"/>
                    <a:pt x="1442" y="7505"/>
                    <a:pt x="1775" y="7505"/>
                  </a:cubicBezTo>
                  <a:cubicBezTo>
                    <a:pt x="1886" y="7505"/>
                    <a:pt x="2034" y="7505"/>
                    <a:pt x="2145" y="7468"/>
                  </a:cubicBezTo>
                  <a:cubicBezTo>
                    <a:pt x="3069" y="7320"/>
                    <a:pt x="4844" y="7246"/>
                    <a:pt x="6766" y="7209"/>
                  </a:cubicBezTo>
                  <a:cubicBezTo>
                    <a:pt x="8652" y="7136"/>
                    <a:pt x="10722" y="7136"/>
                    <a:pt x="12312" y="7136"/>
                  </a:cubicBezTo>
                  <a:lnTo>
                    <a:pt x="14323" y="7136"/>
                  </a:lnTo>
                  <a:cubicBezTo>
                    <a:pt x="13873" y="8217"/>
                    <a:pt x="12585" y="11340"/>
                    <a:pt x="11129" y="15084"/>
                  </a:cubicBezTo>
                  <a:cubicBezTo>
                    <a:pt x="9354" y="19779"/>
                    <a:pt x="7395" y="25473"/>
                    <a:pt x="6581" y="29466"/>
                  </a:cubicBezTo>
                  <a:cubicBezTo>
                    <a:pt x="6175" y="31573"/>
                    <a:pt x="5361" y="33163"/>
                    <a:pt x="4585" y="34494"/>
                  </a:cubicBezTo>
                  <a:cubicBezTo>
                    <a:pt x="3808" y="35825"/>
                    <a:pt x="3069" y="36860"/>
                    <a:pt x="2773" y="37858"/>
                  </a:cubicBezTo>
                  <a:cubicBezTo>
                    <a:pt x="2699" y="38117"/>
                    <a:pt x="2662" y="38376"/>
                    <a:pt x="2662" y="38561"/>
                  </a:cubicBezTo>
                  <a:cubicBezTo>
                    <a:pt x="2625" y="38893"/>
                    <a:pt x="2773" y="39189"/>
                    <a:pt x="3032" y="39374"/>
                  </a:cubicBezTo>
                  <a:cubicBezTo>
                    <a:pt x="3365" y="39633"/>
                    <a:pt x="3771" y="39707"/>
                    <a:pt x="4215" y="39818"/>
                  </a:cubicBezTo>
                  <a:cubicBezTo>
                    <a:pt x="4659" y="39929"/>
                    <a:pt x="5176" y="40076"/>
                    <a:pt x="5657" y="40409"/>
                  </a:cubicBezTo>
                  <a:cubicBezTo>
                    <a:pt x="7395" y="41555"/>
                    <a:pt x="10167" y="42480"/>
                    <a:pt x="12275" y="42480"/>
                  </a:cubicBezTo>
                  <a:cubicBezTo>
                    <a:pt x="12460" y="42480"/>
                    <a:pt x="12607" y="42480"/>
                    <a:pt x="12755" y="42406"/>
                  </a:cubicBezTo>
                  <a:cubicBezTo>
                    <a:pt x="12829" y="42332"/>
                    <a:pt x="12903" y="42295"/>
                    <a:pt x="12940" y="42184"/>
                  </a:cubicBezTo>
                  <a:cubicBezTo>
                    <a:pt x="13014" y="42110"/>
                    <a:pt x="13014" y="42036"/>
                    <a:pt x="13014" y="41925"/>
                  </a:cubicBezTo>
                  <a:cubicBezTo>
                    <a:pt x="13014" y="41703"/>
                    <a:pt x="12903" y="41555"/>
                    <a:pt x="12792" y="41370"/>
                  </a:cubicBezTo>
                  <a:cubicBezTo>
                    <a:pt x="12607" y="41038"/>
                    <a:pt x="12238" y="40631"/>
                    <a:pt x="11868" y="40187"/>
                  </a:cubicBezTo>
                  <a:cubicBezTo>
                    <a:pt x="11276" y="39522"/>
                    <a:pt x="10574" y="38745"/>
                    <a:pt x="10019" y="37932"/>
                  </a:cubicBezTo>
                  <a:cubicBezTo>
                    <a:pt x="9465" y="37119"/>
                    <a:pt x="9058" y="36268"/>
                    <a:pt x="9095" y="35566"/>
                  </a:cubicBezTo>
                  <a:cubicBezTo>
                    <a:pt x="9058" y="35270"/>
                    <a:pt x="9169" y="34790"/>
                    <a:pt x="9354" y="34272"/>
                  </a:cubicBezTo>
                  <a:cubicBezTo>
                    <a:pt x="9982" y="32350"/>
                    <a:pt x="11683" y="29355"/>
                    <a:pt x="13606" y="26249"/>
                  </a:cubicBezTo>
                  <a:cubicBezTo>
                    <a:pt x="15491" y="23144"/>
                    <a:pt x="17561" y="19927"/>
                    <a:pt x="19040" y="17524"/>
                  </a:cubicBezTo>
                  <a:cubicBezTo>
                    <a:pt x="20149" y="15602"/>
                    <a:pt x="20852" y="14456"/>
                    <a:pt x="21259" y="13753"/>
                  </a:cubicBezTo>
                  <a:cubicBezTo>
                    <a:pt x="21443" y="13384"/>
                    <a:pt x="21591" y="13162"/>
                    <a:pt x="21665" y="12977"/>
                  </a:cubicBezTo>
                  <a:cubicBezTo>
                    <a:pt x="21702" y="12903"/>
                    <a:pt x="21739" y="12829"/>
                    <a:pt x="21776" y="12792"/>
                  </a:cubicBezTo>
                  <a:cubicBezTo>
                    <a:pt x="21813" y="12718"/>
                    <a:pt x="21813" y="12681"/>
                    <a:pt x="21813" y="12570"/>
                  </a:cubicBezTo>
                  <a:cubicBezTo>
                    <a:pt x="21813" y="12533"/>
                    <a:pt x="21813" y="12422"/>
                    <a:pt x="21739" y="12348"/>
                  </a:cubicBezTo>
                  <a:cubicBezTo>
                    <a:pt x="21681" y="12310"/>
                    <a:pt x="21633" y="12281"/>
                    <a:pt x="21590" y="12263"/>
                  </a:cubicBezTo>
                  <a:lnTo>
                    <a:pt x="21590" y="12263"/>
                  </a:lnTo>
                  <a:cubicBezTo>
                    <a:pt x="21619" y="12141"/>
                    <a:pt x="21670" y="11964"/>
                    <a:pt x="21758" y="11732"/>
                  </a:cubicBezTo>
                  <a:lnTo>
                    <a:pt x="21758" y="11732"/>
                  </a:lnTo>
                  <a:cubicBezTo>
                    <a:pt x="22156" y="11184"/>
                    <a:pt x="22482" y="10600"/>
                    <a:pt x="22700" y="9908"/>
                  </a:cubicBezTo>
                  <a:cubicBezTo>
                    <a:pt x="23181" y="8393"/>
                    <a:pt x="23477" y="6692"/>
                    <a:pt x="23477" y="5139"/>
                  </a:cubicBezTo>
                  <a:cubicBezTo>
                    <a:pt x="23477" y="3919"/>
                    <a:pt x="23292" y="2773"/>
                    <a:pt x="22774" y="1849"/>
                  </a:cubicBezTo>
                  <a:cubicBezTo>
                    <a:pt x="22220" y="961"/>
                    <a:pt x="21332" y="296"/>
                    <a:pt x="20112" y="111"/>
                  </a:cubicBezTo>
                  <a:cubicBezTo>
                    <a:pt x="19706" y="37"/>
                    <a:pt x="19188" y="0"/>
                    <a:pt x="185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45"/>
            <p:cNvSpPr/>
            <p:nvPr/>
          </p:nvSpPr>
          <p:spPr>
            <a:xfrm>
              <a:off x="2073750" y="4916750"/>
              <a:ext cx="287200" cy="118325"/>
            </a:xfrm>
            <a:custGeom>
              <a:rect b="b" l="l" r="r" t="t"/>
              <a:pathLst>
                <a:path extrusionOk="0" h="4733" w="11488">
                  <a:moveTo>
                    <a:pt x="1072" y="1"/>
                  </a:moveTo>
                  <a:cubicBezTo>
                    <a:pt x="1072" y="1"/>
                    <a:pt x="0" y="1"/>
                    <a:pt x="888" y="888"/>
                  </a:cubicBezTo>
                  <a:cubicBezTo>
                    <a:pt x="1775" y="1775"/>
                    <a:pt x="1775" y="4585"/>
                    <a:pt x="1775" y="4585"/>
                  </a:cubicBezTo>
                  <a:lnTo>
                    <a:pt x="2810" y="4585"/>
                  </a:lnTo>
                  <a:cubicBezTo>
                    <a:pt x="2810" y="4585"/>
                    <a:pt x="2477" y="3180"/>
                    <a:pt x="2995" y="2478"/>
                  </a:cubicBezTo>
                  <a:cubicBezTo>
                    <a:pt x="2995" y="2478"/>
                    <a:pt x="3092" y="2470"/>
                    <a:pt x="3246" y="2470"/>
                  </a:cubicBezTo>
                  <a:cubicBezTo>
                    <a:pt x="3785" y="2470"/>
                    <a:pt x="5028" y="2560"/>
                    <a:pt x="5287" y="3365"/>
                  </a:cubicBezTo>
                  <a:cubicBezTo>
                    <a:pt x="5509" y="4031"/>
                    <a:pt x="6248" y="4733"/>
                    <a:pt x="6248" y="4733"/>
                  </a:cubicBezTo>
                  <a:lnTo>
                    <a:pt x="9650" y="4733"/>
                  </a:lnTo>
                  <a:cubicBezTo>
                    <a:pt x="10574" y="4733"/>
                    <a:pt x="11165" y="4326"/>
                    <a:pt x="11313" y="4031"/>
                  </a:cubicBezTo>
                  <a:cubicBezTo>
                    <a:pt x="11443" y="3804"/>
                    <a:pt x="11487" y="3691"/>
                    <a:pt x="11075" y="3691"/>
                  </a:cubicBezTo>
                  <a:cubicBezTo>
                    <a:pt x="11016" y="3691"/>
                    <a:pt x="10948" y="3693"/>
                    <a:pt x="10870" y="3698"/>
                  </a:cubicBezTo>
                  <a:cubicBezTo>
                    <a:pt x="10782" y="3703"/>
                    <a:pt x="10655" y="3706"/>
                    <a:pt x="10501" y="3706"/>
                  </a:cubicBezTo>
                  <a:cubicBezTo>
                    <a:pt x="9614" y="3706"/>
                    <a:pt x="7819" y="3606"/>
                    <a:pt x="7283" y="3291"/>
                  </a:cubicBezTo>
                  <a:cubicBezTo>
                    <a:pt x="6951" y="3069"/>
                    <a:pt x="6581" y="2626"/>
                    <a:pt x="6322" y="2256"/>
                  </a:cubicBezTo>
                  <a:cubicBezTo>
                    <a:pt x="6063" y="1923"/>
                    <a:pt x="3697" y="814"/>
                    <a:pt x="2403" y="370"/>
                  </a:cubicBezTo>
                  <a:lnTo>
                    <a:pt x="10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45"/>
            <p:cNvSpPr/>
            <p:nvPr/>
          </p:nvSpPr>
          <p:spPr>
            <a:xfrm>
              <a:off x="2079300" y="4909350"/>
              <a:ext cx="287450" cy="134050"/>
            </a:xfrm>
            <a:custGeom>
              <a:rect b="b" l="l" r="r" t="t"/>
              <a:pathLst>
                <a:path extrusionOk="0" h="5362" w="11498">
                  <a:moveTo>
                    <a:pt x="850" y="613"/>
                  </a:moveTo>
                  <a:lnTo>
                    <a:pt x="2107" y="962"/>
                  </a:lnTo>
                  <a:lnTo>
                    <a:pt x="2113" y="940"/>
                  </a:lnTo>
                  <a:lnTo>
                    <a:pt x="2113" y="940"/>
                  </a:lnTo>
                  <a:cubicBezTo>
                    <a:pt x="2740" y="1165"/>
                    <a:pt x="3640" y="1562"/>
                    <a:pt x="4400" y="1923"/>
                  </a:cubicBezTo>
                  <a:cubicBezTo>
                    <a:pt x="4769" y="2108"/>
                    <a:pt x="5139" y="2293"/>
                    <a:pt x="5398" y="2441"/>
                  </a:cubicBezTo>
                  <a:cubicBezTo>
                    <a:pt x="5546" y="2515"/>
                    <a:pt x="5657" y="2589"/>
                    <a:pt x="5731" y="2663"/>
                  </a:cubicBezTo>
                  <a:lnTo>
                    <a:pt x="5841" y="2737"/>
                  </a:lnTo>
                  <a:cubicBezTo>
                    <a:pt x="6137" y="3107"/>
                    <a:pt x="6507" y="3550"/>
                    <a:pt x="6914" y="3846"/>
                  </a:cubicBezTo>
                  <a:cubicBezTo>
                    <a:pt x="7098" y="3957"/>
                    <a:pt x="7320" y="4031"/>
                    <a:pt x="7616" y="4068"/>
                  </a:cubicBezTo>
                  <a:cubicBezTo>
                    <a:pt x="8429" y="4253"/>
                    <a:pt x="9575" y="4327"/>
                    <a:pt x="10278" y="4327"/>
                  </a:cubicBezTo>
                  <a:cubicBezTo>
                    <a:pt x="10426" y="4327"/>
                    <a:pt x="10574" y="4327"/>
                    <a:pt x="10685" y="4290"/>
                  </a:cubicBezTo>
                  <a:lnTo>
                    <a:pt x="10742" y="4290"/>
                  </a:lnTo>
                  <a:cubicBezTo>
                    <a:pt x="10666" y="4360"/>
                    <a:pt x="10549" y="4443"/>
                    <a:pt x="10389" y="4511"/>
                  </a:cubicBezTo>
                  <a:cubicBezTo>
                    <a:pt x="10167" y="4622"/>
                    <a:pt x="9834" y="4733"/>
                    <a:pt x="9428" y="4733"/>
                  </a:cubicBezTo>
                  <a:lnTo>
                    <a:pt x="6157" y="4733"/>
                  </a:lnTo>
                  <a:cubicBezTo>
                    <a:pt x="6066" y="4661"/>
                    <a:pt x="5917" y="4506"/>
                    <a:pt x="5767" y="4327"/>
                  </a:cubicBezTo>
                  <a:cubicBezTo>
                    <a:pt x="5620" y="4068"/>
                    <a:pt x="5435" y="3809"/>
                    <a:pt x="5361" y="3550"/>
                  </a:cubicBezTo>
                  <a:cubicBezTo>
                    <a:pt x="5250" y="3291"/>
                    <a:pt x="5102" y="3070"/>
                    <a:pt x="4880" y="2922"/>
                  </a:cubicBezTo>
                  <a:cubicBezTo>
                    <a:pt x="4584" y="2700"/>
                    <a:pt x="4215" y="2589"/>
                    <a:pt x="3882" y="2515"/>
                  </a:cubicBezTo>
                  <a:cubicBezTo>
                    <a:pt x="3549" y="2478"/>
                    <a:pt x="3217" y="2441"/>
                    <a:pt x="2995" y="2441"/>
                  </a:cubicBezTo>
                  <a:cubicBezTo>
                    <a:pt x="2847" y="2441"/>
                    <a:pt x="2773" y="2478"/>
                    <a:pt x="2736" y="2478"/>
                  </a:cubicBezTo>
                  <a:cubicBezTo>
                    <a:pt x="2662" y="2478"/>
                    <a:pt x="2588" y="2515"/>
                    <a:pt x="2514" y="2589"/>
                  </a:cubicBezTo>
                  <a:cubicBezTo>
                    <a:pt x="2218" y="2996"/>
                    <a:pt x="2181" y="3476"/>
                    <a:pt x="2181" y="3883"/>
                  </a:cubicBezTo>
                  <a:cubicBezTo>
                    <a:pt x="2181" y="4158"/>
                    <a:pt x="2205" y="4400"/>
                    <a:pt x="2231" y="4585"/>
                  </a:cubicBezTo>
                  <a:lnTo>
                    <a:pt x="1842" y="4585"/>
                  </a:lnTo>
                  <a:cubicBezTo>
                    <a:pt x="1832" y="4295"/>
                    <a:pt x="1806" y="3826"/>
                    <a:pt x="1738" y="3328"/>
                  </a:cubicBezTo>
                  <a:cubicBezTo>
                    <a:pt x="1664" y="2885"/>
                    <a:pt x="1590" y="2441"/>
                    <a:pt x="1479" y="2034"/>
                  </a:cubicBezTo>
                  <a:cubicBezTo>
                    <a:pt x="1331" y="1628"/>
                    <a:pt x="1146" y="1258"/>
                    <a:pt x="887" y="962"/>
                  </a:cubicBezTo>
                  <a:cubicBezTo>
                    <a:pt x="776" y="851"/>
                    <a:pt x="703" y="777"/>
                    <a:pt x="666" y="703"/>
                  </a:cubicBezTo>
                  <a:lnTo>
                    <a:pt x="642" y="656"/>
                  </a:lnTo>
                  <a:lnTo>
                    <a:pt x="642" y="656"/>
                  </a:lnTo>
                  <a:cubicBezTo>
                    <a:pt x="676" y="645"/>
                    <a:pt x="716" y="629"/>
                    <a:pt x="739" y="629"/>
                  </a:cubicBezTo>
                  <a:lnTo>
                    <a:pt x="850" y="629"/>
                  </a:lnTo>
                  <a:lnTo>
                    <a:pt x="850" y="613"/>
                  </a:lnTo>
                  <a:close/>
                  <a:moveTo>
                    <a:pt x="850" y="1"/>
                  </a:moveTo>
                  <a:cubicBezTo>
                    <a:pt x="813" y="1"/>
                    <a:pt x="666" y="1"/>
                    <a:pt x="481" y="38"/>
                  </a:cubicBezTo>
                  <a:cubicBezTo>
                    <a:pt x="407" y="75"/>
                    <a:pt x="296" y="112"/>
                    <a:pt x="185" y="223"/>
                  </a:cubicBezTo>
                  <a:cubicBezTo>
                    <a:pt x="74" y="297"/>
                    <a:pt x="0" y="445"/>
                    <a:pt x="0" y="629"/>
                  </a:cubicBezTo>
                  <a:cubicBezTo>
                    <a:pt x="0" y="740"/>
                    <a:pt x="37" y="888"/>
                    <a:pt x="111" y="999"/>
                  </a:cubicBezTo>
                  <a:cubicBezTo>
                    <a:pt x="185" y="1147"/>
                    <a:pt x="296" y="1258"/>
                    <a:pt x="444" y="1406"/>
                  </a:cubicBezTo>
                  <a:cubicBezTo>
                    <a:pt x="629" y="1554"/>
                    <a:pt x="776" y="1850"/>
                    <a:pt x="887" y="2219"/>
                  </a:cubicBezTo>
                  <a:cubicBezTo>
                    <a:pt x="1035" y="2774"/>
                    <a:pt x="1146" y="3439"/>
                    <a:pt x="1183" y="3957"/>
                  </a:cubicBezTo>
                  <a:cubicBezTo>
                    <a:pt x="1220" y="4216"/>
                    <a:pt x="1220" y="4474"/>
                    <a:pt x="1220" y="4622"/>
                  </a:cubicBezTo>
                  <a:cubicBezTo>
                    <a:pt x="1220" y="4770"/>
                    <a:pt x="1220" y="4881"/>
                    <a:pt x="1220" y="4881"/>
                  </a:cubicBezTo>
                  <a:cubicBezTo>
                    <a:pt x="1220" y="4955"/>
                    <a:pt x="1257" y="5029"/>
                    <a:pt x="1331" y="5103"/>
                  </a:cubicBezTo>
                  <a:cubicBezTo>
                    <a:pt x="1368" y="5140"/>
                    <a:pt x="1479" y="5177"/>
                    <a:pt x="1553" y="5177"/>
                  </a:cubicBezTo>
                  <a:lnTo>
                    <a:pt x="2588" y="5177"/>
                  </a:lnTo>
                  <a:cubicBezTo>
                    <a:pt x="2699" y="5177"/>
                    <a:pt x="2773" y="5140"/>
                    <a:pt x="2847" y="5066"/>
                  </a:cubicBezTo>
                  <a:cubicBezTo>
                    <a:pt x="2884" y="4992"/>
                    <a:pt x="2921" y="4881"/>
                    <a:pt x="2884" y="4807"/>
                  </a:cubicBezTo>
                  <a:lnTo>
                    <a:pt x="2884" y="4770"/>
                  </a:lnTo>
                  <a:cubicBezTo>
                    <a:pt x="2884" y="4696"/>
                    <a:pt x="2773" y="4327"/>
                    <a:pt x="2773" y="3883"/>
                  </a:cubicBezTo>
                  <a:cubicBezTo>
                    <a:pt x="2773" y="3577"/>
                    <a:pt x="2824" y="3271"/>
                    <a:pt x="2946" y="3070"/>
                  </a:cubicBezTo>
                  <a:lnTo>
                    <a:pt x="2995" y="3070"/>
                  </a:lnTo>
                  <a:cubicBezTo>
                    <a:pt x="3253" y="3070"/>
                    <a:pt x="3697" y="3107"/>
                    <a:pt x="4067" y="3217"/>
                  </a:cubicBezTo>
                  <a:cubicBezTo>
                    <a:pt x="4252" y="3254"/>
                    <a:pt x="4400" y="3328"/>
                    <a:pt x="4510" y="3402"/>
                  </a:cubicBezTo>
                  <a:cubicBezTo>
                    <a:pt x="4658" y="3513"/>
                    <a:pt x="4732" y="3624"/>
                    <a:pt x="4769" y="3735"/>
                  </a:cubicBezTo>
                  <a:cubicBezTo>
                    <a:pt x="4880" y="4142"/>
                    <a:pt x="5139" y="4511"/>
                    <a:pt x="5398" y="4807"/>
                  </a:cubicBezTo>
                  <a:cubicBezTo>
                    <a:pt x="5620" y="5066"/>
                    <a:pt x="5804" y="5251"/>
                    <a:pt x="5841" y="5251"/>
                  </a:cubicBezTo>
                  <a:cubicBezTo>
                    <a:pt x="5878" y="5325"/>
                    <a:pt x="5952" y="5362"/>
                    <a:pt x="6026" y="5362"/>
                  </a:cubicBezTo>
                  <a:lnTo>
                    <a:pt x="9428" y="5362"/>
                  </a:lnTo>
                  <a:cubicBezTo>
                    <a:pt x="9945" y="5362"/>
                    <a:pt x="10352" y="5214"/>
                    <a:pt x="10685" y="5066"/>
                  </a:cubicBezTo>
                  <a:cubicBezTo>
                    <a:pt x="11017" y="4918"/>
                    <a:pt x="11239" y="4696"/>
                    <a:pt x="11350" y="4511"/>
                  </a:cubicBezTo>
                  <a:cubicBezTo>
                    <a:pt x="11387" y="4437"/>
                    <a:pt x="11424" y="4401"/>
                    <a:pt x="11424" y="4327"/>
                  </a:cubicBezTo>
                  <a:cubicBezTo>
                    <a:pt x="11461" y="4290"/>
                    <a:pt x="11498" y="4216"/>
                    <a:pt x="11498" y="4105"/>
                  </a:cubicBezTo>
                  <a:cubicBezTo>
                    <a:pt x="11498" y="4031"/>
                    <a:pt x="11461" y="3957"/>
                    <a:pt x="11424" y="3883"/>
                  </a:cubicBezTo>
                  <a:cubicBezTo>
                    <a:pt x="11313" y="3772"/>
                    <a:pt x="11202" y="3735"/>
                    <a:pt x="11128" y="3698"/>
                  </a:cubicBezTo>
                  <a:lnTo>
                    <a:pt x="10278" y="3698"/>
                  </a:lnTo>
                  <a:cubicBezTo>
                    <a:pt x="9834" y="3698"/>
                    <a:pt x="9169" y="3661"/>
                    <a:pt x="8577" y="3587"/>
                  </a:cubicBezTo>
                  <a:cubicBezTo>
                    <a:pt x="8281" y="3587"/>
                    <a:pt x="7986" y="3513"/>
                    <a:pt x="7727" y="3476"/>
                  </a:cubicBezTo>
                  <a:cubicBezTo>
                    <a:pt x="7505" y="3439"/>
                    <a:pt x="7320" y="3365"/>
                    <a:pt x="7246" y="3328"/>
                  </a:cubicBezTo>
                  <a:cubicBezTo>
                    <a:pt x="6951" y="3144"/>
                    <a:pt x="6581" y="2700"/>
                    <a:pt x="6322" y="2367"/>
                  </a:cubicBezTo>
                  <a:cubicBezTo>
                    <a:pt x="6248" y="2256"/>
                    <a:pt x="6174" y="2219"/>
                    <a:pt x="6100" y="2145"/>
                  </a:cubicBezTo>
                  <a:cubicBezTo>
                    <a:pt x="5731" y="1886"/>
                    <a:pt x="5065" y="1554"/>
                    <a:pt x="4363" y="1221"/>
                  </a:cubicBezTo>
                  <a:cubicBezTo>
                    <a:pt x="3660" y="888"/>
                    <a:pt x="2847" y="556"/>
                    <a:pt x="2292" y="371"/>
                  </a:cubicBezTo>
                  <a:lnTo>
                    <a:pt x="2255" y="334"/>
                  </a:lnTo>
                  <a:lnTo>
                    <a:pt x="9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45"/>
            <p:cNvSpPr/>
            <p:nvPr/>
          </p:nvSpPr>
          <p:spPr>
            <a:xfrm>
              <a:off x="2208675" y="4889025"/>
              <a:ext cx="101700" cy="88750"/>
            </a:xfrm>
            <a:custGeom>
              <a:rect b="b" l="l" r="r" t="t"/>
              <a:pathLst>
                <a:path extrusionOk="0" h="3550" w="4068">
                  <a:moveTo>
                    <a:pt x="2404" y="1"/>
                  </a:moveTo>
                  <a:cubicBezTo>
                    <a:pt x="2404" y="1"/>
                    <a:pt x="1" y="2293"/>
                    <a:pt x="1" y="2552"/>
                  </a:cubicBezTo>
                  <a:cubicBezTo>
                    <a:pt x="38" y="3180"/>
                    <a:pt x="1628" y="3550"/>
                    <a:pt x="1628" y="3550"/>
                  </a:cubicBezTo>
                  <a:lnTo>
                    <a:pt x="4068" y="2071"/>
                  </a:lnTo>
                  <a:lnTo>
                    <a:pt x="3994" y="1295"/>
                  </a:lnTo>
                  <a:cubicBezTo>
                    <a:pt x="3587" y="296"/>
                    <a:pt x="2404" y="1"/>
                    <a:pt x="24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45"/>
            <p:cNvSpPr/>
            <p:nvPr/>
          </p:nvSpPr>
          <p:spPr>
            <a:xfrm>
              <a:off x="2201300" y="4881625"/>
              <a:ext cx="117400" cy="103925"/>
            </a:xfrm>
            <a:custGeom>
              <a:rect b="b" l="l" r="r" t="t"/>
              <a:pathLst>
                <a:path extrusionOk="0" h="4157" w="4696">
                  <a:moveTo>
                    <a:pt x="2776" y="662"/>
                  </a:moveTo>
                  <a:cubicBezTo>
                    <a:pt x="2896" y="699"/>
                    <a:pt x="3067" y="772"/>
                    <a:pt x="3254" y="888"/>
                  </a:cubicBezTo>
                  <a:cubicBezTo>
                    <a:pt x="3529" y="1026"/>
                    <a:pt x="3805" y="1292"/>
                    <a:pt x="3961" y="1627"/>
                  </a:cubicBezTo>
                  <a:lnTo>
                    <a:pt x="3961" y="1627"/>
                  </a:lnTo>
                  <a:lnTo>
                    <a:pt x="3956" y="1628"/>
                  </a:lnTo>
                  <a:lnTo>
                    <a:pt x="4030" y="2219"/>
                  </a:lnTo>
                  <a:lnTo>
                    <a:pt x="1879" y="3503"/>
                  </a:lnTo>
                  <a:lnTo>
                    <a:pt x="1879" y="3503"/>
                  </a:lnTo>
                  <a:cubicBezTo>
                    <a:pt x="1711" y="3463"/>
                    <a:pt x="1379" y="3389"/>
                    <a:pt x="1109" y="3254"/>
                  </a:cubicBezTo>
                  <a:cubicBezTo>
                    <a:pt x="961" y="3180"/>
                    <a:pt x="814" y="3069"/>
                    <a:pt x="740" y="2995"/>
                  </a:cubicBezTo>
                  <a:cubicBezTo>
                    <a:pt x="680" y="2956"/>
                    <a:pt x="652" y="2916"/>
                    <a:pt x="639" y="2887"/>
                  </a:cubicBezTo>
                  <a:lnTo>
                    <a:pt x="639" y="2887"/>
                  </a:lnTo>
                  <a:cubicBezTo>
                    <a:pt x="665" y="2855"/>
                    <a:pt x="696" y="2802"/>
                    <a:pt x="740" y="2737"/>
                  </a:cubicBezTo>
                  <a:cubicBezTo>
                    <a:pt x="1035" y="2404"/>
                    <a:pt x="1553" y="1849"/>
                    <a:pt x="2034" y="1369"/>
                  </a:cubicBezTo>
                  <a:cubicBezTo>
                    <a:pt x="2340" y="1086"/>
                    <a:pt x="2616" y="819"/>
                    <a:pt x="2776" y="662"/>
                  </a:cubicBezTo>
                  <a:close/>
                  <a:moveTo>
                    <a:pt x="2773" y="1"/>
                  </a:moveTo>
                  <a:cubicBezTo>
                    <a:pt x="2662" y="1"/>
                    <a:pt x="2551" y="1"/>
                    <a:pt x="2477" y="75"/>
                  </a:cubicBezTo>
                  <a:cubicBezTo>
                    <a:pt x="2477" y="75"/>
                    <a:pt x="1886" y="666"/>
                    <a:pt x="1294" y="1258"/>
                  </a:cubicBezTo>
                  <a:cubicBezTo>
                    <a:pt x="998" y="1554"/>
                    <a:pt x="666" y="1886"/>
                    <a:pt x="444" y="2145"/>
                  </a:cubicBezTo>
                  <a:cubicBezTo>
                    <a:pt x="333" y="2256"/>
                    <a:pt x="222" y="2367"/>
                    <a:pt x="148" y="2478"/>
                  </a:cubicBezTo>
                  <a:lnTo>
                    <a:pt x="74" y="2626"/>
                  </a:lnTo>
                  <a:cubicBezTo>
                    <a:pt x="37" y="2700"/>
                    <a:pt x="0" y="2737"/>
                    <a:pt x="0" y="2848"/>
                  </a:cubicBezTo>
                  <a:cubicBezTo>
                    <a:pt x="0" y="2922"/>
                    <a:pt x="0" y="2959"/>
                    <a:pt x="0" y="2959"/>
                  </a:cubicBezTo>
                  <a:lnTo>
                    <a:pt x="6" y="2956"/>
                  </a:lnTo>
                  <a:lnTo>
                    <a:pt x="6" y="2956"/>
                  </a:lnTo>
                  <a:cubicBezTo>
                    <a:pt x="25" y="3070"/>
                    <a:pt x="87" y="3162"/>
                    <a:pt x="148" y="3254"/>
                  </a:cubicBezTo>
                  <a:cubicBezTo>
                    <a:pt x="259" y="3439"/>
                    <a:pt x="407" y="3550"/>
                    <a:pt x="592" y="3661"/>
                  </a:cubicBezTo>
                  <a:cubicBezTo>
                    <a:pt x="1146" y="3994"/>
                    <a:pt x="1812" y="4142"/>
                    <a:pt x="1849" y="4142"/>
                  </a:cubicBezTo>
                  <a:cubicBezTo>
                    <a:pt x="1870" y="4152"/>
                    <a:pt x="1892" y="4157"/>
                    <a:pt x="1914" y="4157"/>
                  </a:cubicBezTo>
                  <a:cubicBezTo>
                    <a:pt x="1966" y="4157"/>
                    <a:pt x="2018" y="4131"/>
                    <a:pt x="2071" y="4105"/>
                  </a:cubicBezTo>
                  <a:lnTo>
                    <a:pt x="4548" y="2663"/>
                  </a:lnTo>
                  <a:cubicBezTo>
                    <a:pt x="4622" y="2589"/>
                    <a:pt x="4695" y="2478"/>
                    <a:pt x="4695" y="2330"/>
                  </a:cubicBezTo>
                  <a:lnTo>
                    <a:pt x="4585" y="1554"/>
                  </a:lnTo>
                  <a:lnTo>
                    <a:pt x="4548" y="1480"/>
                  </a:lnTo>
                  <a:cubicBezTo>
                    <a:pt x="4326" y="888"/>
                    <a:pt x="3882" y="518"/>
                    <a:pt x="3475" y="297"/>
                  </a:cubicBezTo>
                  <a:cubicBezTo>
                    <a:pt x="3106" y="75"/>
                    <a:pt x="2773" y="1"/>
                    <a:pt x="27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45"/>
            <p:cNvSpPr/>
            <p:nvPr/>
          </p:nvSpPr>
          <p:spPr>
            <a:xfrm>
              <a:off x="2129500" y="3838700"/>
              <a:ext cx="832475" cy="1182875"/>
            </a:xfrm>
            <a:custGeom>
              <a:rect b="b" l="l" r="r" t="t"/>
              <a:pathLst>
                <a:path extrusionOk="0" h="47315" w="33299">
                  <a:moveTo>
                    <a:pt x="13450" y="1"/>
                  </a:moveTo>
                  <a:cubicBezTo>
                    <a:pt x="9313" y="1"/>
                    <a:pt x="4795" y="348"/>
                    <a:pt x="4795" y="348"/>
                  </a:cubicBezTo>
                  <a:cubicBezTo>
                    <a:pt x="2380" y="1336"/>
                    <a:pt x="1" y="10074"/>
                    <a:pt x="1673" y="10074"/>
                  </a:cubicBezTo>
                  <a:cubicBezTo>
                    <a:pt x="1690" y="10074"/>
                    <a:pt x="1708" y="10073"/>
                    <a:pt x="1726" y="10071"/>
                  </a:cubicBezTo>
                  <a:cubicBezTo>
                    <a:pt x="3501" y="9923"/>
                    <a:pt x="14296" y="8962"/>
                    <a:pt x="14296" y="8962"/>
                  </a:cubicBezTo>
                  <a:lnTo>
                    <a:pt x="14296" y="8962"/>
                  </a:lnTo>
                  <a:cubicBezTo>
                    <a:pt x="13963" y="13990"/>
                    <a:pt x="17217" y="23935"/>
                    <a:pt x="19620" y="27040"/>
                  </a:cubicBezTo>
                  <a:cubicBezTo>
                    <a:pt x="21210" y="29000"/>
                    <a:pt x="23095" y="35285"/>
                    <a:pt x="24056" y="37725"/>
                  </a:cubicBezTo>
                  <a:cubicBezTo>
                    <a:pt x="24574" y="39019"/>
                    <a:pt x="24537" y="40461"/>
                    <a:pt x="23982" y="41718"/>
                  </a:cubicBezTo>
                  <a:cubicBezTo>
                    <a:pt x="23687" y="42346"/>
                    <a:pt x="23502" y="43012"/>
                    <a:pt x="23613" y="43419"/>
                  </a:cubicBezTo>
                  <a:cubicBezTo>
                    <a:pt x="23945" y="44380"/>
                    <a:pt x="25092" y="44047"/>
                    <a:pt x="25720" y="44380"/>
                  </a:cubicBezTo>
                  <a:cubicBezTo>
                    <a:pt x="26385" y="44712"/>
                    <a:pt x="28456" y="46635"/>
                    <a:pt x="29047" y="47042"/>
                  </a:cubicBezTo>
                  <a:cubicBezTo>
                    <a:pt x="29371" y="47232"/>
                    <a:pt x="30214" y="47315"/>
                    <a:pt x="31026" y="47315"/>
                  </a:cubicBezTo>
                  <a:cubicBezTo>
                    <a:pt x="31792" y="47315"/>
                    <a:pt x="32530" y="47241"/>
                    <a:pt x="32781" y="47116"/>
                  </a:cubicBezTo>
                  <a:cubicBezTo>
                    <a:pt x="33299" y="46857"/>
                    <a:pt x="32338" y="46561"/>
                    <a:pt x="31746" y="46043"/>
                  </a:cubicBezTo>
                  <a:cubicBezTo>
                    <a:pt x="31155" y="45489"/>
                    <a:pt x="27679" y="39500"/>
                    <a:pt x="27679" y="39500"/>
                  </a:cubicBezTo>
                  <a:cubicBezTo>
                    <a:pt x="27679" y="39500"/>
                    <a:pt x="21357" y="2529"/>
                    <a:pt x="20064" y="902"/>
                  </a:cubicBezTo>
                  <a:cubicBezTo>
                    <a:pt x="19505" y="200"/>
                    <a:pt x="16587" y="1"/>
                    <a:pt x="13450" y="1"/>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45"/>
            <p:cNvSpPr/>
            <p:nvPr/>
          </p:nvSpPr>
          <p:spPr>
            <a:xfrm>
              <a:off x="2149525" y="3831675"/>
              <a:ext cx="811550" cy="1197875"/>
            </a:xfrm>
            <a:custGeom>
              <a:rect b="b" l="l" r="r" t="t"/>
              <a:pathLst>
                <a:path extrusionOk="0" h="47915" w="32462">
                  <a:moveTo>
                    <a:pt x="12682" y="592"/>
                  </a:moveTo>
                  <a:cubicBezTo>
                    <a:pt x="14235" y="592"/>
                    <a:pt x="15750" y="666"/>
                    <a:pt x="16896" y="777"/>
                  </a:cubicBezTo>
                  <a:cubicBezTo>
                    <a:pt x="17488" y="850"/>
                    <a:pt x="18006" y="924"/>
                    <a:pt x="18375" y="1035"/>
                  </a:cubicBezTo>
                  <a:cubicBezTo>
                    <a:pt x="18745" y="1146"/>
                    <a:pt x="18967" y="1294"/>
                    <a:pt x="19041" y="1368"/>
                  </a:cubicBezTo>
                  <a:cubicBezTo>
                    <a:pt x="19041" y="1405"/>
                    <a:pt x="19078" y="1442"/>
                    <a:pt x="19115" y="1553"/>
                  </a:cubicBezTo>
                  <a:cubicBezTo>
                    <a:pt x="19299" y="1960"/>
                    <a:pt x="19558" y="2921"/>
                    <a:pt x="19891" y="4215"/>
                  </a:cubicBezTo>
                  <a:cubicBezTo>
                    <a:pt x="20963" y="8725"/>
                    <a:pt x="22627" y="17635"/>
                    <a:pt x="24032" y="25436"/>
                  </a:cubicBezTo>
                  <a:cubicBezTo>
                    <a:pt x="24734" y="29318"/>
                    <a:pt x="25363" y="32904"/>
                    <a:pt x="25843" y="35566"/>
                  </a:cubicBezTo>
                  <a:cubicBezTo>
                    <a:pt x="26065" y="36860"/>
                    <a:pt x="26250" y="37932"/>
                    <a:pt x="26361" y="38672"/>
                  </a:cubicBezTo>
                  <a:cubicBezTo>
                    <a:pt x="26509" y="39448"/>
                    <a:pt x="26583" y="39855"/>
                    <a:pt x="26583" y="39855"/>
                  </a:cubicBezTo>
                  <a:lnTo>
                    <a:pt x="26620" y="39965"/>
                  </a:lnTo>
                  <a:cubicBezTo>
                    <a:pt x="26620" y="39965"/>
                    <a:pt x="27470" y="41444"/>
                    <a:pt x="28431" y="42997"/>
                  </a:cubicBezTo>
                  <a:cubicBezTo>
                    <a:pt x="28912" y="43773"/>
                    <a:pt x="29392" y="44587"/>
                    <a:pt x="29799" y="45215"/>
                  </a:cubicBezTo>
                  <a:cubicBezTo>
                    <a:pt x="30021" y="45548"/>
                    <a:pt x="30206" y="45807"/>
                    <a:pt x="30354" y="46029"/>
                  </a:cubicBezTo>
                  <a:cubicBezTo>
                    <a:pt x="30539" y="46251"/>
                    <a:pt x="30649" y="46435"/>
                    <a:pt x="30760" y="46546"/>
                  </a:cubicBezTo>
                  <a:cubicBezTo>
                    <a:pt x="31019" y="46768"/>
                    <a:pt x="31315" y="46953"/>
                    <a:pt x="31574" y="47101"/>
                  </a:cubicBezTo>
                  <a:cubicBezTo>
                    <a:pt x="31611" y="47126"/>
                    <a:pt x="31644" y="47151"/>
                    <a:pt x="31675" y="47174"/>
                  </a:cubicBezTo>
                  <a:lnTo>
                    <a:pt x="31675" y="47174"/>
                  </a:lnTo>
                  <a:cubicBezTo>
                    <a:pt x="31666" y="47175"/>
                    <a:pt x="31657" y="47175"/>
                    <a:pt x="31648" y="47175"/>
                  </a:cubicBezTo>
                  <a:cubicBezTo>
                    <a:pt x="31315" y="47249"/>
                    <a:pt x="30760" y="47286"/>
                    <a:pt x="30206" y="47286"/>
                  </a:cubicBezTo>
                  <a:cubicBezTo>
                    <a:pt x="29799" y="47286"/>
                    <a:pt x="29392" y="47286"/>
                    <a:pt x="29097" y="47249"/>
                  </a:cubicBezTo>
                  <a:cubicBezTo>
                    <a:pt x="28764" y="47175"/>
                    <a:pt x="28468" y="47101"/>
                    <a:pt x="28394" y="47064"/>
                  </a:cubicBezTo>
                  <a:cubicBezTo>
                    <a:pt x="28283" y="46990"/>
                    <a:pt x="28062" y="46768"/>
                    <a:pt x="27766" y="46546"/>
                  </a:cubicBezTo>
                  <a:cubicBezTo>
                    <a:pt x="27322" y="46177"/>
                    <a:pt x="26805" y="45733"/>
                    <a:pt x="26287" y="45289"/>
                  </a:cubicBezTo>
                  <a:cubicBezTo>
                    <a:pt x="26065" y="45104"/>
                    <a:pt x="25806" y="44920"/>
                    <a:pt x="25621" y="44735"/>
                  </a:cubicBezTo>
                  <a:cubicBezTo>
                    <a:pt x="25400" y="44587"/>
                    <a:pt x="25215" y="44476"/>
                    <a:pt x="25067" y="44365"/>
                  </a:cubicBezTo>
                  <a:cubicBezTo>
                    <a:pt x="24660" y="44180"/>
                    <a:pt x="24180" y="44180"/>
                    <a:pt x="23810" y="44106"/>
                  </a:cubicBezTo>
                  <a:cubicBezTo>
                    <a:pt x="23625" y="44069"/>
                    <a:pt x="23477" y="44032"/>
                    <a:pt x="23366" y="43958"/>
                  </a:cubicBezTo>
                  <a:cubicBezTo>
                    <a:pt x="23255" y="43884"/>
                    <a:pt x="23181" y="43773"/>
                    <a:pt x="23107" y="43589"/>
                  </a:cubicBezTo>
                  <a:cubicBezTo>
                    <a:pt x="23107" y="43552"/>
                    <a:pt x="23107" y="43478"/>
                    <a:pt x="23107" y="43404"/>
                  </a:cubicBezTo>
                  <a:cubicBezTo>
                    <a:pt x="23070" y="43071"/>
                    <a:pt x="23255" y="42590"/>
                    <a:pt x="23440" y="42147"/>
                  </a:cubicBezTo>
                  <a:cubicBezTo>
                    <a:pt x="23773" y="41407"/>
                    <a:pt x="23921" y="40631"/>
                    <a:pt x="23921" y="39892"/>
                  </a:cubicBezTo>
                  <a:cubicBezTo>
                    <a:pt x="23921" y="39189"/>
                    <a:pt x="23810" y="38524"/>
                    <a:pt x="23551" y="37895"/>
                  </a:cubicBezTo>
                  <a:cubicBezTo>
                    <a:pt x="23070" y="36675"/>
                    <a:pt x="22368" y="34494"/>
                    <a:pt x="21555" y="32386"/>
                  </a:cubicBezTo>
                  <a:cubicBezTo>
                    <a:pt x="21185" y="31314"/>
                    <a:pt x="20741" y="30242"/>
                    <a:pt x="20335" y="29355"/>
                  </a:cubicBezTo>
                  <a:cubicBezTo>
                    <a:pt x="19928" y="28431"/>
                    <a:pt x="19484" y="27654"/>
                    <a:pt x="19078" y="27100"/>
                  </a:cubicBezTo>
                  <a:cubicBezTo>
                    <a:pt x="18523" y="26434"/>
                    <a:pt x="17895" y="25325"/>
                    <a:pt x="17303" y="23957"/>
                  </a:cubicBezTo>
                  <a:cubicBezTo>
                    <a:pt x="15455" y="19964"/>
                    <a:pt x="13754" y="13827"/>
                    <a:pt x="13754" y="9982"/>
                  </a:cubicBezTo>
                  <a:cubicBezTo>
                    <a:pt x="13754" y="9723"/>
                    <a:pt x="13791" y="9502"/>
                    <a:pt x="13791" y="9280"/>
                  </a:cubicBezTo>
                  <a:cubicBezTo>
                    <a:pt x="13791" y="9169"/>
                    <a:pt x="13754" y="9095"/>
                    <a:pt x="13680" y="9021"/>
                  </a:cubicBezTo>
                  <a:cubicBezTo>
                    <a:pt x="13643" y="8984"/>
                    <a:pt x="13532" y="8947"/>
                    <a:pt x="13458" y="8947"/>
                  </a:cubicBezTo>
                  <a:cubicBezTo>
                    <a:pt x="13458" y="8947"/>
                    <a:pt x="2663" y="9908"/>
                    <a:pt x="888" y="10056"/>
                  </a:cubicBezTo>
                  <a:lnTo>
                    <a:pt x="814" y="10019"/>
                  </a:lnTo>
                  <a:cubicBezTo>
                    <a:pt x="777" y="10019"/>
                    <a:pt x="703" y="9945"/>
                    <a:pt x="666" y="9760"/>
                  </a:cubicBezTo>
                  <a:cubicBezTo>
                    <a:pt x="629" y="9613"/>
                    <a:pt x="629" y="9391"/>
                    <a:pt x="629" y="9132"/>
                  </a:cubicBezTo>
                  <a:cubicBezTo>
                    <a:pt x="592" y="7986"/>
                    <a:pt x="1073" y="6063"/>
                    <a:pt x="1738" y="4363"/>
                  </a:cubicBezTo>
                  <a:cubicBezTo>
                    <a:pt x="2071" y="3512"/>
                    <a:pt x="2478" y="2736"/>
                    <a:pt x="2885" y="2107"/>
                  </a:cubicBezTo>
                  <a:cubicBezTo>
                    <a:pt x="3299" y="1521"/>
                    <a:pt x="3681" y="1127"/>
                    <a:pt x="4030" y="957"/>
                  </a:cubicBezTo>
                  <a:lnTo>
                    <a:pt x="4030" y="957"/>
                  </a:lnTo>
                  <a:lnTo>
                    <a:pt x="4031" y="961"/>
                  </a:lnTo>
                  <a:cubicBezTo>
                    <a:pt x="4031" y="961"/>
                    <a:pt x="4289" y="924"/>
                    <a:pt x="4807" y="887"/>
                  </a:cubicBezTo>
                  <a:cubicBezTo>
                    <a:pt x="6249" y="813"/>
                    <a:pt x="9576" y="592"/>
                    <a:pt x="12682" y="592"/>
                  </a:cubicBezTo>
                  <a:close/>
                  <a:moveTo>
                    <a:pt x="12682" y="0"/>
                  </a:moveTo>
                  <a:cubicBezTo>
                    <a:pt x="8541" y="0"/>
                    <a:pt x="3994" y="333"/>
                    <a:pt x="3957" y="333"/>
                  </a:cubicBezTo>
                  <a:lnTo>
                    <a:pt x="3883" y="370"/>
                  </a:lnTo>
                  <a:cubicBezTo>
                    <a:pt x="3328" y="592"/>
                    <a:pt x="2848" y="1109"/>
                    <a:pt x="2404" y="1775"/>
                  </a:cubicBezTo>
                  <a:cubicBezTo>
                    <a:pt x="1701" y="2773"/>
                    <a:pt x="1110" y="4141"/>
                    <a:pt x="703" y="5472"/>
                  </a:cubicBezTo>
                  <a:cubicBezTo>
                    <a:pt x="260" y="6840"/>
                    <a:pt x="1" y="8171"/>
                    <a:pt x="1" y="9132"/>
                  </a:cubicBezTo>
                  <a:cubicBezTo>
                    <a:pt x="1" y="9539"/>
                    <a:pt x="38" y="9871"/>
                    <a:pt x="149" y="10167"/>
                  </a:cubicBezTo>
                  <a:cubicBezTo>
                    <a:pt x="223" y="10278"/>
                    <a:pt x="297" y="10426"/>
                    <a:pt x="444" y="10537"/>
                  </a:cubicBezTo>
                  <a:cubicBezTo>
                    <a:pt x="555" y="10611"/>
                    <a:pt x="703" y="10685"/>
                    <a:pt x="888" y="10685"/>
                  </a:cubicBezTo>
                  <a:lnTo>
                    <a:pt x="962" y="10685"/>
                  </a:lnTo>
                  <a:cubicBezTo>
                    <a:pt x="1849" y="10574"/>
                    <a:pt x="4992" y="10315"/>
                    <a:pt x="7913" y="10056"/>
                  </a:cubicBezTo>
                  <a:cubicBezTo>
                    <a:pt x="9354" y="9908"/>
                    <a:pt x="10759" y="9797"/>
                    <a:pt x="11794" y="9723"/>
                  </a:cubicBezTo>
                  <a:cubicBezTo>
                    <a:pt x="12393" y="9659"/>
                    <a:pt x="12868" y="9620"/>
                    <a:pt x="13162" y="9598"/>
                  </a:cubicBezTo>
                  <a:lnTo>
                    <a:pt x="13162" y="9598"/>
                  </a:lnTo>
                  <a:cubicBezTo>
                    <a:pt x="13162" y="9723"/>
                    <a:pt x="13162" y="9853"/>
                    <a:pt x="13162" y="9982"/>
                  </a:cubicBezTo>
                  <a:cubicBezTo>
                    <a:pt x="13162" y="12644"/>
                    <a:pt x="13939" y="16267"/>
                    <a:pt x="14974" y="19595"/>
                  </a:cubicBezTo>
                  <a:cubicBezTo>
                    <a:pt x="15528" y="21258"/>
                    <a:pt x="16120" y="22848"/>
                    <a:pt x="16749" y="24216"/>
                  </a:cubicBezTo>
                  <a:cubicBezTo>
                    <a:pt x="17340" y="25584"/>
                    <a:pt x="17969" y="26730"/>
                    <a:pt x="18597" y="27506"/>
                  </a:cubicBezTo>
                  <a:cubicBezTo>
                    <a:pt x="18967" y="27950"/>
                    <a:pt x="19373" y="28726"/>
                    <a:pt x="19780" y="29614"/>
                  </a:cubicBezTo>
                  <a:cubicBezTo>
                    <a:pt x="21000" y="32276"/>
                    <a:pt x="22257" y="36268"/>
                    <a:pt x="22997" y="38117"/>
                  </a:cubicBezTo>
                  <a:cubicBezTo>
                    <a:pt x="23218" y="38672"/>
                    <a:pt x="23329" y="39263"/>
                    <a:pt x="23329" y="39892"/>
                  </a:cubicBezTo>
                  <a:cubicBezTo>
                    <a:pt x="23329" y="40557"/>
                    <a:pt x="23181" y="41259"/>
                    <a:pt x="22886" y="41888"/>
                  </a:cubicBezTo>
                  <a:cubicBezTo>
                    <a:pt x="22664" y="42406"/>
                    <a:pt x="22479" y="42923"/>
                    <a:pt x="22479" y="43404"/>
                  </a:cubicBezTo>
                  <a:cubicBezTo>
                    <a:pt x="22479" y="43515"/>
                    <a:pt x="22479" y="43663"/>
                    <a:pt x="22553" y="43773"/>
                  </a:cubicBezTo>
                  <a:cubicBezTo>
                    <a:pt x="22627" y="44069"/>
                    <a:pt x="22812" y="44328"/>
                    <a:pt x="23034" y="44439"/>
                  </a:cubicBezTo>
                  <a:cubicBezTo>
                    <a:pt x="23366" y="44661"/>
                    <a:pt x="23699" y="44735"/>
                    <a:pt x="24032" y="44772"/>
                  </a:cubicBezTo>
                  <a:cubicBezTo>
                    <a:pt x="24364" y="44809"/>
                    <a:pt x="24623" y="44846"/>
                    <a:pt x="24808" y="44920"/>
                  </a:cubicBezTo>
                  <a:cubicBezTo>
                    <a:pt x="24919" y="44993"/>
                    <a:pt x="25178" y="45178"/>
                    <a:pt x="25437" y="45400"/>
                  </a:cubicBezTo>
                  <a:cubicBezTo>
                    <a:pt x="25880" y="45733"/>
                    <a:pt x="26398" y="46214"/>
                    <a:pt x="26915" y="46620"/>
                  </a:cubicBezTo>
                  <a:cubicBezTo>
                    <a:pt x="27396" y="47027"/>
                    <a:pt x="27803" y="47397"/>
                    <a:pt x="28062" y="47581"/>
                  </a:cubicBezTo>
                  <a:cubicBezTo>
                    <a:pt x="28320" y="47729"/>
                    <a:pt x="28616" y="47803"/>
                    <a:pt x="28986" y="47840"/>
                  </a:cubicBezTo>
                  <a:cubicBezTo>
                    <a:pt x="29355" y="47877"/>
                    <a:pt x="29799" y="47914"/>
                    <a:pt x="30206" y="47914"/>
                  </a:cubicBezTo>
                  <a:cubicBezTo>
                    <a:pt x="30612" y="47914"/>
                    <a:pt x="30982" y="47877"/>
                    <a:pt x="31315" y="47840"/>
                  </a:cubicBezTo>
                  <a:cubicBezTo>
                    <a:pt x="31500" y="47840"/>
                    <a:pt x="31648" y="47803"/>
                    <a:pt x="31759" y="47766"/>
                  </a:cubicBezTo>
                  <a:cubicBezTo>
                    <a:pt x="31906" y="47766"/>
                    <a:pt x="32017" y="47729"/>
                    <a:pt x="32128" y="47655"/>
                  </a:cubicBezTo>
                  <a:cubicBezTo>
                    <a:pt x="32202" y="47618"/>
                    <a:pt x="32276" y="47581"/>
                    <a:pt x="32313" y="47508"/>
                  </a:cubicBezTo>
                  <a:cubicBezTo>
                    <a:pt x="32387" y="47434"/>
                    <a:pt x="32461" y="47323"/>
                    <a:pt x="32461" y="47212"/>
                  </a:cubicBezTo>
                  <a:cubicBezTo>
                    <a:pt x="32424" y="47101"/>
                    <a:pt x="32387" y="47027"/>
                    <a:pt x="32350" y="46953"/>
                  </a:cubicBezTo>
                  <a:cubicBezTo>
                    <a:pt x="32276" y="46879"/>
                    <a:pt x="32202" y="46805"/>
                    <a:pt x="32091" y="46731"/>
                  </a:cubicBezTo>
                  <a:cubicBezTo>
                    <a:pt x="31833" y="46546"/>
                    <a:pt x="31426" y="46324"/>
                    <a:pt x="31167" y="46066"/>
                  </a:cubicBezTo>
                  <a:cubicBezTo>
                    <a:pt x="31130" y="46066"/>
                    <a:pt x="31019" y="45881"/>
                    <a:pt x="30871" y="45696"/>
                  </a:cubicBezTo>
                  <a:cubicBezTo>
                    <a:pt x="30354" y="44957"/>
                    <a:pt x="29429" y="43441"/>
                    <a:pt x="28616" y="42110"/>
                  </a:cubicBezTo>
                  <a:cubicBezTo>
                    <a:pt x="28209" y="41444"/>
                    <a:pt x="27840" y="40816"/>
                    <a:pt x="27581" y="40372"/>
                  </a:cubicBezTo>
                  <a:cubicBezTo>
                    <a:pt x="27378" y="40025"/>
                    <a:pt x="27221" y="39768"/>
                    <a:pt x="27162" y="39673"/>
                  </a:cubicBezTo>
                  <a:lnTo>
                    <a:pt x="27162" y="39673"/>
                  </a:lnTo>
                  <a:cubicBezTo>
                    <a:pt x="27016" y="38804"/>
                    <a:pt x="25533" y="30020"/>
                    <a:pt x="23884" y="21036"/>
                  </a:cubicBezTo>
                  <a:cubicBezTo>
                    <a:pt x="22997" y="16304"/>
                    <a:pt x="22072" y="11535"/>
                    <a:pt x="21296" y="7838"/>
                  </a:cubicBezTo>
                  <a:cubicBezTo>
                    <a:pt x="20926" y="5989"/>
                    <a:pt x="20556" y="4400"/>
                    <a:pt x="20261" y="3254"/>
                  </a:cubicBezTo>
                  <a:cubicBezTo>
                    <a:pt x="20113" y="2662"/>
                    <a:pt x="20002" y="2144"/>
                    <a:pt x="19854" y="1775"/>
                  </a:cubicBezTo>
                  <a:cubicBezTo>
                    <a:pt x="19817" y="1590"/>
                    <a:pt x="19743" y="1442"/>
                    <a:pt x="19706" y="1331"/>
                  </a:cubicBezTo>
                  <a:cubicBezTo>
                    <a:pt x="19632" y="1183"/>
                    <a:pt x="19595" y="1072"/>
                    <a:pt x="19521" y="998"/>
                  </a:cubicBezTo>
                  <a:cubicBezTo>
                    <a:pt x="19299" y="740"/>
                    <a:pt x="18967" y="592"/>
                    <a:pt x="18523" y="444"/>
                  </a:cubicBezTo>
                  <a:cubicBezTo>
                    <a:pt x="17895" y="259"/>
                    <a:pt x="17044" y="148"/>
                    <a:pt x="16009" y="74"/>
                  </a:cubicBezTo>
                  <a:cubicBezTo>
                    <a:pt x="15011" y="0"/>
                    <a:pt x="13865" y="0"/>
                    <a:pt x="126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45"/>
            <p:cNvSpPr/>
            <p:nvPr/>
          </p:nvSpPr>
          <p:spPr>
            <a:xfrm>
              <a:off x="2676375" y="4926925"/>
              <a:ext cx="287175" cy="118325"/>
            </a:xfrm>
            <a:custGeom>
              <a:rect b="b" l="l" r="r" t="t"/>
              <a:pathLst>
                <a:path extrusionOk="0" h="4733" w="11487">
                  <a:moveTo>
                    <a:pt x="1072" y="0"/>
                  </a:moveTo>
                  <a:cubicBezTo>
                    <a:pt x="1072" y="0"/>
                    <a:pt x="0" y="0"/>
                    <a:pt x="887" y="888"/>
                  </a:cubicBezTo>
                  <a:cubicBezTo>
                    <a:pt x="1775" y="1775"/>
                    <a:pt x="1775" y="4585"/>
                    <a:pt x="1775" y="4585"/>
                  </a:cubicBezTo>
                  <a:lnTo>
                    <a:pt x="2810" y="4585"/>
                  </a:lnTo>
                  <a:cubicBezTo>
                    <a:pt x="2810" y="4585"/>
                    <a:pt x="2477" y="3180"/>
                    <a:pt x="2995" y="2477"/>
                  </a:cubicBezTo>
                  <a:cubicBezTo>
                    <a:pt x="2995" y="2477"/>
                    <a:pt x="3097" y="2470"/>
                    <a:pt x="3259" y="2470"/>
                  </a:cubicBezTo>
                  <a:cubicBezTo>
                    <a:pt x="3805" y="2470"/>
                    <a:pt x="5030" y="2558"/>
                    <a:pt x="5287" y="3328"/>
                  </a:cubicBezTo>
                  <a:cubicBezTo>
                    <a:pt x="5509" y="4030"/>
                    <a:pt x="6248" y="4733"/>
                    <a:pt x="6248" y="4733"/>
                  </a:cubicBezTo>
                  <a:lnTo>
                    <a:pt x="9649" y="4733"/>
                  </a:lnTo>
                  <a:cubicBezTo>
                    <a:pt x="10574" y="4733"/>
                    <a:pt x="11165" y="4289"/>
                    <a:pt x="11313" y="4030"/>
                  </a:cubicBezTo>
                  <a:cubicBezTo>
                    <a:pt x="11442" y="3804"/>
                    <a:pt x="11487" y="3691"/>
                    <a:pt x="11075" y="3691"/>
                  </a:cubicBezTo>
                  <a:cubicBezTo>
                    <a:pt x="11016" y="3691"/>
                    <a:pt x="10948" y="3693"/>
                    <a:pt x="10869" y="3698"/>
                  </a:cubicBezTo>
                  <a:cubicBezTo>
                    <a:pt x="10783" y="3703"/>
                    <a:pt x="10660" y="3706"/>
                    <a:pt x="10509" y="3706"/>
                  </a:cubicBezTo>
                  <a:cubicBezTo>
                    <a:pt x="9626" y="3706"/>
                    <a:pt x="7820" y="3601"/>
                    <a:pt x="7283" y="3254"/>
                  </a:cubicBezTo>
                  <a:cubicBezTo>
                    <a:pt x="6951" y="3032"/>
                    <a:pt x="6581" y="2588"/>
                    <a:pt x="6322" y="2256"/>
                  </a:cubicBezTo>
                  <a:cubicBezTo>
                    <a:pt x="6063" y="1923"/>
                    <a:pt x="3697" y="814"/>
                    <a:pt x="2403" y="333"/>
                  </a:cubicBezTo>
                  <a:lnTo>
                    <a:pt x="1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45"/>
            <p:cNvSpPr/>
            <p:nvPr/>
          </p:nvSpPr>
          <p:spPr>
            <a:xfrm>
              <a:off x="2681900" y="4919525"/>
              <a:ext cx="287475" cy="133125"/>
            </a:xfrm>
            <a:custGeom>
              <a:rect b="b" l="l" r="r" t="t"/>
              <a:pathLst>
                <a:path extrusionOk="0" h="5325" w="11499">
                  <a:moveTo>
                    <a:pt x="802" y="598"/>
                  </a:moveTo>
                  <a:lnTo>
                    <a:pt x="2074" y="916"/>
                  </a:lnTo>
                  <a:lnTo>
                    <a:pt x="2074" y="916"/>
                  </a:lnTo>
                  <a:lnTo>
                    <a:pt x="2071" y="925"/>
                  </a:lnTo>
                  <a:cubicBezTo>
                    <a:pt x="2700" y="1147"/>
                    <a:pt x="3624" y="1553"/>
                    <a:pt x="4400" y="1923"/>
                  </a:cubicBezTo>
                  <a:cubicBezTo>
                    <a:pt x="4807" y="2108"/>
                    <a:pt x="5140" y="2293"/>
                    <a:pt x="5399" y="2441"/>
                  </a:cubicBezTo>
                  <a:cubicBezTo>
                    <a:pt x="5546" y="2515"/>
                    <a:pt x="5657" y="2589"/>
                    <a:pt x="5731" y="2626"/>
                  </a:cubicBezTo>
                  <a:lnTo>
                    <a:pt x="5842" y="2700"/>
                  </a:lnTo>
                  <a:lnTo>
                    <a:pt x="5842" y="2737"/>
                  </a:lnTo>
                  <a:cubicBezTo>
                    <a:pt x="6138" y="3106"/>
                    <a:pt x="6508" y="3550"/>
                    <a:pt x="6914" y="3809"/>
                  </a:cubicBezTo>
                  <a:cubicBezTo>
                    <a:pt x="7099" y="3957"/>
                    <a:pt x="7321" y="3994"/>
                    <a:pt x="7617" y="4067"/>
                  </a:cubicBezTo>
                  <a:cubicBezTo>
                    <a:pt x="8430" y="4252"/>
                    <a:pt x="9613" y="4289"/>
                    <a:pt x="10279" y="4289"/>
                  </a:cubicBezTo>
                  <a:lnTo>
                    <a:pt x="10744" y="4289"/>
                  </a:lnTo>
                  <a:cubicBezTo>
                    <a:pt x="10673" y="4360"/>
                    <a:pt x="10564" y="4443"/>
                    <a:pt x="10427" y="4511"/>
                  </a:cubicBezTo>
                  <a:cubicBezTo>
                    <a:pt x="10168" y="4622"/>
                    <a:pt x="9835" y="4733"/>
                    <a:pt x="9428" y="4733"/>
                  </a:cubicBezTo>
                  <a:lnTo>
                    <a:pt x="6175" y="4733"/>
                  </a:lnTo>
                  <a:cubicBezTo>
                    <a:pt x="6087" y="4644"/>
                    <a:pt x="5933" y="4480"/>
                    <a:pt x="5805" y="4289"/>
                  </a:cubicBezTo>
                  <a:cubicBezTo>
                    <a:pt x="5620" y="4067"/>
                    <a:pt x="5436" y="3772"/>
                    <a:pt x="5362" y="3550"/>
                  </a:cubicBezTo>
                  <a:cubicBezTo>
                    <a:pt x="5288" y="3291"/>
                    <a:pt x="5103" y="3069"/>
                    <a:pt x="4881" y="2921"/>
                  </a:cubicBezTo>
                  <a:cubicBezTo>
                    <a:pt x="4585" y="2700"/>
                    <a:pt x="4216" y="2589"/>
                    <a:pt x="3883" y="2515"/>
                  </a:cubicBezTo>
                  <a:cubicBezTo>
                    <a:pt x="3550" y="2441"/>
                    <a:pt x="3217" y="2441"/>
                    <a:pt x="3032" y="2441"/>
                  </a:cubicBezTo>
                  <a:lnTo>
                    <a:pt x="2774" y="2441"/>
                  </a:lnTo>
                  <a:cubicBezTo>
                    <a:pt x="2663" y="2441"/>
                    <a:pt x="2589" y="2515"/>
                    <a:pt x="2515" y="2589"/>
                  </a:cubicBezTo>
                  <a:cubicBezTo>
                    <a:pt x="2256" y="2958"/>
                    <a:pt x="2182" y="3439"/>
                    <a:pt x="2182" y="3883"/>
                  </a:cubicBezTo>
                  <a:cubicBezTo>
                    <a:pt x="2182" y="4130"/>
                    <a:pt x="2204" y="4363"/>
                    <a:pt x="2229" y="4548"/>
                  </a:cubicBezTo>
                  <a:lnTo>
                    <a:pt x="1842" y="4548"/>
                  </a:lnTo>
                  <a:cubicBezTo>
                    <a:pt x="1832" y="4256"/>
                    <a:pt x="1805" y="3800"/>
                    <a:pt x="1739" y="3291"/>
                  </a:cubicBezTo>
                  <a:cubicBezTo>
                    <a:pt x="1702" y="2884"/>
                    <a:pt x="1591" y="2441"/>
                    <a:pt x="1480" y="2034"/>
                  </a:cubicBezTo>
                  <a:cubicBezTo>
                    <a:pt x="1332" y="1627"/>
                    <a:pt x="1184" y="1258"/>
                    <a:pt x="888" y="962"/>
                  </a:cubicBezTo>
                  <a:cubicBezTo>
                    <a:pt x="777" y="851"/>
                    <a:pt x="703" y="740"/>
                    <a:pt x="666" y="703"/>
                  </a:cubicBezTo>
                  <a:lnTo>
                    <a:pt x="638" y="647"/>
                  </a:lnTo>
                  <a:lnTo>
                    <a:pt x="638" y="647"/>
                  </a:lnTo>
                  <a:cubicBezTo>
                    <a:pt x="659" y="629"/>
                    <a:pt x="711" y="629"/>
                    <a:pt x="740" y="629"/>
                  </a:cubicBezTo>
                  <a:lnTo>
                    <a:pt x="802" y="598"/>
                  </a:lnTo>
                  <a:close/>
                  <a:moveTo>
                    <a:pt x="851" y="1"/>
                  </a:moveTo>
                  <a:cubicBezTo>
                    <a:pt x="814" y="1"/>
                    <a:pt x="666" y="1"/>
                    <a:pt x="482" y="38"/>
                  </a:cubicBezTo>
                  <a:cubicBezTo>
                    <a:pt x="408" y="75"/>
                    <a:pt x="297" y="112"/>
                    <a:pt x="186" y="186"/>
                  </a:cubicBezTo>
                  <a:cubicBezTo>
                    <a:pt x="112" y="296"/>
                    <a:pt x="1" y="444"/>
                    <a:pt x="1" y="592"/>
                  </a:cubicBezTo>
                  <a:cubicBezTo>
                    <a:pt x="1" y="740"/>
                    <a:pt x="75" y="888"/>
                    <a:pt x="149" y="999"/>
                  </a:cubicBezTo>
                  <a:cubicBezTo>
                    <a:pt x="223" y="1110"/>
                    <a:pt x="297" y="1258"/>
                    <a:pt x="445" y="1406"/>
                  </a:cubicBezTo>
                  <a:cubicBezTo>
                    <a:pt x="629" y="1553"/>
                    <a:pt x="777" y="1849"/>
                    <a:pt x="888" y="2219"/>
                  </a:cubicBezTo>
                  <a:cubicBezTo>
                    <a:pt x="1073" y="2773"/>
                    <a:pt x="1147" y="3439"/>
                    <a:pt x="1184" y="3957"/>
                  </a:cubicBezTo>
                  <a:cubicBezTo>
                    <a:pt x="1221" y="4215"/>
                    <a:pt x="1221" y="4437"/>
                    <a:pt x="1221" y="4622"/>
                  </a:cubicBezTo>
                  <a:cubicBezTo>
                    <a:pt x="1258" y="4770"/>
                    <a:pt x="1258" y="4881"/>
                    <a:pt x="1258" y="4881"/>
                  </a:cubicBezTo>
                  <a:cubicBezTo>
                    <a:pt x="1258" y="4955"/>
                    <a:pt x="1258" y="5029"/>
                    <a:pt x="1332" y="5066"/>
                  </a:cubicBezTo>
                  <a:cubicBezTo>
                    <a:pt x="1406" y="5140"/>
                    <a:pt x="1480" y="5177"/>
                    <a:pt x="1554" y="5177"/>
                  </a:cubicBezTo>
                  <a:lnTo>
                    <a:pt x="2589" y="5177"/>
                  </a:lnTo>
                  <a:cubicBezTo>
                    <a:pt x="2700" y="5177"/>
                    <a:pt x="2774" y="5140"/>
                    <a:pt x="2848" y="5066"/>
                  </a:cubicBezTo>
                  <a:cubicBezTo>
                    <a:pt x="2922" y="4992"/>
                    <a:pt x="2922" y="4881"/>
                    <a:pt x="2885" y="4807"/>
                  </a:cubicBezTo>
                  <a:lnTo>
                    <a:pt x="2885" y="4770"/>
                  </a:lnTo>
                  <a:cubicBezTo>
                    <a:pt x="2885" y="4696"/>
                    <a:pt x="2811" y="4289"/>
                    <a:pt x="2811" y="3883"/>
                  </a:cubicBezTo>
                  <a:cubicBezTo>
                    <a:pt x="2811" y="3577"/>
                    <a:pt x="2836" y="3270"/>
                    <a:pt x="2950" y="3069"/>
                  </a:cubicBezTo>
                  <a:lnTo>
                    <a:pt x="3032" y="3069"/>
                  </a:lnTo>
                  <a:cubicBezTo>
                    <a:pt x="3254" y="3069"/>
                    <a:pt x="3698" y="3069"/>
                    <a:pt x="4068" y="3180"/>
                  </a:cubicBezTo>
                  <a:cubicBezTo>
                    <a:pt x="4253" y="3254"/>
                    <a:pt x="4400" y="3328"/>
                    <a:pt x="4511" y="3402"/>
                  </a:cubicBezTo>
                  <a:cubicBezTo>
                    <a:pt x="4659" y="3513"/>
                    <a:pt x="4733" y="3587"/>
                    <a:pt x="4770" y="3735"/>
                  </a:cubicBezTo>
                  <a:cubicBezTo>
                    <a:pt x="4881" y="4141"/>
                    <a:pt x="5177" y="4511"/>
                    <a:pt x="5399" y="4770"/>
                  </a:cubicBezTo>
                  <a:cubicBezTo>
                    <a:pt x="5620" y="5066"/>
                    <a:pt x="5842" y="5251"/>
                    <a:pt x="5842" y="5251"/>
                  </a:cubicBezTo>
                  <a:cubicBezTo>
                    <a:pt x="5879" y="5287"/>
                    <a:pt x="5953" y="5324"/>
                    <a:pt x="6027" y="5324"/>
                  </a:cubicBezTo>
                  <a:lnTo>
                    <a:pt x="9428" y="5324"/>
                  </a:lnTo>
                  <a:cubicBezTo>
                    <a:pt x="9946" y="5324"/>
                    <a:pt x="10353" y="5214"/>
                    <a:pt x="10685" y="5066"/>
                  </a:cubicBezTo>
                  <a:cubicBezTo>
                    <a:pt x="11018" y="4881"/>
                    <a:pt x="11240" y="4696"/>
                    <a:pt x="11351" y="4474"/>
                  </a:cubicBezTo>
                  <a:cubicBezTo>
                    <a:pt x="11388" y="4437"/>
                    <a:pt x="11425" y="4400"/>
                    <a:pt x="11425" y="4326"/>
                  </a:cubicBezTo>
                  <a:cubicBezTo>
                    <a:pt x="11462" y="4252"/>
                    <a:pt x="11499" y="4215"/>
                    <a:pt x="11499" y="4104"/>
                  </a:cubicBezTo>
                  <a:cubicBezTo>
                    <a:pt x="11499" y="4030"/>
                    <a:pt x="11462" y="3920"/>
                    <a:pt x="11425" y="3846"/>
                  </a:cubicBezTo>
                  <a:cubicBezTo>
                    <a:pt x="11314" y="3735"/>
                    <a:pt x="11240" y="3698"/>
                    <a:pt x="11129" y="3698"/>
                  </a:cubicBezTo>
                  <a:cubicBezTo>
                    <a:pt x="11055" y="3661"/>
                    <a:pt x="10981" y="3661"/>
                    <a:pt x="10870" y="3661"/>
                  </a:cubicBezTo>
                  <a:lnTo>
                    <a:pt x="10648" y="3661"/>
                  </a:lnTo>
                  <a:cubicBezTo>
                    <a:pt x="10574" y="3698"/>
                    <a:pt x="10427" y="3698"/>
                    <a:pt x="10279" y="3698"/>
                  </a:cubicBezTo>
                  <a:cubicBezTo>
                    <a:pt x="9835" y="3698"/>
                    <a:pt x="9170" y="3661"/>
                    <a:pt x="8578" y="3587"/>
                  </a:cubicBezTo>
                  <a:cubicBezTo>
                    <a:pt x="8282" y="3550"/>
                    <a:pt x="7987" y="3513"/>
                    <a:pt x="7728" y="3476"/>
                  </a:cubicBezTo>
                  <a:cubicBezTo>
                    <a:pt x="7506" y="3402"/>
                    <a:pt x="7321" y="3365"/>
                    <a:pt x="7247" y="3291"/>
                  </a:cubicBezTo>
                  <a:cubicBezTo>
                    <a:pt x="6951" y="3143"/>
                    <a:pt x="6582" y="2700"/>
                    <a:pt x="6360" y="2367"/>
                  </a:cubicBezTo>
                  <a:cubicBezTo>
                    <a:pt x="6286" y="2256"/>
                    <a:pt x="6212" y="2219"/>
                    <a:pt x="6101" y="2145"/>
                  </a:cubicBezTo>
                  <a:cubicBezTo>
                    <a:pt x="5731" y="1886"/>
                    <a:pt x="5103" y="1553"/>
                    <a:pt x="4363" y="1221"/>
                  </a:cubicBezTo>
                  <a:cubicBezTo>
                    <a:pt x="3661" y="888"/>
                    <a:pt x="2885" y="555"/>
                    <a:pt x="2293" y="333"/>
                  </a:cubicBezTo>
                  <a:lnTo>
                    <a:pt x="2256" y="333"/>
                  </a:lnTo>
                  <a:lnTo>
                    <a:pt x="9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45"/>
            <p:cNvSpPr/>
            <p:nvPr/>
          </p:nvSpPr>
          <p:spPr>
            <a:xfrm>
              <a:off x="2816850" y="4909350"/>
              <a:ext cx="98000" cy="95225"/>
            </a:xfrm>
            <a:custGeom>
              <a:rect b="b" l="l" r="r" t="t"/>
              <a:pathLst>
                <a:path extrusionOk="0" h="3809" w="3920">
                  <a:moveTo>
                    <a:pt x="2404" y="1"/>
                  </a:moveTo>
                  <a:cubicBezTo>
                    <a:pt x="2404" y="1"/>
                    <a:pt x="1" y="2293"/>
                    <a:pt x="38" y="2552"/>
                  </a:cubicBezTo>
                  <a:cubicBezTo>
                    <a:pt x="75" y="3144"/>
                    <a:pt x="1442" y="3809"/>
                    <a:pt x="1442" y="3809"/>
                  </a:cubicBezTo>
                  <a:lnTo>
                    <a:pt x="3919" y="2367"/>
                  </a:lnTo>
                  <a:lnTo>
                    <a:pt x="3624" y="1258"/>
                  </a:lnTo>
                  <a:cubicBezTo>
                    <a:pt x="3217" y="260"/>
                    <a:pt x="2404" y="1"/>
                    <a:pt x="24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45"/>
            <p:cNvSpPr/>
            <p:nvPr/>
          </p:nvSpPr>
          <p:spPr>
            <a:xfrm>
              <a:off x="2809450" y="4901600"/>
              <a:ext cx="113725" cy="111000"/>
            </a:xfrm>
            <a:custGeom>
              <a:rect b="b" l="l" r="r" t="t"/>
              <a:pathLst>
                <a:path extrusionOk="0" h="4440" w="4549">
                  <a:moveTo>
                    <a:pt x="629" y="2751"/>
                  </a:moveTo>
                  <a:lnTo>
                    <a:pt x="614" y="2757"/>
                  </a:lnTo>
                  <a:lnTo>
                    <a:pt x="614" y="2757"/>
                  </a:lnTo>
                  <a:cubicBezTo>
                    <a:pt x="616" y="2753"/>
                    <a:pt x="621" y="2751"/>
                    <a:pt x="629" y="2751"/>
                  </a:cubicBezTo>
                  <a:close/>
                  <a:moveTo>
                    <a:pt x="2769" y="674"/>
                  </a:moveTo>
                  <a:lnTo>
                    <a:pt x="2769" y="674"/>
                  </a:lnTo>
                  <a:cubicBezTo>
                    <a:pt x="2840" y="710"/>
                    <a:pt x="2933" y="762"/>
                    <a:pt x="3032" y="829"/>
                  </a:cubicBezTo>
                  <a:cubicBezTo>
                    <a:pt x="3217" y="1013"/>
                    <a:pt x="3476" y="1272"/>
                    <a:pt x="3624" y="1679"/>
                  </a:cubicBezTo>
                  <a:lnTo>
                    <a:pt x="3846" y="2529"/>
                  </a:lnTo>
                  <a:lnTo>
                    <a:pt x="1733" y="3776"/>
                  </a:lnTo>
                  <a:lnTo>
                    <a:pt x="1733" y="3776"/>
                  </a:lnTo>
                  <a:cubicBezTo>
                    <a:pt x="1584" y="3694"/>
                    <a:pt x="1322" y="3562"/>
                    <a:pt x="1110" y="3380"/>
                  </a:cubicBezTo>
                  <a:cubicBezTo>
                    <a:pt x="962" y="3269"/>
                    <a:pt x="814" y="3158"/>
                    <a:pt x="740" y="3047"/>
                  </a:cubicBezTo>
                  <a:cubicBezTo>
                    <a:pt x="693" y="2999"/>
                    <a:pt x="660" y="2936"/>
                    <a:pt x="643" y="2887"/>
                  </a:cubicBezTo>
                  <a:lnTo>
                    <a:pt x="643" y="2887"/>
                  </a:lnTo>
                  <a:cubicBezTo>
                    <a:pt x="663" y="2849"/>
                    <a:pt x="704" y="2800"/>
                    <a:pt x="777" y="2751"/>
                  </a:cubicBezTo>
                  <a:cubicBezTo>
                    <a:pt x="1036" y="2418"/>
                    <a:pt x="1591" y="1864"/>
                    <a:pt x="2034" y="1383"/>
                  </a:cubicBezTo>
                  <a:cubicBezTo>
                    <a:pt x="2335" y="1082"/>
                    <a:pt x="2608" y="824"/>
                    <a:pt x="2769" y="674"/>
                  </a:cubicBezTo>
                  <a:close/>
                  <a:moveTo>
                    <a:pt x="2722" y="1"/>
                  </a:moveTo>
                  <a:cubicBezTo>
                    <a:pt x="2643" y="1"/>
                    <a:pt x="2569" y="35"/>
                    <a:pt x="2515" y="89"/>
                  </a:cubicBezTo>
                  <a:cubicBezTo>
                    <a:pt x="2515" y="89"/>
                    <a:pt x="1886" y="644"/>
                    <a:pt x="1295" y="1272"/>
                  </a:cubicBezTo>
                  <a:cubicBezTo>
                    <a:pt x="999" y="1568"/>
                    <a:pt x="703" y="1864"/>
                    <a:pt x="481" y="2123"/>
                  </a:cubicBezTo>
                  <a:cubicBezTo>
                    <a:pt x="334" y="2270"/>
                    <a:pt x="260" y="2381"/>
                    <a:pt x="186" y="2492"/>
                  </a:cubicBezTo>
                  <a:lnTo>
                    <a:pt x="75" y="2640"/>
                  </a:lnTo>
                  <a:cubicBezTo>
                    <a:pt x="38" y="2677"/>
                    <a:pt x="1" y="2714"/>
                    <a:pt x="1" y="2862"/>
                  </a:cubicBezTo>
                  <a:cubicBezTo>
                    <a:pt x="1" y="2862"/>
                    <a:pt x="1" y="2862"/>
                    <a:pt x="1" y="2862"/>
                  </a:cubicBezTo>
                  <a:lnTo>
                    <a:pt x="1" y="2862"/>
                  </a:lnTo>
                  <a:cubicBezTo>
                    <a:pt x="1" y="2882"/>
                    <a:pt x="4" y="2897"/>
                    <a:pt x="7" y="2907"/>
                  </a:cubicBezTo>
                  <a:lnTo>
                    <a:pt x="7" y="2907"/>
                  </a:lnTo>
                  <a:cubicBezTo>
                    <a:pt x="53" y="3177"/>
                    <a:pt x="193" y="3352"/>
                    <a:pt x="334" y="3527"/>
                  </a:cubicBezTo>
                  <a:cubicBezTo>
                    <a:pt x="555" y="3786"/>
                    <a:pt x="888" y="4008"/>
                    <a:pt x="1147" y="4156"/>
                  </a:cubicBezTo>
                  <a:cubicBezTo>
                    <a:pt x="1406" y="4304"/>
                    <a:pt x="1628" y="4415"/>
                    <a:pt x="1628" y="4415"/>
                  </a:cubicBezTo>
                  <a:cubicBezTo>
                    <a:pt x="1658" y="4430"/>
                    <a:pt x="1695" y="4439"/>
                    <a:pt x="1733" y="4439"/>
                  </a:cubicBezTo>
                  <a:cubicBezTo>
                    <a:pt x="1787" y="4439"/>
                    <a:pt x="1843" y="4421"/>
                    <a:pt x="1886" y="4378"/>
                  </a:cubicBezTo>
                  <a:lnTo>
                    <a:pt x="4363" y="2936"/>
                  </a:lnTo>
                  <a:cubicBezTo>
                    <a:pt x="4474" y="2862"/>
                    <a:pt x="4548" y="2714"/>
                    <a:pt x="4511" y="2566"/>
                  </a:cubicBezTo>
                  <a:lnTo>
                    <a:pt x="4215" y="1494"/>
                  </a:lnTo>
                  <a:lnTo>
                    <a:pt x="4179" y="1457"/>
                  </a:lnTo>
                  <a:cubicBezTo>
                    <a:pt x="3994" y="903"/>
                    <a:pt x="3624" y="533"/>
                    <a:pt x="3365" y="311"/>
                  </a:cubicBezTo>
                  <a:cubicBezTo>
                    <a:pt x="3069" y="89"/>
                    <a:pt x="2848" y="15"/>
                    <a:pt x="2811" y="15"/>
                  </a:cubicBezTo>
                  <a:cubicBezTo>
                    <a:pt x="2781" y="5"/>
                    <a:pt x="2751" y="1"/>
                    <a:pt x="27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45"/>
            <p:cNvSpPr/>
            <p:nvPr/>
          </p:nvSpPr>
          <p:spPr>
            <a:xfrm>
              <a:off x="1840825" y="3478600"/>
              <a:ext cx="636850" cy="232925"/>
            </a:xfrm>
            <a:custGeom>
              <a:rect b="b" l="l" r="r" t="t"/>
              <a:pathLst>
                <a:path extrusionOk="0" h="9317" w="25474">
                  <a:moveTo>
                    <a:pt x="22590" y="0"/>
                  </a:moveTo>
                  <a:cubicBezTo>
                    <a:pt x="21628" y="0"/>
                    <a:pt x="20187" y="333"/>
                    <a:pt x="20187" y="333"/>
                  </a:cubicBezTo>
                  <a:lnTo>
                    <a:pt x="17414" y="1442"/>
                  </a:lnTo>
                  <a:lnTo>
                    <a:pt x="1" y="4252"/>
                  </a:lnTo>
                  <a:lnTo>
                    <a:pt x="407" y="9317"/>
                  </a:lnTo>
                  <a:lnTo>
                    <a:pt x="17931" y="3623"/>
                  </a:lnTo>
                  <a:lnTo>
                    <a:pt x="23107" y="2071"/>
                  </a:lnTo>
                  <a:cubicBezTo>
                    <a:pt x="23107" y="2071"/>
                    <a:pt x="24327" y="2921"/>
                    <a:pt x="24845" y="3217"/>
                  </a:cubicBezTo>
                  <a:cubicBezTo>
                    <a:pt x="24954" y="3279"/>
                    <a:pt x="25044" y="3305"/>
                    <a:pt x="25120" y="3305"/>
                  </a:cubicBezTo>
                  <a:cubicBezTo>
                    <a:pt x="25404" y="3305"/>
                    <a:pt x="25473" y="2933"/>
                    <a:pt x="25473" y="2699"/>
                  </a:cubicBezTo>
                  <a:cubicBezTo>
                    <a:pt x="25473" y="2403"/>
                    <a:pt x="23514" y="0"/>
                    <a:pt x="22590" y="0"/>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45"/>
            <p:cNvSpPr/>
            <p:nvPr/>
          </p:nvSpPr>
          <p:spPr>
            <a:xfrm>
              <a:off x="1832500" y="3471200"/>
              <a:ext cx="652575" cy="248325"/>
            </a:xfrm>
            <a:custGeom>
              <a:rect b="b" l="l" r="r" t="t"/>
              <a:pathLst>
                <a:path extrusionOk="0" h="9933" w="26103">
                  <a:moveTo>
                    <a:pt x="22923" y="592"/>
                  </a:moveTo>
                  <a:cubicBezTo>
                    <a:pt x="22997" y="592"/>
                    <a:pt x="23292" y="703"/>
                    <a:pt x="23588" y="925"/>
                  </a:cubicBezTo>
                  <a:cubicBezTo>
                    <a:pt x="24032" y="1258"/>
                    <a:pt x="24512" y="1738"/>
                    <a:pt x="24919" y="2219"/>
                  </a:cubicBezTo>
                  <a:cubicBezTo>
                    <a:pt x="25104" y="2441"/>
                    <a:pt x="25252" y="2625"/>
                    <a:pt x="25363" y="2810"/>
                  </a:cubicBezTo>
                  <a:cubicBezTo>
                    <a:pt x="25437" y="2884"/>
                    <a:pt x="25474" y="2958"/>
                    <a:pt x="25474" y="2995"/>
                  </a:cubicBezTo>
                  <a:lnTo>
                    <a:pt x="25509" y="3031"/>
                  </a:lnTo>
                  <a:lnTo>
                    <a:pt x="25509" y="3031"/>
                  </a:lnTo>
                  <a:cubicBezTo>
                    <a:pt x="25503" y="3130"/>
                    <a:pt x="25474" y="3225"/>
                    <a:pt x="25474" y="3291"/>
                  </a:cubicBezTo>
                  <a:cubicBezTo>
                    <a:pt x="25474" y="3291"/>
                    <a:pt x="25437" y="3291"/>
                    <a:pt x="25363" y="3254"/>
                  </a:cubicBezTo>
                  <a:cubicBezTo>
                    <a:pt x="25104" y="3106"/>
                    <a:pt x="24660" y="2810"/>
                    <a:pt x="24291" y="2552"/>
                  </a:cubicBezTo>
                  <a:cubicBezTo>
                    <a:pt x="23921" y="2330"/>
                    <a:pt x="23588" y="2108"/>
                    <a:pt x="23588" y="2108"/>
                  </a:cubicBezTo>
                  <a:cubicBezTo>
                    <a:pt x="23536" y="2082"/>
                    <a:pt x="23484" y="2056"/>
                    <a:pt x="23418" y="2056"/>
                  </a:cubicBezTo>
                  <a:cubicBezTo>
                    <a:pt x="23391" y="2056"/>
                    <a:pt x="23362" y="2060"/>
                    <a:pt x="23329" y="2071"/>
                  </a:cubicBezTo>
                  <a:lnTo>
                    <a:pt x="18153" y="3624"/>
                  </a:lnTo>
                  <a:lnTo>
                    <a:pt x="1036" y="9206"/>
                  </a:lnTo>
                  <a:lnTo>
                    <a:pt x="666" y="4807"/>
                  </a:lnTo>
                  <a:lnTo>
                    <a:pt x="17784" y="2071"/>
                  </a:lnTo>
                  <a:lnTo>
                    <a:pt x="17858" y="2034"/>
                  </a:lnTo>
                  <a:lnTo>
                    <a:pt x="20589" y="905"/>
                  </a:lnTo>
                  <a:lnTo>
                    <a:pt x="20589" y="905"/>
                  </a:lnTo>
                  <a:lnTo>
                    <a:pt x="20594" y="925"/>
                  </a:lnTo>
                  <a:cubicBezTo>
                    <a:pt x="20594" y="925"/>
                    <a:pt x="20667" y="888"/>
                    <a:pt x="20815" y="851"/>
                  </a:cubicBezTo>
                  <a:cubicBezTo>
                    <a:pt x="21259" y="777"/>
                    <a:pt x="22257" y="592"/>
                    <a:pt x="22923" y="592"/>
                  </a:cubicBezTo>
                  <a:close/>
                  <a:moveTo>
                    <a:pt x="22923" y="1"/>
                  </a:moveTo>
                  <a:cubicBezTo>
                    <a:pt x="21924" y="1"/>
                    <a:pt x="20483" y="296"/>
                    <a:pt x="20446" y="296"/>
                  </a:cubicBezTo>
                  <a:lnTo>
                    <a:pt x="20409" y="333"/>
                  </a:lnTo>
                  <a:lnTo>
                    <a:pt x="17674" y="1449"/>
                  </a:lnTo>
                  <a:lnTo>
                    <a:pt x="17674" y="1449"/>
                  </a:lnTo>
                  <a:lnTo>
                    <a:pt x="17673" y="1442"/>
                  </a:lnTo>
                  <a:lnTo>
                    <a:pt x="297" y="4252"/>
                  </a:lnTo>
                  <a:cubicBezTo>
                    <a:pt x="112" y="4252"/>
                    <a:pt x="1" y="4400"/>
                    <a:pt x="38" y="4585"/>
                  </a:cubicBezTo>
                  <a:lnTo>
                    <a:pt x="445" y="9650"/>
                  </a:lnTo>
                  <a:cubicBezTo>
                    <a:pt x="445" y="9724"/>
                    <a:pt x="482" y="9835"/>
                    <a:pt x="592" y="9872"/>
                  </a:cubicBezTo>
                  <a:cubicBezTo>
                    <a:pt x="636" y="9915"/>
                    <a:pt x="679" y="9933"/>
                    <a:pt x="730" y="9933"/>
                  </a:cubicBezTo>
                  <a:cubicBezTo>
                    <a:pt x="766" y="9933"/>
                    <a:pt x="805" y="9924"/>
                    <a:pt x="851" y="9909"/>
                  </a:cubicBezTo>
                  <a:lnTo>
                    <a:pt x="18338" y="4215"/>
                  </a:lnTo>
                  <a:lnTo>
                    <a:pt x="23376" y="2704"/>
                  </a:lnTo>
                  <a:lnTo>
                    <a:pt x="23376" y="2704"/>
                  </a:lnTo>
                  <a:cubicBezTo>
                    <a:pt x="23704" y="2916"/>
                    <a:pt x="24610" y="3502"/>
                    <a:pt x="25030" y="3772"/>
                  </a:cubicBezTo>
                  <a:cubicBezTo>
                    <a:pt x="25178" y="3846"/>
                    <a:pt x="25326" y="3919"/>
                    <a:pt x="25474" y="3919"/>
                  </a:cubicBezTo>
                  <a:cubicBezTo>
                    <a:pt x="25622" y="3919"/>
                    <a:pt x="25732" y="3846"/>
                    <a:pt x="25843" y="3772"/>
                  </a:cubicBezTo>
                  <a:cubicBezTo>
                    <a:pt x="25991" y="3661"/>
                    <a:pt x="26028" y="3513"/>
                    <a:pt x="26065" y="3365"/>
                  </a:cubicBezTo>
                  <a:cubicBezTo>
                    <a:pt x="26102" y="3217"/>
                    <a:pt x="26102" y="3106"/>
                    <a:pt x="26102" y="2995"/>
                  </a:cubicBezTo>
                  <a:cubicBezTo>
                    <a:pt x="26102" y="2884"/>
                    <a:pt x="26102" y="2847"/>
                    <a:pt x="26065" y="2773"/>
                  </a:cubicBezTo>
                  <a:cubicBezTo>
                    <a:pt x="25991" y="2589"/>
                    <a:pt x="25843" y="2367"/>
                    <a:pt x="25622" y="2108"/>
                  </a:cubicBezTo>
                  <a:cubicBezTo>
                    <a:pt x="25289" y="1664"/>
                    <a:pt x="24808" y="1184"/>
                    <a:pt x="24365" y="777"/>
                  </a:cubicBezTo>
                  <a:cubicBezTo>
                    <a:pt x="24106" y="555"/>
                    <a:pt x="23884" y="370"/>
                    <a:pt x="23625" y="222"/>
                  </a:cubicBezTo>
                  <a:cubicBezTo>
                    <a:pt x="23403" y="111"/>
                    <a:pt x="23181" y="1"/>
                    <a:pt x="229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45"/>
            <p:cNvSpPr/>
            <p:nvPr/>
          </p:nvSpPr>
          <p:spPr>
            <a:xfrm>
              <a:off x="2303875" y="3514650"/>
              <a:ext cx="171025" cy="49925"/>
            </a:xfrm>
            <a:custGeom>
              <a:rect b="b" l="l" r="r" t="t"/>
              <a:pathLst>
                <a:path extrusionOk="0" h="1997" w="6841">
                  <a:moveTo>
                    <a:pt x="1665" y="0"/>
                  </a:moveTo>
                  <a:lnTo>
                    <a:pt x="1" y="1997"/>
                  </a:lnTo>
                  <a:cubicBezTo>
                    <a:pt x="1" y="1997"/>
                    <a:pt x="334" y="1997"/>
                    <a:pt x="1665" y="1886"/>
                  </a:cubicBezTo>
                  <a:cubicBezTo>
                    <a:pt x="3033" y="1775"/>
                    <a:pt x="3735" y="1146"/>
                    <a:pt x="3735" y="1146"/>
                  </a:cubicBezTo>
                  <a:cubicBezTo>
                    <a:pt x="3735" y="1146"/>
                    <a:pt x="4992" y="1257"/>
                    <a:pt x="5916" y="1257"/>
                  </a:cubicBezTo>
                  <a:cubicBezTo>
                    <a:pt x="6840" y="1257"/>
                    <a:pt x="6545" y="444"/>
                    <a:pt x="5805" y="333"/>
                  </a:cubicBezTo>
                  <a:cubicBezTo>
                    <a:pt x="5103" y="222"/>
                    <a:pt x="1665" y="0"/>
                    <a:pt x="1665" y="0"/>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45"/>
            <p:cNvSpPr/>
            <p:nvPr/>
          </p:nvSpPr>
          <p:spPr>
            <a:xfrm>
              <a:off x="2296500" y="3507250"/>
              <a:ext cx="177475" cy="64725"/>
            </a:xfrm>
            <a:custGeom>
              <a:rect b="b" l="l" r="r" t="t"/>
              <a:pathLst>
                <a:path extrusionOk="0" h="2589" w="7099">
                  <a:moveTo>
                    <a:pt x="1997" y="0"/>
                  </a:moveTo>
                  <a:cubicBezTo>
                    <a:pt x="1812" y="0"/>
                    <a:pt x="1664" y="111"/>
                    <a:pt x="1664" y="296"/>
                  </a:cubicBezTo>
                  <a:cubicBezTo>
                    <a:pt x="1664" y="444"/>
                    <a:pt x="1775" y="592"/>
                    <a:pt x="1960" y="629"/>
                  </a:cubicBezTo>
                  <a:cubicBezTo>
                    <a:pt x="1960" y="629"/>
                    <a:pt x="2810" y="666"/>
                    <a:pt x="3734" y="740"/>
                  </a:cubicBezTo>
                  <a:cubicBezTo>
                    <a:pt x="4695" y="814"/>
                    <a:pt x="5731" y="888"/>
                    <a:pt x="6063" y="925"/>
                  </a:cubicBezTo>
                  <a:cubicBezTo>
                    <a:pt x="6211" y="962"/>
                    <a:pt x="6322" y="999"/>
                    <a:pt x="6396" y="1073"/>
                  </a:cubicBezTo>
                  <a:lnTo>
                    <a:pt x="6470" y="1147"/>
                  </a:lnTo>
                  <a:lnTo>
                    <a:pt x="6470" y="1183"/>
                  </a:lnTo>
                  <a:cubicBezTo>
                    <a:pt x="6470" y="1220"/>
                    <a:pt x="6359" y="1257"/>
                    <a:pt x="6211" y="1257"/>
                  </a:cubicBezTo>
                  <a:cubicBezTo>
                    <a:pt x="5768" y="1257"/>
                    <a:pt x="5213" y="1220"/>
                    <a:pt x="4806" y="1183"/>
                  </a:cubicBezTo>
                  <a:cubicBezTo>
                    <a:pt x="4363" y="1183"/>
                    <a:pt x="4067" y="1147"/>
                    <a:pt x="4067" y="1147"/>
                  </a:cubicBezTo>
                  <a:cubicBezTo>
                    <a:pt x="3993" y="1147"/>
                    <a:pt x="3882" y="1147"/>
                    <a:pt x="3845" y="1220"/>
                  </a:cubicBezTo>
                  <a:cubicBezTo>
                    <a:pt x="3808" y="1220"/>
                    <a:pt x="3180" y="1775"/>
                    <a:pt x="1960" y="1849"/>
                  </a:cubicBezTo>
                  <a:cubicBezTo>
                    <a:pt x="1257" y="1923"/>
                    <a:pt x="850" y="1960"/>
                    <a:pt x="629" y="1960"/>
                  </a:cubicBezTo>
                  <a:lnTo>
                    <a:pt x="296" y="1960"/>
                  </a:lnTo>
                  <a:cubicBezTo>
                    <a:pt x="148" y="1960"/>
                    <a:pt x="0" y="2108"/>
                    <a:pt x="0" y="2293"/>
                  </a:cubicBezTo>
                  <a:cubicBezTo>
                    <a:pt x="0" y="2440"/>
                    <a:pt x="148" y="2588"/>
                    <a:pt x="296" y="2588"/>
                  </a:cubicBezTo>
                  <a:cubicBezTo>
                    <a:pt x="333" y="2588"/>
                    <a:pt x="629" y="2588"/>
                    <a:pt x="1997" y="2477"/>
                  </a:cubicBezTo>
                  <a:cubicBezTo>
                    <a:pt x="3158" y="2388"/>
                    <a:pt x="3888" y="1939"/>
                    <a:pt x="4147" y="1748"/>
                  </a:cubicBezTo>
                  <a:lnTo>
                    <a:pt x="4147" y="1748"/>
                  </a:lnTo>
                  <a:cubicBezTo>
                    <a:pt x="4475" y="1775"/>
                    <a:pt x="5429" y="1849"/>
                    <a:pt x="6211" y="1849"/>
                  </a:cubicBezTo>
                  <a:cubicBezTo>
                    <a:pt x="6470" y="1849"/>
                    <a:pt x="6655" y="1812"/>
                    <a:pt x="6840" y="1701"/>
                  </a:cubicBezTo>
                  <a:cubicBezTo>
                    <a:pt x="6988" y="1590"/>
                    <a:pt x="7099" y="1405"/>
                    <a:pt x="7099" y="1220"/>
                  </a:cubicBezTo>
                  <a:cubicBezTo>
                    <a:pt x="7099" y="962"/>
                    <a:pt x="6988" y="777"/>
                    <a:pt x="6803" y="629"/>
                  </a:cubicBezTo>
                  <a:cubicBezTo>
                    <a:pt x="6655" y="481"/>
                    <a:pt x="6433" y="370"/>
                    <a:pt x="6137" y="296"/>
                  </a:cubicBezTo>
                  <a:cubicBezTo>
                    <a:pt x="5768" y="259"/>
                    <a:pt x="4732" y="185"/>
                    <a:pt x="3771" y="111"/>
                  </a:cubicBezTo>
                  <a:cubicBezTo>
                    <a:pt x="2847" y="37"/>
                    <a:pt x="1997" y="0"/>
                    <a:pt x="19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45"/>
            <p:cNvSpPr/>
            <p:nvPr/>
          </p:nvSpPr>
          <p:spPr>
            <a:xfrm>
              <a:off x="1536750" y="3107250"/>
              <a:ext cx="905800" cy="1073350"/>
            </a:xfrm>
            <a:custGeom>
              <a:rect b="b" l="l" r="r" t="t"/>
              <a:pathLst>
                <a:path extrusionOk="0" h="42934" w="36232">
                  <a:moveTo>
                    <a:pt x="12856" y="1"/>
                  </a:moveTo>
                  <a:cubicBezTo>
                    <a:pt x="7710" y="1"/>
                    <a:pt x="4615" y="2378"/>
                    <a:pt x="4215" y="7090"/>
                  </a:cubicBezTo>
                  <a:cubicBezTo>
                    <a:pt x="3734" y="12784"/>
                    <a:pt x="2921" y="20881"/>
                    <a:pt x="2440" y="25095"/>
                  </a:cubicBezTo>
                  <a:cubicBezTo>
                    <a:pt x="1923" y="29310"/>
                    <a:pt x="0" y="30419"/>
                    <a:pt x="333" y="34819"/>
                  </a:cubicBezTo>
                  <a:cubicBezTo>
                    <a:pt x="629" y="39181"/>
                    <a:pt x="3069" y="42434"/>
                    <a:pt x="7284" y="42730"/>
                  </a:cubicBezTo>
                  <a:cubicBezTo>
                    <a:pt x="9090" y="42873"/>
                    <a:pt x="10563" y="42934"/>
                    <a:pt x="12094" y="42934"/>
                  </a:cubicBezTo>
                  <a:cubicBezTo>
                    <a:pt x="14135" y="42934"/>
                    <a:pt x="16278" y="42825"/>
                    <a:pt x="19447" y="42656"/>
                  </a:cubicBezTo>
                  <a:cubicBezTo>
                    <a:pt x="24105" y="42398"/>
                    <a:pt x="33754" y="41362"/>
                    <a:pt x="33754" y="41362"/>
                  </a:cubicBezTo>
                  <a:cubicBezTo>
                    <a:pt x="33754" y="41362"/>
                    <a:pt x="35455" y="37591"/>
                    <a:pt x="35603" y="35817"/>
                  </a:cubicBezTo>
                  <a:cubicBezTo>
                    <a:pt x="35751" y="34042"/>
                    <a:pt x="36232" y="28681"/>
                    <a:pt x="35270" y="28681"/>
                  </a:cubicBezTo>
                  <a:cubicBezTo>
                    <a:pt x="34309" y="28681"/>
                    <a:pt x="15713" y="29606"/>
                    <a:pt x="15713" y="29606"/>
                  </a:cubicBezTo>
                  <a:lnTo>
                    <a:pt x="16859" y="22507"/>
                  </a:lnTo>
                  <a:cubicBezTo>
                    <a:pt x="16859" y="22507"/>
                    <a:pt x="20741" y="19882"/>
                    <a:pt x="21074" y="18293"/>
                  </a:cubicBezTo>
                  <a:cubicBezTo>
                    <a:pt x="21369" y="16666"/>
                    <a:pt x="21221" y="9678"/>
                    <a:pt x="20408" y="5944"/>
                  </a:cubicBezTo>
                  <a:cubicBezTo>
                    <a:pt x="19595" y="2247"/>
                    <a:pt x="16193" y="288"/>
                    <a:pt x="16193" y="288"/>
                  </a:cubicBezTo>
                  <a:cubicBezTo>
                    <a:pt x="15002" y="97"/>
                    <a:pt x="13888" y="1"/>
                    <a:pt x="128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45"/>
            <p:cNvSpPr/>
            <p:nvPr/>
          </p:nvSpPr>
          <p:spPr>
            <a:xfrm>
              <a:off x="1535825" y="3099650"/>
              <a:ext cx="904875" cy="1088800"/>
            </a:xfrm>
            <a:custGeom>
              <a:rect b="b" l="l" r="r" t="t"/>
              <a:pathLst>
                <a:path extrusionOk="0" h="43552" w="36195">
                  <a:moveTo>
                    <a:pt x="12940" y="629"/>
                  </a:moveTo>
                  <a:cubicBezTo>
                    <a:pt x="13914" y="629"/>
                    <a:pt x="14958" y="699"/>
                    <a:pt x="16106" y="874"/>
                  </a:cubicBezTo>
                  <a:lnTo>
                    <a:pt x="16106" y="874"/>
                  </a:lnTo>
                  <a:lnTo>
                    <a:pt x="16120" y="888"/>
                  </a:lnTo>
                  <a:cubicBezTo>
                    <a:pt x="16267" y="999"/>
                    <a:pt x="17118" y="1516"/>
                    <a:pt x="18005" y="2440"/>
                  </a:cubicBezTo>
                  <a:cubicBezTo>
                    <a:pt x="18855" y="3365"/>
                    <a:pt x="19780" y="4659"/>
                    <a:pt x="20149" y="6322"/>
                  </a:cubicBezTo>
                  <a:cubicBezTo>
                    <a:pt x="20704" y="8836"/>
                    <a:pt x="20926" y="12903"/>
                    <a:pt x="20926" y="15713"/>
                  </a:cubicBezTo>
                  <a:cubicBezTo>
                    <a:pt x="20926" y="17007"/>
                    <a:pt x="20889" y="18042"/>
                    <a:pt x="20778" y="18523"/>
                  </a:cubicBezTo>
                  <a:cubicBezTo>
                    <a:pt x="20741" y="18818"/>
                    <a:pt x="20445" y="19262"/>
                    <a:pt x="20075" y="19706"/>
                  </a:cubicBezTo>
                  <a:cubicBezTo>
                    <a:pt x="19484" y="20408"/>
                    <a:pt x="18634" y="21111"/>
                    <a:pt x="17931" y="21628"/>
                  </a:cubicBezTo>
                  <a:cubicBezTo>
                    <a:pt x="17598" y="21924"/>
                    <a:pt x="17303" y="22146"/>
                    <a:pt x="17081" y="22294"/>
                  </a:cubicBezTo>
                  <a:cubicBezTo>
                    <a:pt x="16859" y="22442"/>
                    <a:pt x="16711" y="22552"/>
                    <a:pt x="16711" y="22552"/>
                  </a:cubicBezTo>
                  <a:cubicBezTo>
                    <a:pt x="16637" y="22589"/>
                    <a:pt x="16600" y="22663"/>
                    <a:pt x="16563" y="22737"/>
                  </a:cubicBezTo>
                  <a:lnTo>
                    <a:pt x="15454" y="29873"/>
                  </a:lnTo>
                  <a:cubicBezTo>
                    <a:pt x="15417" y="29984"/>
                    <a:pt x="15454" y="30058"/>
                    <a:pt x="15528" y="30131"/>
                  </a:cubicBezTo>
                  <a:cubicBezTo>
                    <a:pt x="15565" y="30205"/>
                    <a:pt x="15676" y="30242"/>
                    <a:pt x="15750" y="30242"/>
                  </a:cubicBezTo>
                  <a:cubicBezTo>
                    <a:pt x="15750" y="30242"/>
                    <a:pt x="16933" y="30168"/>
                    <a:pt x="18671" y="30094"/>
                  </a:cubicBezTo>
                  <a:cubicBezTo>
                    <a:pt x="21332" y="29947"/>
                    <a:pt x="25288" y="29762"/>
                    <a:pt x="28727" y="29614"/>
                  </a:cubicBezTo>
                  <a:cubicBezTo>
                    <a:pt x="30427" y="29503"/>
                    <a:pt x="31980" y="29429"/>
                    <a:pt x="33163" y="29392"/>
                  </a:cubicBezTo>
                  <a:cubicBezTo>
                    <a:pt x="34280" y="29357"/>
                    <a:pt x="35068" y="29322"/>
                    <a:pt x="35276" y="29318"/>
                  </a:cubicBezTo>
                  <a:lnTo>
                    <a:pt x="35276" y="29318"/>
                  </a:lnTo>
                  <a:cubicBezTo>
                    <a:pt x="35311" y="29322"/>
                    <a:pt x="35346" y="29361"/>
                    <a:pt x="35381" y="29466"/>
                  </a:cubicBezTo>
                  <a:cubicBezTo>
                    <a:pt x="35455" y="29651"/>
                    <a:pt x="35529" y="29984"/>
                    <a:pt x="35529" y="30316"/>
                  </a:cubicBezTo>
                  <a:cubicBezTo>
                    <a:pt x="35566" y="30686"/>
                    <a:pt x="35603" y="31130"/>
                    <a:pt x="35603" y="31573"/>
                  </a:cubicBezTo>
                  <a:cubicBezTo>
                    <a:pt x="35603" y="33200"/>
                    <a:pt x="35418" y="35159"/>
                    <a:pt x="35344" y="36121"/>
                  </a:cubicBezTo>
                  <a:cubicBezTo>
                    <a:pt x="35270" y="36934"/>
                    <a:pt x="34790" y="38302"/>
                    <a:pt x="34383" y="39448"/>
                  </a:cubicBezTo>
                  <a:cubicBezTo>
                    <a:pt x="34161" y="40040"/>
                    <a:pt x="33939" y="40557"/>
                    <a:pt x="33755" y="40927"/>
                  </a:cubicBezTo>
                  <a:cubicBezTo>
                    <a:pt x="33681" y="41129"/>
                    <a:pt x="33617" y="41286"/>
                    <a:pt x="33570" y="41392"/>
                  </a:cubicBezTo>
                  <a:lnTo>
                    <a:pt x="33570" y="41392"/>
                  </a:lnTo>
                  <a:cubicBezTo>
                    <a:pt x="33323" y="41419"/>
                    <a:pt x="32836" y="41469"/>
                    <a:pt x="32165" y="41518"/>
                  </a:cubicBezTo>
                  <a:cubicBezTo>
                    <a:pt x="29244" y="41851"/>
                    <a:pt x="22959" y="42443"/>
                    <a:pt x="19484" y="42628"/>
                  </a:cubicBezTo>
                  <a:cubicBezTo>
                    <a:pt x="16230" y="42812"/>
                    <a:pt x="14049" y="42923"/>
                    <a:pt x="11979" y="42923"/>
                  </a:cubicBezTo>
                  <a:cubicBezTo>
                    <a:pt x="10500" y="42923"/>
                    <a:pt x="9095" y="42886"/>
                    <a:pt x="7358" y="42738"/>
                  </a:cubicBezTo>
                  <a:cubicBezTo>
                    <a:pt x="5324" y="42591"/>
                    <a:pt x="3734" y="41740"/>
                    <a:pt x="2625" y="40409"/>
                  </a:cubicBezTo>
                  <a:cubicBezTo>
                    <a:pt x="1479" y="39078"/>
                    <a:pt x="814" y="37230"/>
                    <a:pt x="666" y="35086"/>
                  </a:cubicBezTo>
                  <a:cubicBezTo>
                    <a:pt x="629" y="34753"/>
                    <a:pt x="629" y="34457"/>
                    <a:pt x="629" y="34161"/>
                  </a:cubicBezTo>
                  <a:cubicBezTo>
                    <a:pt x="629" y="32387"/>
                    <a:pt x="1036" y="31241"/>
                    <a:pt x="1516" y="29984"/>
                  </a:cubicBezTo>
                  <a:cubicBezTo>
                    <a:pt x="1997" y="28727"/>
                    <a:pt x="2551" y="27396"/>
                    <a:pt x="2773" y="25436"/>
                  </a:cubicBezTo>
                  <a:cubicBezTo>
                    <a:pt x="3254" y="21222"/>
                    <a:pt x="4067" y="13088"/>
                    <a:pt x="4548" y="7431"/>
                  </a:cubicBezTo>
                  <a:cubicBezTo>
                    <a:pt x="4733" y="5102"/>
                    <a:pt x="5583" y="3439"/>
                    <a:pt x="6988" y="2329"/>
                  </a:cubicBezTo>
                  <a:cubicBezTo>
                    <a:pt x="8393" y="1183"/>
                    <a:pt x="10389" y="629"/>
                    <a:pt x="12940" y="629"/>
                  </a:cubicBezTo>
                  <a:close/>
                  <a:moveTo>
                    <a:pt x="12940" y="0"/>
                  </a:moveTo>
                  <a:cubicBezTo>
                    <a:pt x="10315" y="0"/>
                    <a:pt x="8171" y="592"/>
                    <a:pt x="6618" y="1849"/>
                  </a:cubicBezTo>
                  <a:cubicBezTo>
                    <a:pt x="5065" y="3069"/>
                    <a:pt x="4141" y="4954"/>
                    <a:pt x="3919" y="7358"/>
                  </a:cubicBezTo>
                  <a:cubicBezTo>
                    <a:pt x="3439" y="13051"/>
                    <a:pt x="2625" y="21148"/>
                    <a:pt x="2145" y="25362"/>
                  </a:cubicBezTo>
                  <a:cubicBezTo>
                    <a:pt x="1923" y="27248"/>
                    <a:pt x="1405" y="28505"/>
                    <a:pt x="925" y="29762"/>
                  </a:cubicBezTo>
                  <a:cubicBezTo>
                    <a:pt x="444" y="31019"/>
                    <a:pt x="0" y="32313"/>
                    <a:pt x="0" y="34161"/>
                  </a:cubicBezTo>
                  <a:cubicBezTo>
                    <a:pt x="0" y="34457"/>
                    <a:pt x="37" y="34790"/>
                    <a:pt x="37" y="35123"/>
                  </a:cubicBezTo>
                  <a:cubicBezTo>
                    <a:pt x="222" y="37378"/>
                    <a:pt x="925" y="39337"/>
                    <a:pt x="2145" y="40779"/>
                  </a:cubicBezTo>
                  <a:cubicBezTo>
                    <a:pt x="3365" y="42258"/>
                    <a:pt x="5102" y="43182"/>
                    <a:pt x="7284" y="43367"/>
                  </a:cubicBezTo>
                  <a:cubicBezTo>
                    <a:pt x="9058" y="43478"/>
                    <a:pt x="10500" y="43552"/>
                    <a:pt x="11979" y="43552"/>
                  </a:cubicBezTo>
                  <a:cubicBezTo>
                    <a:pt x="14086" y="43552"/>
                    <a:pt x="16267" y="43441"/>
                    <a:pt x="19521" y="43256"/>
                  </a:cubicBezTo>
                  <a:cubicBezTo>
                    <a:pt x="24179" y="42997"/>
                    <a:pt x="33828" y="41999"/>
                    <a:pt x="33828" y="41999"/>
                  </a:cubicBezTo>
                  <a:cubicBezTo>
                    <a:pt x="33939" y="41962"/>
                    <a:pt x="34013" y="41888"/>
                    <a:pt x="34087" y="41814"/>
                  </a:cubicBezTo>
                  <a:cubicBezTo>
                    <a:pt x="34087" y="41814"/>
                    <a:pt x="34494" y="40853"/>
                    <a:pt x="34938" y="39670"/>
                  </a:cubicBezTo>
                  <a:cubicBezTo>
                    <a:pt x="35381" y="38487"/>
                    <a:pt x="35862" y="37119"/>
                    <a:pt x="35936" y="36158"/>
                  </a:cubicBezTo>
                  <a:cubicBezTo>
                    <a:pt x="36047" y="35196"/>
                    <a:pt x="36195" y="33237"/>
                    <a:pt x="36195" y="31573"/>
                  </a:cubicBezTo>
                  <a:cubicBezTo>
                    <a:pt x="36195" y="30871"/>
                    <a:pt x="36195" y="30205"/>
                    <a:pt x="36084" y="29688"/>
                  </a:cubicBezTo>
                  <a:cubicBezTo>
                    <a:pt x="36047" y="29466"/>
                    <a:pt x="35973" y="29244"/>
                    <a:pt x="35862" y="29059"/>
                  </a:cubicBezTo>
                  <a:cubicBezTo>
                    <a:pt x="35825" y="28948"/>
                    <a:pt x="35751" y="28874"/>
                    <a:pt x="35640" y="28801"/>
                  </a:cubicBezTo>
                  <a:cubicBezTo>
                    <a:pt x="35566" y="28727"/>
                    <a:pt x="35455" y="28690"/>
                    <a:pt x="35307" y="28690"/>
                  </a:cubicBezTo>
                  <a:cubicBezTo>
                    <a:pt x="35048" y="28690"/>
                    <a:pt x="33718" y="28764"/>
                    <a:pt x="31832" y="28837"/>
                  </a:cubicBezTo>
                  <a:cubicBezTo>
                    <a:pt x="26798" y="29068"/>
                    <a:pt x="17985" y="29503"/>
                    <a:pt x="16108" y="29596"/>
                  </a:cubicBezTo>
                  <a:lnTo>
                    <a:pt x="16108" y="29596"/>
                  </a:lnTo>
                  <a:lnTo>
                    <a:pt x="17176" y="22948"/>
                  </a:lnTo>
                  <a:lnTo>
                    <a:pt x="17176" y="22948"/>
                  </a:lnTo>
                  <a:cubicBezTo>
                    <a:pt x="17480" y="22747"/>
                    <a:pt x="18267" y="22211"/>
                    <a:pt x="19077" y="21517"/>
                  </a:cubicBezTo>
                  <a:cubicBezTo>
                    <a:pt x="19595" y="21111"/>
                    <a:pt x="20112" y="20630"/>
                    <a:pt x="20519" y="20112"/>
                  </a:cubicBezTo>
                  <a:cubicBezTo>
                    <a:pt x="20963" y="19632"/>
                    <a:pt x="21295" y="19151"/>
                    <a:pt x="21406" y="18634"/>
                  </a:cubicBezTo>
                  <a:cubicBezTo>
                    <a:pt x="21517" y="18079"/>
                    <a:pt x="21554" y="17044"/>
                    <a:pt x="21554" y="15713"/>
                  </a:cubicBezTo>
                  <a:cubicBezTo>
                    <a:pt x="21554" y="12866"/>
                    <a:pt x="21295" y="8799"/>
                    <a:pt x="20741" y="6211"/>
                  </a:cubicBezTo>
                  <a:cubicBezTo>
                    <a:pt x="20334" y="4252"/>
                    <a:pt x="19225" y="2810"/>
                    <a:pt x="18264" y="1812"/>
                  </a:cubicBezTo>
                  <a:cubicBezTo>
                    <a:pt x="17266" y="851"/>
                    <a:pt x="16415" y="333"/>
                    <a:pt x="16378" y="333"/>
                  </a:cubicBezTo>
                  <a:lnTo>
                    <a:pt x="16267" y="296"/>
                  </a:lnTo>
                  <a:cubicBezTo>
                    <a:pt x="15084" y="111"/>
                    <a:pt x="13975" y="0"/>
                    <a:pt x="129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45"/>
            <p:cNvSpPr/>
            <p:nvPr/>
          </p:nvSpPr>
          <p:spPr>
            <a:xfrm>
              <a:off x="2022900" y="2863875"/>
              <a:ext cx="279150" cy="311575"/>
            </a:xfrm>
            <a:custGeom>
              <a:rect b="b" l="l" r="r" t="t"/>
              <a:pathLst>
                <a:path extrusionOk="0" h="12463" w="11166">
                  <a:moveTo>
                    <a:pt x="8878" y="1"/>
                  </a:moveTo>
                  <a:cubicBezTo>
                    <a:pt x="8592" y="1"/>
                    <a:pt x="8271" y="46"/>
                    <a:pt x="7913" y="152"/>
                  </a:cubicBezTo>
                  <a:cubicBezTo>
                    <a:pt x="5177" y="965"/>
                    <a:pt x="1" y="8396"/>
                    <a:pt x="1" y="8396"/>
                  </a:cubicBezTo>
                  <a:cubicBezTo>
                    <a:pt x="1" y="8396"/>
                    <a:pt x="1775" y="12463"/>
                    <a:pt x="2737" y="12463"/>
                  </a:cubicBezTo>
                  <a:cubicBezTo>
                    <a:pt x="3735" y="12463"/>
                    <a:pt x="7765" y="10836"/>
                    <a:pt x="9244" y="8248"/>
                  </a:cubicBezTo>
                  <a:cubicBezTo>
                    <a:pt x="10685" y="5660"/>
                    <a:pt x="11166" y="2074"/>
                    <a:pt x="11166" y="2074"/>
                  </a:cubicBezTo>
                  <a:cubicBezTo>
                    <a:pt x="11166" y="2074"/>
                    <a:pt x="10802" y="1"/>
                    <a:pt x="8878" y="1"/>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45"/>
            <p:cNvSpPr/>
            <p:nvPr/>
          </p:nvSpPr>
          <p:spPr>
            <a:xfrm>
              <a:off x="2014600" y="2855650"/>
              <a:ext cx="294850" cy="327200"/>
            </a:xfrm>
            <a:custGeom>
              <a:rect b="b" l="l" r="r" t="t"/>
              <a:pathLst>
                <a:path extrusionOk="0" h="13088" w="11794">
                  <a:moveTo>
                    <a:pt x="9206" y="629"/>
                  </a:moveTo>
                  <a:cubicBezTo>
                    <a:pt x="9649" y="629"/>
                    <a:pt x="9945" y="739"/>
                    <a:pt x="10204" y="924"/>
                  </a:cubicBezTo>
                  <a:cubicBezTo>
                    <a:pt x="10611" y="1146"/>
                    <a:pt x="10869" y="1553"/>
                    <a:pt x="11017" y="1886"/>
                  </a:cubicBezTo>
                  <a:cubicBezTo>
                    <a:pt x="11091" y="2033"/>
                    <a:pt x="11128" y="2181"/>
                    <a:pt x="11165" y="2292"/>
                  </a:cubicBezTo>
                  <a:lnTo>
                    <a:pt x="11197" y="2418"/>
                  </a:lnTo>
                  <a:lnTo>
                    <a:pt x="11197" y="2418"/>
                  </a:lnTo>
                  <a:cubicBezTo>
                    <a:pt x="11192" y="2445"/>
                    <a:pt x="11183" y="2479"/>
                    <a:pt x="11165" y="2514"/>
                  </a:cubicBezTo>
                  <a:cubicBezTo>
                    <a:pt x="11054" y="3217"/>
                    <a:pt x="10537" y="6211"/>
                    <a:pt x="9280" y="8429"/>
                  </a:cubicBezTo>
                  <a:cubicBezTo>
                    <a:pt x="8614" y="9649"/>
                    <a:pt x="7283" y="10685"/>
                    <a:pt x="5989" y="11387"/>
                  </a:cubicBezTo>
                  <a:cubicBezTo>
                    <a:pt x="5361" y="11757"/>
                    <a:pt x="4695" y="12016"/>
                    <a:pt x="4178" y="12200"/>
                  </a:cubicBezTo>
                  <a:cubicBezTo>
                    <a:pt x="3660" y="12385"/>
                    <a:pt x="3254" y="12496"/>
                    <a:pt x="3069" y="12496"/>
                  </a:cubicBezTo>
                  <a:cubicBezTo>
                    <a:pt x="3069" y="12496"/>
                    <a:pt x="2995" y="12459"/>
                    <a:pt x="2884" y="12385"/>
                  </a:cubicBezTo>
                  <a:cubicBezTo>
                    <a:pt x="2662" y="12200"/>
                    <a:pt x="2403" y="11905"/>
                    <a:pt x="2144" y="11498"/>
                  </a:cubicBezTo>
                  <a:cubicBezTo>
                    <a:pt x="1775" y="10943"/>
                    <a:pt x="1368" y="10204"/>
                    <a:pt x="1072" y="9612"/>
                  </a:cubicBezTo>
                  <a:cubicBezTo>
                    <a:pt x="924" y="9317"/>
                    <a:pt x="813" y="9095"/>
                    <a:pt x="740" y="8910"/>
                  </a:cubicBezTo>
                  <a:cubicBezTo>
                    <a:pt x="719" y="8860"/>
                    <a:pt x="699" y="8815"/>
                    <a:pt x="681" y="8776"/>
                  </a:cubicBezTo>
                  <a:lnTo>
                    <a:pt x="681" y="8776"/>
                  </a:lnTo>
                  <a:cubicBezTo>
                    <a:pt x="715" y="8725"/>
                    <a:pt x="759" y="8659"/>
                    <a:pt x="813" y="8577"/>
                  </a:cubicBezTo>
                  <a:cubicBezTo>
                    <a:pt x="1294" y="7875"/>
                    <a:pt x="2625" y="6063"/>
                    <a:pt x="4104" y="4363"/>
                  </a:cubicBezTo>
                  <a:cubicBezTo>
                    <a:pt x="4880" y="3512"/>
                    <a:pt x="5657" y="2699"/>
                    <a:pt x="6396" y="2033"/>
                  </a:cubicBezTo>
                  <a:cubicBezTo>
                    <a:pt x="7135" y="1405"/>
                    <a:pt x="7838" y="924"/>
                    <a:pt x="8355" y="776"/>
                  </a:cubicBezTo>
                  <a:cubicBezTo>
                    <a:pt x="8688" y="666"/>
                    <a:pt x="8947" y="629"/>
                    <a:pt x="9206" y="629"/>
                  </a:cubicBezTo>
                  <a:close/>
                  <a:moveTo>
                    <a:pt x="9206" y="0"/>
                  </a:moveTo>
                  <a:cubicBezTo>
                    <a:pt x="8910" y="0"/>
                    <a:pt x="8540" y="74"/>
                    <a:pt x="8171" y="185"/>
                  </a:cubicBezTo>
                  <a:cubicBezTo>
                    <a:pt x="7394" y="407"/>
                    <a:pt x="6544" y="1072"/>
                    <a:pt x="5657" y="1886"/>
                  </a:cubicBezTo>
                  <a:cubicBezTo>
                    <a:pt x="2995" y="4363"/>
                    <a:pt x="74" y="8540"/>
                    <a:pt x="74" y="8577"/>
                  </a:cubicBezTo>
                  <a:cubicBezTo>
                    <a:pt x="0" y="8651"/>
                    <a:pt x="0" y="8762"/>
                    <a:pt x="37" y="8873"/>
                  </a:cubicBezTo>
                  <a:cubicBezTo>
                    <a:pt x="37" y="8873"/>
                    <a:pt x="481" y="9871"/>
                    <a:pt x="1072" y="10906"/>
                  </a:cubicBezTo>
                  <a:cubicBezTo>
                    <a:pt x="1368" y="11424"/>
                    <a:pt x="1664" y="11942"/>
                    <a:pt x="1997" y="12348"/>
                  </a:cubicBezTo>
                  <a:cubicBezTo>
                    <a:pt x="2144" y="12533"/>
                    <a:pt x="2329" y="12718"/>
                    <a:pt x="2477" y="12866"/>
                  </a:cubicBezTo>
                  <a:cubicBezTo>
                    <a:pt x="2662" y="12977"/>
                    <a:pt x="2847" y="13088"/>
                    <a:pt x="3069" y="13088"/>
                  </a:cubicBezTo>
                  <a:cubicBezTo>
                    <a:pt x="3401" y="13088"/>
                    <a:pt x="3845" y="12977"/>
                    <a:pt x="4400" y="12792"/>
                  </a:cubicBezTo>
                  <a:cubicBezTo>
                    <a:pt x="5250" y="12496"/>
                    <a:pt x="6285" y="11979"/>
                    <a:pt x="7283" y="11313"/>
                  </a:cubicBezTo>
                  <a:cubicBezTo>
                    <a:pt x="8282" y="10611"/>
                    <a:pt x="9243" y="9760"/>
                    <a:pt x="9834" y="8725"/>
                  </a:cubicBezTo>
                  <a:cubicBezTo>
                    <a:pt x="11313" y="6063"/>
                    <a:pt x="11794" y="2477"/>
                    <a:pt x="11794" y="2440"/>
                  </a:cubicBezTo>
                  <a:lnTo>
                    <a:pt x="11794" y="2366"/>
                  </a:lnTo>
                  <a:cubicBezTo>
                    <a:pt x="11794" y="2329"/>
                    <a:pt x="11720" y="1775"/>
                    <a:pt x="11350" y="1220"/>
                  </a:cubicBezTo>
                  <a:cubicBezTo>
                    <a:pt x="11165" y="924"/>
                    <a:pt x="10906" y="629"/>
                    <a:pt x="10537" y="407"/>
                  </a:cubicBezTo>
                  <a:cubicBezTo>
                    <a:pt x="10204" y="148"/>
                    <a:pt x="9760" y="0"/>
                    <a:pt x="92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45"/>
            <p:cNvSpPr/>
            <p:nvPr/>
          </p:nvSpPr>
          <p:spPr>
            <a:xfrm>
              <a:off x="1440650" y="2636575"/>
              <a:ext cx="1007450" cy="899975"/>
            </a:xfrm>
            <a:custGeom>
              <a:rect b="b" l="l" r="r" t="t"/>
              <a:pathLst>
                <a:path extrusionOk="0" h="35999" w="40298">
                  <a:moveTo>
                    <a:pt x="25818" y="0"/>
                  </a:moveTo>
                  <a:cubicBezTo>
                    <a:pt x="24898" y="0"/>
                    <a:pt x="23943" y="132"/>
                    <a:pt x="22958" y="482"/>
                  </a:cubicBezTo>
                  <a:cubicBezTo>
                    <a:pt x="18891" y="1960"/>
                    <a:pt x="18891" y="6471"/>
                    <a:pt x="18743" y="9392"/>
                  </a:cubicBezTo>
                  <a:cubicBezTo>
                    <a:pt x="18596" y="12312"/>
                    <a:pt x="18411" y="13126"/>
                    <a:pt x="12089" y="15381"/>
                  </a:cubicBezTo>
                  <a:cubicBezTo>
                    <a:pt x="5767" y="17673"/>
                    <a:pt x="2070" y="21703"/>
                    <a:pt x="924" y="27544"/>
                  </a:cubicBezTo>
                  <a:cubicBezTo>
                    <a:pt x="0" y="32252"/>
                    <a:pt x="3927" y="35999"/>
                    <a:pt x="8040" y="35999"/>
                  </a:cubicBezTo>
                  <a:cubicBezTo>
                    <a:pt x="9031" y="35999"/>
                    <a:pt x="10033" y="35782"/>
                    <a:pt x="10980" y="35308"/>
                  </a:cubicBezTo>
                  <a:cubicBezTo>
                    <a:pt x="15823" y="32905"/>
                    <a:pt x="15823" y="21703"/>
                    <a:pt x="19409" y="20409"/>
                  </a:cubicBezTo>
                  <a:cubicBezTo>
                    <a:pt x="22958" y="19115"/>
                    <a:pt x="27653" y="18967"/>
                    <a:pt x="29428" y="14087"/>
                  </a:cubicBezTo>
                  <a:cubicBezTo>
                    <a:pt x="29428" y="14087"/>
                    <a:pt x="29280" y="12978"/>
                    <a:pt x="33014" y="12978"/>
                  </a:cubicBezTo>
                  <a:cubicBezTo>
                    <a:pt x="36711" y="12978"/>
                    <a:pt x="39632" y="9392"/>
                    <a:pt x="39965" y="5510"/>
                  </a:cubicBezTo>
                  <a:cubicBezTo>
                    <a:pt x="40297" y="1628"/>
                    <a:pt x="36083" y="1295"/>
                    <a:pt x="33310" y="1295"/>
                  </a:cubicBezTo>
                  <a:cubicBezTo>
                    <a:pt x="31237" y="1295"/>
                    <a:pt x="28697" y="0"/>
                    <a:pt x="258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45"/>
            <p:cNvSpPr/>
            <p:nvPr/>
          </p:nvSpPr>
          <p:spPr>
            <a:xfrm>
              <a:off x="1452650" y="2629200"/>
              <a:ext cx="995450" cy="915050"/>
            </a:xfrm>
            <a:custGeom>
              <a:rect b="b" l="l" r="r" t="t"/>
              <a:pathLst>
                <a:path extrusionOk="0" h="36602" w="39818">
                  <a:moveTo>
                    <a:pt x="25325" y="592"/>
                  </a:moveTo>
                  <a:cubicBezTo>
                    <a:pt x="26730" y="592"/>
                    <a:pt x="28061" y="925"/>
                    <a:pt x="29318" y="1257"/>
                  </a:cubicBezTo>
                  <a:cubicBezTo>
                    <a:pt x="30575" y="1553"/>
                    <a:pt x="31758" y="1886"/>
                    <a:pt x="32830" y="1886"/>
                  </a:cubicBezTo>
                  <a:cubicBezTo>
                    <a:pt x="34161" y="1886"/>
                    <a:pt x="35788" y="1960"/>
                    <a:pt x="37045" y="2477"/>
                  </a:cubicBezTo>
                  <a:cubicBezTo>
                    <a:pt x="37710" y="2699"/>
                    <a:pt x="38228" y="3032"/>
                    <a:pt x="38597" y="3512"/>
                  </a:cubicBezTo>
                  <a:cubicBezTo>
                    <a:pt x="38967" y="3993"/>
                    <a:pt x="39189" y="4585"/>
                    <a:pt x="39189" y="5398"/>
                  </a:cubicBezTo>
                  <a:cubicBezTo>
                    <a:pt x="39189" y="5509"/>
                    <a:pt x="39189" y="5657"/>
                    <a:pt x="39189" y="5768"/>
                  </a:cubicBezTo>
                  <a:cubicBezTo>
                    <a:pt x="39041" y="7653"/>
                    <a:pt x="38228" y="9465"/>
                    <a:pt x="37045" y="10796"/>
                  </a:cubicBezTo>
                  <a:cubicBezTo>
                    <a:pt x="35861" y="12090"/>
                    <a:pt x="34272" y="12940"/>
                    <a:pt x="32534" y="12940"/>
                  </a:cubicBezTo>
                  <a:cubicBezTo>
                    <a:pt x="30797" y="12940"/>
                    <a:pt x="29835" y="13199"/>
                    <a:pt x="29318" y="13495"/>
                  </a:cubicBezTo>
                  <a:cubicBezTo>
                    <a:pt x="29022" y="13642"/>
                    <a:pt x="28874" y="13827"/>
                    <a:pt x="28763" y="13975"/>
                  </a:cubicBezTo>
                  <a:cubicBezTo>
                    <a:pt x="28686" y="14078"/>
                    <a:pt x="28662" y="14181"/>
                    <a:pt x="28655" y="14272"/>
                  </a:cubicBezTo>
                  <a:lnTo>
                    <a:pt x="28652" y="14271"/>
                  </a:lnTo>
                  <a:cubicBezTo>
                    <a:pt x="27802" y="16637"/>
                    <a:pt x="26286" y="17820"/>
                    <a:pt x="24475" y="18597"/>
                  </a:cubicBezTo>
                  <a:cubicBezTo>
                    <a:pt x="22700" y="19410"/>
                    <a:pt x="20630" y="19743"/>
                    <a:pt x="18818" y="20408"/>
                  </a:cubicBezTo>
                  <a:cubicBezTo>
                    <a:pt x="18300" y="20593"/>
                    <a:pt x="17857" y="20963"/>
                    <a:pt x="17487" y="21443"/>
                  </a:cubicBezTo>
                  <a:cubicBezTo>
                    <a:pt x="16822" y="22257"/>
                    <a:pt x="16341" y="23403"/>
                    <a:pt x="15860" y="24697"/>
                  </a:cubicBezTo>
                  <a:cubicBezTo>
                    <a:pt x="15158" y="26656"/>
                    <a:pt x="14566" y="28948"/>
                    <a:pt x="13716" y="30945"/>
                  </a:cubicBezTo>
                  <a:cubicBezTo>
                    <a:pt x="12866" y="32941"/>
                    <a:pt x="11831" y="34605"/>
                    <a:pt x="10352" y="35344"/>
                  </a:cubicBezTo>
                  <a:cubicBezTo>
                    <a:pt x="9464" y="35788"/>
                    <a:pt x="8503" y="36010"/>
                    <a:pt x="7579" y="36010"/>
                  </a:cubicBezTo>
                  <a:cubicBezTo>
                    <a:pt x="5804" y="36010"/>
                    <a:pt x="4067" y="35270"/>
                    <a:pt x="2773" y="34050"/>
                  </a:cubicBezTo>
                  <a:cubicBezTo>
                    <a:pt x="1479" y="32830"/>
                    <a:pt x="629" y="31130"/>
                    <a:pt x="629" y="29207"/>
                  </a:cubicBezTo>
                  <a:cubicBezTo>
                    <a:pt x="629" y="28800"/>
                    <a:pt x="665" y="28357"/>
                    <a:pt x="739" y="27913"/>
                  </a:cubicBezTo>
                  <a:cubicBezTo>
                    <a:pt x="1294" y="25029"/>
                    <a:pt x="2477" y="22626"/>
                    <a:pt x="4326" y="20630"/>
                  </a:cubicBezTo>
                  <a:cubicBezTo>
                    <a:pt x="6137" y="18670"/>
                    <a:pt x="8614" y="17081"/>
                    <a:pt x="11720" y="15972"/>
                  </a:cubicBezTo>
                  <a:cubicBezTo>
                    <a:pt x="14899" y="14825"/>
                    <a:pt x="16526" y="14086"/>
                    <a:pt x="17487" y="13162"/>
                  </a:cubicBezTo>
                  <a:cubicBezTo>
                    <a:pt x="17931" y="12681"/>
                    <a:pt x="18190" y="12164"/>
                    <a:pt x="18337" y="11609"/>
                  </a:cubicBezTo>
                  <a:cubicBezTo>
                    <a:pt x="18485" y="11054"/>
                    <a:pt x="18522" y="10426"/>
                    <a:pt x="18559" y="9724"/>
                  </a:cubicBezTo>
                  <a:cubicBezTo>
                    <a:pt x="18633" y="8245"/>
                    <a:pt x="18707" y="6396"/>
                    <a:pt x="19188" y="4769"/>
                  </a:cubicBezTo>
                  <a:cubicBezTo>
                    <a:pt x="19705" y="3143"/>
                    <a:pt x="20667" y="1775"/>
                    <a:pt x="22589" y="1072"/>
                  </a:cubicBezTo>
                  <a:cubicBezTo>
                    <a:pt x="23513" y="740"/>
                    <a:pt x="24438" y="592"/>
                    <a:pt x="25325" y="592"/>
                  </a:cubicBezTo>
                  <a:close/>
                  <a:moveTo>
                    <a:pt x="25325" y="0"/>
                  </a:moveTo>
                  <a:cubicBezTo>
                    <a:pt x="24401" y="0"/>
                    <a:pt x="23402" y="111"/>
                    <a:pt x="22367" y="481"/>
                  </a:cubicBezTo>
                  <a:cubicBezTo>
                    <a:pt x="20260" y="1257"/>
                    <a:pt x="19151" y="2847"/>
                    <a:pt x="18633" y="4585"/>
                  </a:cubicBezTo>
                  <a:cubicBezTo>
                    <a:pt x="18079" y="6322"/>
                    <a:pt x="18042" y="8208"/>
                    <a:pt x="17968" y="9687"/>
                  </a:cubicBezTo>
                  <a:cubicBezTo>
                    <a:pt x="17931" y="10389"/>
                    <a:pt x="17857" y="10981"/>
                    <a:pt x="17746" y="11461"/>
                  </a:cubicBezTo>
                  <a:cubicBezTo>
                    <a:pt x="17561" y="12164"/>
                    <a:pt x="17191" y="12681"/>
                    <a:pt x="16304" y="13310"/>
                  </a:cubicBezTo>
                  <a:cubicBezTo>
                    <a:pt x="15380" y="13901"/>
                    <a:pt x="13864" y="14567"/>
                    <a:pt x="11535" y="15380"/>
                  </a:cubicBezTo>
                  <a:cubicBezTo>
                    <a:pt x="8318" y="16526"/>
                    <a:pt x="5767" y="18153"/>
                    <a:pt x="3845" y="20223"/>
                  </a:cubicBezTo>
                  <a:cubicBezTo>
                    <a:pt x="1959" y="22294"/>
                    <a:pt x="702" y="24808"/>
                    <a:pt x="148" y="27765"/>
                  </a:cubicBezTo>
                  <a:cubicBezTo>
                    <a:pt x="37" y="28283"/>
                    <a:pt x="0" y="28726"/>
                    <a:pt x="0" y="29207"/>
                  </a:cubicBezTo>
                  <a:cubicBezTo>
                    <a:pt x="0" y="31314"/>
                    <a:pt x="924" y="33163"/>
                    <a:pt x="2329" y="34494"/>
                  </a:cubicBezTo>
                  <a:cubicBezTo>
                    <a:pt x="3734" y="35825"/>
                    <a:pt x="5620" y="36601"/>
                    <a:pt x="7579" y="36601"/>
                  </a:cubicBezTo>
                  <a:cubicBezTo>
                    <a:pt x="8614" y="36601"/>
                    <a:pt x="9649" y="36379"/>
                    <a:pt x="10611" y="35899"/>
                  </a:cubicBezTo>
                  <a:cubicBezTo>
                    <a:pt x="11942" y="35233"/>
                    <a:pt x="12866" y="34013"/>
                    <a:pt x="13642" y="32571"/>
                  </a:cubicBezTo>
                  <a:cubicBezTo>
                    <a:pt x="14751" y="30427"/>
                    <a:pt x="15491" y="27728"/>
                    <a:pt x="16267" y="25436"/>
                  </a:cubicBezTo>
                  <a:cubicBezTo>
                    <a:pt x="16637" y="24327"/>
                    <a:pt x="17043" y="23292"/>
                    <a:pt x="17487" y="22515"/>
                  </a:cubicBezTo>
                  <a:cubicBezTo>
                    <a:pt x="17931" y="21739"/>
                    <a:pt x="18448" y="21184"/>
                    <a:pt x="19003" y="21000"/>
                  </a:cubicBezTo>
                  <a:cubicBezTo>
                    <a:pt x="20777" y="20371"/>
                    <a:pt x="22848" y="20001"/>
                    <a:pt x="24733" y="19151"/>
                  </a:cubicBezTo>
                  <a:cubicBezTo>
                    <a:pt x="26619" y="18338"/>
                    <a:pt x="28319" y="17007"/>
                    <a:pt x="29244" y="14493"/>
                  </a:cubicBezTo>
                  <a:cubicBezTo>
                    <a:pt x="29271" y="14466"/>
                    <a:pt x="29278" y="14419"/>
                    <a:pt x="29266" y="14382"/>
                  </a:cubicBezTo>
                  <a:lnTo>
                    <a:pt x="29281" y="14382"/>
                  </a:lnTo>
                  <a:lnTo>
                    <a:pt x="29281" y="14345"/>
                  </a:lnTo>
                  <a:cubicBezTo>
                    <a:pt x="29281" y="14308"/>
                    <a:pt x="29318" y="14123"/>
                    <a:pt x="29761" y="13938"/>
                  </a:cubicBezTo>
                  <a:cubicBezTo>
                    <a:pt x="30205" y="13753"/>
                    <a:pt x="31055" y="13568"/>
                    <a:pt x="32534" y="13568"/>
                  </a:cubicBezTo>
                  <a:cubicBezTo>
                    <a:pt x="34494" y="13568"/>
                    <a:pt x="36231" y="12607"/>
                    <a:pt x="37525" y="11202"/>
                  </a:cubicBezTo>
                  <a:cubicBezTo>
                    <a:pt x="38782" y="9761"/>
                    <a:pt x="39632" y="7838"/>
                    <a:pt x="39780" y="5842"/>
                  </a:cubicBezTo>
                  <a:cubicBezTo>
                    <a:pt x="39817" y="5694"/>
                    <a:pt x="39817" y="5546"/>
                    <a:pt x="39817" y="5398"/>
                  </a:cubicBezTo>
                  <a:cubicBezTo>
                    <a:pt x="39817" y="4474"/>
                    <a:pt x="39559" y="3697"/>
                    <a:pt x="39078" y="3143"/>
                  </a:cubicBezTo>
                  <a:cubicBezTo>
                    <a:pt x="38375" y="2255"/>
                    <a:pt x="37303" y="1812"/>
                    <a:pt x="36194" y="1553"/>
                  </a:cubicBezTo>
                  <a:cubicBezTo>
                    <a:pt x="35048" y="1331"/>
                    <a:pt x="33865" y="1294"/>
                    <a:pt x="32830" y="1294"/>
                  </a:cubicBezTo>
                  <a:cubicBezTo>
                    <a:pt x="31869" y="1294"/>
                    <a:pt x="30723" y="961"/>
                    <a:pt x="29466" y="629"/>
                  </a:cubicBezTo>
                  <a:cubicBezTo>
                    <a:pt x="28209" y="333"/>
                    <a:pt x="26841" y="0"/>
                    <a:pt x="253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45"/>
            <p:cNvSpPr/>
            <p:nvPr/>
          </p:nvSpPr>
          <p:spPr>
            <a:xfrm>
              <a:off x="1917550" y="3189350"/>
              <a:ext cx="738725" cy="637725"/>
            </a:xfrm>
            <a:custGeom>
              <a:rect b="b" l="l" r="r" t="t"/>
              <a:pathLst>
                <a:path extrusionOk="0" h="25509" w="29549">
                  <a:moveTo>
                    <a:pt x="3335" y="0"/>
                  </a:moveTo>
                  <a:cubicBezTo>
                    <a:pt x="3240" y="0"/>
                    <a:pt x="3151" y="24"/>
                    <a:pt x="3069" y="72"/>
                  </a:cubicBezTo>
                  <a:lnTo>
                    <a:pt x="0" y="7873"/>
                  </a:lnTo>
                  <a:cubicBezTo>
                    <a:pt x="0" y="7873"/>
                    <a:pt x="8245" y="25508"/>
                    <a:pt x="9391" y="25508"/>
                  </a:cubicBezTo>
                  <a:cubicBezTo>
                    <a:pt x="10537" y="25508"/>
                    <a:pt x="23477" y="16783"/>
                    <a:pt x="23477" y="16783"/>
                  </a:cubicBezTo>
                  <a:cubicBezTo>
                    <a:pt x="23477" y="16783"/>
                    <a:pt x="23986" y="16931"/>
                    <a:pt x="24512" y="16931"/>
                  </a:cubicBezTo>
                  <a:cubicBezTo>
                    <a:pt x="24775" y="16931"/>
                    <a:pt x="25042" y="16894"/>
                    <a:pt x="25251" y="16783"/>
                  </a:cubicBezTo>
                  <a:cubicBezTo>
                    <a:pt x="25917" y="16450"/>
                    <a:pt x="27211" y="14824"/>
                    <a:pt x="27211" y="14824"/>
                  </a:cubicBezTo>
                  <a:cubicBezTo>
                    <a:pt x="27211" y="14824"/>
                    <a:pt x="28673" y="15931"/>
                    <a:pt x="29258" y="15931"/>
                  </a:cubicBezTo>
                  <a:cubicBezTo>
                    <a:pt x="29451" y="15931"/>
                    <a:pt x="29548" y="15810"/>
                    <a:pt x="29466" y="15489"/>
                  </a:cubicBezTo>
                  <a:cubicBezTo>
                    <a:pt x="29170" y="14195"/>
                    <a:pt x="27543" y="12901"/>
                    <a:pt x="26064" y="12901"/>
                  </a:cubicBezTo>
                  <a:cubicBezTo>
                    <a:pt x="24623" y="12901"/>
                    <a:pt x="22515" y="16303"/>
                    <a:pt x="22515" y="16303"/>
                  </a:cubicBezTo>
                  <a:lnTo>
                    <a:pt x="11165" y="20332"/>
                  </a:lnTo>
                  <a:cubicBezTo>
                    <a:pt x="11165" y="20332"/>
                    <a:pt x="8245" y="7688"/>
                    <a:pt x="6803" y="4620"/>
                  </a:cubicBezTo>
                  <a:cubicBezTo>
                    <a:pt x="5474" y="1862"/>
                    <a:pt x="4175" y="0"/>
                    <a:pt x="33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45"/>
            <p:cNvSpPr/>
            <p:nvPr/>
          </p:nvSpPr>
          <p:spPr>
            <a:xfrm>
              <a:off x="1908300" y="3181900"/>
              <a:ext cx="755150" cy="653500"/>
            </a:xfrm>
            <a:custGeom>
              <a:rect b="b" l="l" r="r" t="t"/>
              <a:pathLst>
                <a:path extrusionOk="0" h="26140" w="30206">
                  <a:moveTo>
                    <a:pt x="3698" y="1"/>
                  </a:moveTo>
                  <a:cubicBezTo>
                    <a:pt x="3550" y="1"/>
                    <a:pt x="3402" y="38"/>
                    <a:pt x="3291" y="112"/>
                  </a:cubicBezTo>
                  <a:cubicBezTo>
                    <a:pt x="3143" y="223"/>
                    <a:pt x="3106" y="407"/>
                    <a:pt x="3180" y="555"/>
                  </a:cubicBezTo>
                  <a:cubicBezTo>
                    <a:pt x="3225" y="645"/>
                    <a:pt x="3310" y="694"/>
                    <a:pt x="3403" y="694"/>
                  </a:cubicBezTo>
                  <a:cubicBezTo>
                    <a:pt x="3464" y="694"/>
                    <a:pt x="3528" y="673"/>
                    <a:pt x="3587" y="629"/>
                  </a:cubicBezTo>
                  <a:lnTo>
                    <a:pt x="3698" y="629"/>
                  </a:lnTo>
                  <a:cubicBezTo>
                    <a:pt x="3808" y="629"/>
                    <a:pt x="3993" y="666"/>
                    <a:pt x="4215" y="888"/>
                  </a:cubicBezTo>
                  <a:cubicBezTo>
                    <a:pt x="4585" y="1184"/>
                    <a:pt x="4992" y="1701"/>
                    <a:pt x="5472" y="2404"/>
                  </a:cubicBezTo>
                  <a:cubicBezTo>
                    <a:pt x="5916" y="3143"/>
                    <a:pt x="6396" y="4031"/>
                    <a:pt x="6877" y="5066"/>
                  </a:cubicBezTo>
                  <a:cubicBezTo>
                    <a:pt x="7247" y="5805"/>
                    <a:pt x="7690" y="7136"/>
                    <a:pt x="8171" y="8763"/>
                  </a:cubicBezTo>
                  <a:cubicBezTo>
                    <a:pt x="8873" y="11166"/>
                    <a:pt x="9650" y="14161"/>
                    <a:pt x="10241" y="16564"/>
                  </a:cubicBezTo>
                  <a:cubicBezTo>
                    <a:pt x="10537" y="17747"/>
                    <a:pt x="10796" y="18782"/>
                    <a:pt x="10981" y="19521"/>
                  </a:cubicBezTo>
                  <a:cubicBezTo>
                    <a:pt x="11129" y="20261"/>
                    <a:pt x="11240" y="20704"/>
                    <a:pt x="11240" y="20704"/>
                  </a:cubicBezTo>
                  <a:cubicBezTo>
                    <a:pt x="11277" y="20778"/>
                    <a:pt x="11314" y="20852"/>
                    <a:pt x="11387" y="20889"/>
                  </a:cubicBezTo>
                  <a:cubicBezTo>
                    <a:pt x="11431" y="20932"/>
                    <a:pt x="11487" y="20950"/>
                    <a:pt x="11541" y="20950"/>
                  </a:cubicBezTo>
                  <a:cubicBezTo>
                    <a:pt x="11579" y="20950"/>
                    <a:pt x="11616" y="20941"/>
                    <a:pt x="11646" y="20926"/>
                  </a:cubicBezTo>
                  <a:lnTo>
                    <a:pt x="22996" y="16859"/>
                  </a:lnTo>
                  <a:cubicBezTo>
                    <a:pt x="23070" y="16859"/>
                    <a:pt x="23107" y="16822"/>
                    <a:pt x="23144" y="16748"/>
                  </a:cubicBezTo>
                  <a:cubicBezTo>
                    <a:pt x="23144" y="16748"/>
                    <a:pt x="23181" y="16711"/>
                    <a:pt x="23218" y="16601"/>
                  </a:cubicBezTo>
                  <a:cubicBezTo>
                    <a:pt x="23440" y="16305"/>
                    <a:pt x="23994" y="15491"/>
                    <a:pt x="24623" y="14789"/>
                  </a:cubicBezTo>
                  <a:cubicBezTo>
                    <a:pt x="24956" y="14419"/>
                    <a:pt x="25288" y="14087"/>
                    <a:pt x="25621" y="13865"/>
                  </a:cubicBezTo>
                  <a:cubicBezTo>
                    <a:pt x="25917" y="13606"/>
                    <a:pt x="26250" y="13495"/>
                    <a:pt x="26434" y="13495"/>
                  </a:cubicBezTo>
                  <a:cubicBezTo>
                    <a:pt x="27100" y="13495"/>
                    <a:pt x="27802" y="13791"/>
                    <a:pt x="28394" y="14234"/>
                  </a:cubicBezTo>
                  <a:cubicBezTo>
                    <a:pt x="28985" y="14678"/>
                    <a:pt x="29429" y="15307"/>
                    <a:pt x="29540" y="15861"/>
                  </a:cubicBezTo>
                  <a:cubicBezTo>
                    <a:pt x="29556" y="15877"/>
                    <a:pt x="29565" y="15892"/>
                    <a:pt x="29570" y="15908"/>
                  </a:cubicBezTo>
                  <a:lnTo>
                    <a:pt x="29570" y="15908"/>
                  </a:lnTo>
                  <a:cubicBezTo>
                    <a:pt x="29496" y="15903"/>
                    <a:pt x="29352" y="15845"/>
                    <a:pt x="29207" y="15787"/>
                  </a:cubicBezTo>
                  <a:cubicBezTo>
                    <a:pt x="28875" y="15639"/>
                    <a:pt x="28542" y="15418"/>
                    <a:pt x="28246" y="15233"/>
                  </a:cubicBezTo>
                  <a:cubicBezTo>
                    <a:pt x="28098" y="15122"/>
                    <a:pt x="27987" y="15048"/>
                    <a:pt x="27913" y="14974"/>
                  </a:cubicBezTo>
                  <a:cubicBezTo>
                    <a:pt x="27802" y="14900"/>
                    <a:pt x="27765" y="14900"/>
                    <a:pt x="27765" y="14900"/>
                  </a:cubicBezTo>
                  <a:cubicBezTo>
                    <a:pt x="27697" y="14848"/>
                    <a:pt x="27620" y="14821"/>
                    <a:pt x="27550" y="14821"/>
                  </a:cubicBezTo>
                  <a:cubicBezTo>
                    <a:pt x="27470" y="14821"/>
                    <a:pt x="27398" y="14858"/>
                    <a:pt x="27359" y="14937"/>
                  </a:cubicBezTo>
                  <a:cubicBezTo>
                    <a:pt x="27359" y="14937"/>
                    <a:pt x="27248" y="15048"/>
                    <a:pt x="27137" y="15196"/>
                  </a:cubicBezTo>
                  <a:cubicBezTo>
                    <a:pt x="26952" y="15418"/>
                    <a:pt x="26619" y="15787"/>
                    <a:pt x="26324" y="16083"/>
                  </a:cubicBezTo>
                  <a:cubicBezTo>
                    <a:pt x="25991" y="16416"/>
                    <a:pt x="25658" y="16711"/>
                    <a:pt x="25510" y="16785"/>
                  </a:cubicBezTo>
                  <a:cubicBezTo>
                    <a:pt x="25362" y="16859"/>
                    <a:pt x="25141" y="16896"/>
                    <a:pt x="24882" y="16896"/>
                  </a:cubicBezTo>
                  <a:cubicBezTo>
                    <a:pt x="24660" y="16896"/>
                    <a:pt x="24401" y="16859"/>
                    <a:pt x="24216" y="16859"/>
                  </a:cubicBezTo>
                  <a:cubicBezTo>
                    <a:pt x="24142" y="16822"/>
                    <a:pt x="24068" y="16822"/>
                    <a:pt x="24031" y="16785"/>
                  </a:cubicBezTo>
                  <a:lnTo>
                    <a:pt x="23957" y="16785"/>
                  </a:lnTo>
                  <a:cubicBezTo>
                    <a:pt x="23912" y="16770"/>
                    <a:pt x="23872" y="16761"/>
                    <a:pt x="23836" y="16761"/>
                  </a:cubicBezTo>
                  <a:cubicBezTo>
                    <a:pt x="23785" y="16761"/>
                    <a:pt x="23742" y="16779"/>
                    <a:pt x="23699" y="16822"/>
                  </a:cubicBezTo>
                  <a:cubicBezTo>
                    <a:pt x="23699" y="16822"/>
                    <a:pt x="23477" y="16970"/>
                    <a:pt x="23107" y="17192"/>
                  </a:cubicBezTo>
                  <a:cubicBezTo>
                    <a:pt x="21887" y="18042"/>
                    <a:pt x="18745" y="20113"/>
                    <a:pt x="15787" y="21998"/>
                  </a:cubicBezTo>
                  <a:cubicBezTo>
                    <a:pt x="14308" y="22960"/>
                    <a:pt x="12903" y="23847"/>
                    <a:pt x="11794" y="24475"/>
                  </a:cubicBezTo>
                  <a:cubicBezTo>
                    <a:pt x="11240" y="24808"/>
                    <a:pt x="10759" y="25067"/>
                    <a:pt x="10389" y="25252"/>
                  </a:cubicBezTo>
                  <a:cubicBezTo>
                    <a:pt x="10204" y="25363"/>
                    <a:pt x="10057" y="25400"/>
                    <a:pt x="9946" y="25474"/>
                  </a:cubicBezTo>
                  <a:cubicBezTo>
                    <a:pt x="9885" y="25474"/>
                    <a:pt x="9849" y="25498"/>
                    <a:pt x="9818" y="25507"/>
                  </a:cubicBezTo>
                  <a:lnTo>
                    <a:pt x="9818" y="25507"/>
                  </a:lnTo>
                  <a:cubicBezTo>
                    <a:pt x="9771" y="25492"/>
                    <a:pt x="9673" y="25419"/>
                    <a:pt x="9576" y="25289"/>
                  </a:cubicBezTo>
                  <a:cubicBezTo>
                    <a:pt x="9095" y="24697"/>
                    <a:pt x="8282" y="23292"/>
                    <a:pt x="7321" y="21555"/>
                  </a:cubicBezTo>
                  <a:cubicBezTo>
                    <a:pt x="5953" y="18967"/>
                    <a:pt x="4252" y="15565"/>
                    <a:pt x="2921" y="12830"/>
                  </a:cubicBezTo>
                  <a:cubicBezTo>
                    <a:pt x="2293" y="11462"/>
                    <a:pt x="1701" y="10279"/>
                    <a:pt x="1294" y="9428"/>
                  </a:cubicBezTo>
                  <a:cubicBezTo>
                    <a:pt x="888" y="8541"/>
                    <a:pt x="629" y="8023"/>
                    <a:pt x="629" y="8023"/>
                  </a:cubicBezTo>
                  <a:cubicBezTo>
                    <a:pt x="575" y="7915"/>
                    <a:pt x="461" y="7846"/>
                    <a:pt x="346" y="7846"/>
                  </a:cubicBezTo>
                  <a:cubicBezTo>
                    <a:pt x="304" y="7846"/>
                    <a:pt x="262" y="7856"/>
                    <a:pt x="222" y="7875"/>
                  </a:cubicBezTo>
                  <a:cubicBezTo>
                    <a:pt x="74" y="7949"/>
                    <a:pt x="1" y="8134"/>
                    <a:pt x="74" y="8282"/>
                  </a:cubicBezTo>
                  <a:cubicBezTo>
                    <a:pt x="74" y="8282"/>
                    <a:pt x="2145" y="12719"/>
                    <a:pt x="4363" y="17118"/>
                  </a:cubicBezTo>
                  <a:cubicBezTo>
                    <a:pt x="5472" y="19336"/>
                    <a:pt x="6618" y="21555"/>
                    <a:pt x="7543" y="23218"/>
                  </a:cubicBezTo>
                  <a:cubicBezTo>
                    <a:pt x="8023" y="24032"/>
                    <a:pt x="8430" y="24734"/>
                    <a:pt x="8763" y="25252"/>
                  </a:cubicBezTo>
                  <a:cubicBezTo>
                    <a:pt x="8947" y="25474"/>
                    <a:pt x="9095" y="25695"/>
                    <a:pt x="9243" y="25843"/>
                  </a:cubicBezTo>
                  <a:cubicBezTo>
                    <a:pt x="9317" y="25917"/>
                    <a:pt x="9391" y="25991"/>
                    <a:pt x="9465" y="26028"/>
                  </a:cubicBezTo>
                  <a:cubicBezTo>
                    <a:pt x="9539" y="26065"/>
                    <a:pt x="9613" y="26139"/>
                    <a:pt x="9761" y="26139"/>
                  </a:cubicBezTo>
                  <a:cubicBezTo>
                    <a:pt x="9909" y="26139"/>
                    <a:pt x="10057" y="26065"/>
                    <a:pt x="10204" y="25991"/>
                  </a:cubicBezTo>
                  <a:cubicBezTo>
                    <a:pt x="10870" y="25732"/>
                    <a:pt x="12016" y="25104"/>
                    <a:pt x="13421" y="24217"/>
                  </a:cubicBezTo>
                  <a:cubicBezTo>
                    <a:pt x="17312" y="21862"/>
                    <a:pt x="23062" y="17994"/>
                    <a:pt x="23922" y="17414"/>
                  </a:cubicBezTo>
                  <a:lnTo>
                    <a:pt x="23922" y="17414"/>
                  </a:lnTo>
                  <a:cubicBezTo>
                    <a:pt x="24118" y="17458"/>
                    <a:pt x="24483" y="17525"/>
                    <a:pt x="24882" y="17525"/>
                  </a:cubicBezTo>
                  <a:cubicBezTo>
                    <a:pt x="25177" y="17525"/>
                    <a:pt x="25473" y="17488"/>
                    <a:pt x="25769" y="17340"/>
                  </a:cubicBezTo>
                  <a:cubicBezTo>
                    <a:pt x="25991" y="17229"/>
                    <a:pt x="26213" y="17081"/>
                    <a:pt x="26434" y="16859"/>
                  </a:cubicBezTo>
                  <a:cubicBezTo>
                    <a:pt x="26896" y="16424"/>
                    <a:pt x="27375" y="15863"/>
                    <a:pt x="27638" y="15548"/>
                  </a:cubicBezTo>
                  <a:lnTo>
                    <a:pt x="27638" y="15548"/>
                  </a:lnTo>
                  <a:cubicBezTo>
                    <a:pt x="27786" y="15650"/>
                    <a:pt x="27988" y="15788"/>
                    <a:pt x="28209" y="15935"/>
                  </a:cubicBezTo>
                  <a:cubicBezTo>
                    <a:pt x="28431" y="16083"/>
                    <a:pt x="28690" y="16231"/>
                    <a:pt x="28948" y="16342"/>
                  </a:cubicBezTo>
                  <a:cubicBezTo>
                    <a:pt x="29170" y="16453"/>
                    <a:pt x="29392" y="16527"/>
                    <a:pt x="29614" y="16527"/>
                  </a:cubicBezTo>
                  <a:cubicBezTo>
                    <a:pt x="29762" y="16527"/>
                    <a:pt x="29910" y="16490"/>
                    <a:pt x="30021" y="16379"/>
                  </a:cubicBezTo>
                  <a:cubicBezTo>
                    <a:pt x="30132" y="16268"/>
                    <a:pt x="30205" y="16120"/>
                    <a:pt x="30169" y="15972"/>
                  </a:cubicBezTo>
                  <a:cubicBezTo>
                    <a:pt x="30169" y="15898"/>
                    <a:pt x="30169" y="15787"/>
                    <a:pt x="30132" y="15713"/>
                  </a:cubicBezTo>
                  <a:cubicBezTo>
                    <a:pt x="29947" y="14974"/>
                    <a:pt x="29429" y="14271"/>
                    <a:pt x="28764" y="13754"/>
                  </a:cubicBezTo>
                  <a:cubicBezTo>
                    <a:pt x="28098" y="13236"/>
                    <a:pt x="27285" y="12867"/>
                    <a:pt x="26434" y="12867"/>
                  </a:cubicBezTo>
                  <a:cubicBezTo>
                    <a:pt x="25954" y="12867"/>
                    <a:pt x="25510" y="13125"/>
                    <a:pt x="25067" y="13458"/>
                  </a:cubicBezTo>
                  <a:cubicBezTo>
                    <a:pt x="24438" y="13976"/>
                    <a:pt x="23847" y="14715"/>
                    <a:pt x="23366" y="15344"/>
                  </a:cubicBezTo>
                  <a:cubicBezTo>
                    <a:pt x="23027" y="15796"/>
                    <a:pt x="22774" y="16183"/>
                    <a:pt x="22674" y="16341"/>
                  </a:cubicBezTo>
                  <a:lnTo>
                    <a:pt x="22674" y="16341"/>
                  </a:lnTo>
                  <a:lnTo>
                    <a:pt x="11754" y="20217"/>
                  </a:lnTo>
                  <a:lnTo>
                    <a:pt x="11754" y="20217"/>
                  </a:lnTo>
                  <a:cubicBezTo>
                    <a:pt x="11548" y="19314"/>
                    <a:pt x="10948" y="16721"/>
                    <a:pt x="10204" y="13865"/>
                  </a:cubicBezTo>
                  <a:cubicBezTo>
                    <a:pt x="9761" y="12090"/>
                    <a:pt x="9243" y="10205"/>
                    <a:pt x="8763" y="8578"/>
                  </a:cubicBezTo>
                  <a:cubicBezTo>
                    <a:pt x="8282" y="6951"/>
                    <a:pt x="7838" y="5583"/>
                    <a:pt x="7432" y="4807"/>
                  </a:cubicBezTo>
                  <a:cubicBezTo>
                    <a:pt x="6803" y="3402"/>
                    <a:pt x="6138" y="2219"/>
                    <a:pt x="5509" y="1406"/>
                  </a:cubicBezTo>
                  <a:cubicBezTo>
                    <a:pt x="5213" y="962"/>
                    <a:pt x="4918" y="629"/>
                    <a:pt x="4622" y="407"/>
                  </a:cubicBezTo>
                  <a:cubicBezTo>
                    <a:pt x="4326" y="149"/>
                    <a:pt x="4030" y="1"/>
                    <a:pt x="36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45"/>
            <p:cNvSpPr/>
            <p:nvPr/>
          </p:nvSpPr>
          <p:spPr>
            <a:xfrm>
              <a:off x="2058950" y="3511875"/>
              <a:ext cx="597325" cy="315200"/>
            </a:xfrm>
            <a:custGeom>
              <a:rect b="b" l="l" r="r" t="t"/>
              <a:pathLst>
                <a:path extrusionOk="0" h="12608" w="23893">
                  <a:moveTo>
                    <a:pt x="20408" y="0"/>
                  </a:moveTo>
                  <a:cubicBezTo>
                    <a:pt x="18967" y="0"/>
                    <a:pt x="16859" y="3402"/>
                    <a:pt x="16859" y="3402"/>
                  </a:cubicBezTo>
                  <a:lnTo>
                    <a:pt x="5509" y="7431"/>
                  </a:lnTo>
                  <a:cubicBezTo>
                    <a:pt x="5509" y="7431"/>
                    <a:pt x="5140" y="5842"/>
                    <a:pt x="4622" y="3623"/>
                  </a:cubicBezTo>
                  <a:lnTo>
                    <a:pt x="1" y="6544"/>
                  </a:lnTo>
                  <a:cubicBezTo>
                    <a:pt x="1738" y="9871"/>
                    <a:pt x="3291" y="12607"/>
                    <a:pt x="3735" y="12607"/>
                  </a:cubicBezTo>
                  <a:cubicBezTo>
                    <a:pt x="4881" y="12607"/>
                    <a:pt x="17821" y="3882"/>
                    <a:pt x="17821" y="3882"/>
                  </a:cubicBezTo>
                  <a:cubicBezTo>
                    <a:pt x="17821" y="3882"/>
                    <a:pt x="18330" y="4030"/>
                    <a:pt x="18856" y="4030"/>
                  </a:cubicBezTo>
                  <a:cubicBezTo>
                    <a:pt x="19119" y="4030"/>
                    <a:pt x="19386" y="3993"/>
                    <a:pt x="19595" y="3882"/>
                  </a:cubicBezTo>
                  <a:cubicBezTo>
                    <a:pt x="20261" y="3549"/>
                    <a:pt x="21555" y="1923"/>
                    <a:pt x="21555" y="1923"/>
                  </a:cubicBezTo>
                  <a:cubicBezTo>
                    <a:pt x="21555" y="1923"/>
                    <a:pt x="23017" y="3030"/>
                    <a:pt x="23602" y="3030"/>
                  </a:cubicBezTo>
                  <a:cubicBezTo>
                    <a:pt x="23795" y="3030"/>
                    <a:pt x="23892" y="2909"/>
                    <a:pt x="23810" y="2588"/>
                  </a:cubicBezTo>
                  <a:cubicBezTo>
                    <a:pt x="23514" y="1294"/>
                    <a:pt x="21887" y="0"/>
                    <a:pt x="20408" y="0"/>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45"/>
            <p:cNvSpPr/>
            <p:nvPr/>
          </p:nvSpPr>
          <p:spPr>
            <a:xfrm>
              <a:off x="2050625" y="3503550"/>
              <a:ext cx="612825" cy="331850"/>
            </a:xfrm>
            <a:custGeom>
              <a:rect b="b" l="l" r="r" t="t"/>
              <a:pathLst>
                <a:path extrusionOk="0" h="13274" w="24513">
                  <a:moveTo>
                    <a:pt x="20741" y="629"/>
                  </a:moveTo>
                  <a:cubicBezTo>
                    <a:pt x="21407" y="629"/>
                    <a:pt x="22109" y="925"/>
                    <a:pt x="22701" y="1368"/>
                  </a:cubicBezTo>
                  <a:cubicBezTo>
                    <a:pt x="23292" y="1812"/>
                    <a:pt x="23736" y="2441"/>
                    <a:pt x="23847" y="2995"/>
                  </a:cubicBezTo>
                  <a:cubicBezTo>
                    <a:pt x="23863" y="3011"/>
                    <a:pt x="23872" y="3026"/>
                    <a:pt x="23877" y="3042"/>
                  </a:cubicBezTo>
                  <a:lnTo>
                    <a:pt x="23877" y="3042"/>
                  </a:lnTo>
                  <a:cubicBezTo>
                    <a:pt x="23803" y="3037"/>
                    <a:pt x="23659" y="2979"/>
                    <a:pt x="23514" y="2921"/>
                  </a:cubicBezTo>
                  <a:cubicBezTo>
                    <a:pt x="23182" y="2773"/>
                    <a:pt x="22849" y="2552"/>
                    <a:pt x="22553" y="2367"/>
                  </a:cubicBezTo>
                  <a:cubicBezTo>
                    <a:pt x="22405" y="2256"/>
                    <a:pt x="22294" y="2182"/>
                    <a:pt x="22220" y="2108"/>
                  </a:cubicBezTo>
                  <a:cubicBezTo>
                    <a:pt x="22109" y="2034"/>
                    <a:pt x="22072" y="2034"/>
                    <a:pt x="22072" y="2034"/>
                  </a:cubicBezTo>
                  <a:cubicBezTo>
                    <a:pt x="22004" y="1982"/>
                    <a:pt x="21927" y="1955"/>
                    <a:pt x="21857" y="1955"/>
                  </a:cubicBezTo>
                  <a:cubicBezTo>
                    <a:pt x="21777" y="1955"/>
                    <a:pt x="21705" y="1992"/>
                    <a:pt x="21666" y="2071"/>
                  </a:cubicBezTo>
                  <a:cubicBezTo>
                    <a:pt x="21666" y="2071"/>
                    <a:pt x="21555" y="2182"/>
                    <a:pt x="21444" y="2330"/>
                  </a:cubicBezTo>
                  <a:cubicBezTo>
                    <a:pt x="21259" y="2552"/>
                    <a:pt x="20926" y="2921"/>
                    <a:pt x="20631" y="3217"/>
                  </a:cubicBezTo>
                  <a:cubicBezTo>
                    <a:pt x="20298" y="3550"/>
                    <a:pt x="19965" y="3845"/>
                    <a:pt x="19817" y="3919"/>
                  </a:cubicBezTo>
                  <a:cubicBezTo>
                    <a:pt x="19669" y="3993"/>
                    <a:pt x="19448" y="4030"/>
                    <a:pt x="19189" y="4030"/>
                  </a:cubicBezTo>
                  <a:cubicBezTo>
                    <a:pt x="18967" y="4030"/>
                    <a:pt x="18708" y="3993"/>
                    <a:pt x="18523" y="3993"/>
                  </a:cubicBezTo>
                  <a:cubicBezTo>
                    <a:pt x="18449" y="3956"/>
                    <a:pt x="18375" y="3956"/>
                    <a:pt x="18338" y="3919"/>
                  </a:cubicBezTo>
                  <a:lnTo>
                    <a:pt x="18264" y="3919"/>
                  </a:lnTo>
                  <a:cubicBezTo>
                    <a:pt x="18219" y="3904"/>
                    <a:pt x="18179" y="3895"/>
                    <a:pt x="18143" y="3895"/>
                  </a:cubicBezTo>
                  <a:cubicBezTo>
                    <a:pt x="18092" y="3895"/>
                    <a:pt x="18049" y="3913"/>
                    <a:pt x="18006" y="3956"/>
                  </a:cubicBezTo>
                  <a:cubicBezTo>
                    <a:pt x="18006" y="3956"/>
                    <a:pt x="17784" y="4104"/>
                    <a:pt x="17414" y="4326"/>
                  </a:cubicBezTo>
                  <a:cubicBezTo>
                    <a:pt x="16194" y="5176"/>
                    <a:pt x="13052" y="7247"/>
                    <a:pt x="10094" y="9132"/>
                  </a:cubicBezTo>
                  <a:cubicBezTo>
                    <a:pt x="8615" y="10094"/>
                    <a:pt x="7210" y="10981"/>
                    <a:pt x="6101" y="11609"/>
                  </a:cubicBezTo>
                  <a:cubicBezTo>
                    <a:pt x="5547" y="11942"/>
                    <a:pt x="5066" y="12201"/>
                    <a:pt x="4696" y="12386"/>
                  </a:cubicBezTo>
                  <a:cubicBezTo>
                    <a:pt x="4511" y="12497"/>
                    <a:pt x="4364" y="12534"/>
                    <a:pt x="4253" y="12608"/>
                  </a:cubicBezTo>
                  <a:cubicBezTo>
                    <a:pt x="4179" y="12608"/>
                    <a:pt x="4142" y="12645"/>
                    <a:pt x="4105" y="12645"/>
                  </a:cubicBezTo>
                  <a:cubicBezTo>
                    <a:pt x="4031" y="12608"/>
                    <a:pt x="3846" y="12386"/>
                    <a:pt x="3624" y="12053"/>
                  </a:cubicBezTo>
                  <a:cubicBezTo>
                    <a:pt x="2948" y="11092"/>
                    <a:pt x="1894" y="9171"/>
                    <a:pt x="761" y="6983"/>
                  </a:cubicBezTo>
                  <a:lnTo>
                    <a:pt x="761" y="6983"/>
                  </a:lnTo>
                  <a:lnTo>
                    <a:pt x="4740" y="4480"/>
                  </a:lnTo>
                  <a:lnTo>
                    <a:pt x="4740" y="4480"/>
                  </a:lnTo>
                  <a:cubicBezTo>
                    <a:pt x="4978" y="5399"/>
                    <a:pt x="5160" y="6192"/>
                    <a:pt x="5288" y="6766"/>
                  </a:cubicBezTo>
                  <a:cubicBezTo>
                    <a:pt x="5473" y="7432"/>
                    <a:pt x="5547" y="7838"/>
                    <a:pt x="5547" y="7838"/>
                  </a:cubicBezTo>
                  <a:cubicBezTo>
                    <a:pt x="5584" y="7912"/>
                    <a:pt x="5621" y="7986"/>
                    <a:pt x="5694" y="8023"/>
                  </a:cubicBezTo>
                  <a:cubicBezTo>
                    <a:pt x="5738" y="8066"/>
                    <a:pt x="5794" y="8084"/>
                    <a:pt x="5848" y="8084"/>
                  </a:cubicBezTo>
                  <a:cubicBezTo>
                    <a:pt x="5886" y="8084"/>
                    <a:pt x="5923" y="8075"/>
                    <a:pt x="5953" y="8060"/>
                  </a:cubicBezTo>
                  <a:lnTo>
                    <a:pt x="17303" y="3993"/>
                  </a:lnTo>
                  <a:cubicBezTo>
                    <a:pt x="17377" y="3993"/>
                    <a:pt x="17414" y="3956"/>
                    <a:pt x="17451" y="3882"/>
                  </a:cubicBezTo>
                  <a:cubicBezTo>
                    <a:pt x="17451" y="3882"/>
                    <a:pt x="17488" y="3845"/>
                    <a:pt x="17525" y="3735"/>
                  </a:cubicBezTo>
                  <a:cubicBezTo>
                    <a:pt x="17747" y="3439"/>
                    <a:pt x="18301" y="2625"/>
                    <a:pt x="18930" y="1923"/>
                  </a:cubicBezTo>
                  <a:cubicBezTo>
                    <a:pt x="19263" y="1553"/>
                    <a:pt x="19595" y="1221"/>
                    <a:pt x="19928" y="999"/>
                  </a:cubicBezTo>
                  <a:cubicBezTo>
                    <a:pt x="20224" y="740"/>
                    <a:pt x="20557" y="629"/>
                    <a:pt x="20741" y="629"/>
                  </a:cubicBezTo>
                  <a:close/>
                  <a:moveTo>
                    <a:pt x="20741" y="1"/>
                  </a:moveTo>
                  <a:cubicBezTo>
                    <a:pt x="20261" y="1"/>
                    <a:pt x="19817" y="259"/>
                    <a:pt x="19374" y="592"/>
                  </a:cubicBezTo>
                  <a:cubicBezTo>
                    <a:pt x="18745" y="1110"/>
                    <a:pt x="18154" y="1849"/>
                    <a:pt x="17673" y="2478"/>
                  </a:cubicBezTo>
                  <a:cubicBezTo>
                    <a:pt x="17334" y="2930"/>
                    <a:pt x="17081" y="3317"/>
                    <a:pt x="16981" y="3475"/>
                  </a:cubicBezTo>
                  <a:lnTo>
                    <a:pt x="16981" y="3475"/>
                  </a:lnTo>
                  <a:lnTo>
                    <a:pt x="6059" y="7352"/>
                  </a:lnTo>
                  <a:lnTo>
                    <a:pt x="6059" y="7352"/>
                  </a:lnTo>
                  <a:cubicBezTo>
                    <a:pt x="5924" y="6772"/>
                    <a:pt x="5627" y="5493"/>
                    <a:pt x="5251" y="3882"/>
                  </a:cubicBezTo>
                  <a:cubicBezTo>
                    <a:pt x="5214" y="3809"/>
                    <a:pt x="5140" y="3735"/>
                    <a:pt x="5066" y="3698"/>
                  </a:cubicBezTo>
                  <a:cubicBezTo>
                    <a:pt x="5011" y="3679"/>
                    <a:pt x="4955" y="3670"/>
                    <a:pt x="4904" y="3670"/>
                  </a:cubicBezTo>
                  <a:cubicBezTo>
                    <a:pt x="4853" y="3670"/>
                    <a:pt x="4807" y="3679"/>
                    <a:pt x="4770" y="3698"/>
                  </a:cubicBezTo>
                  <a:lnTo>
                    <a:pt x="186" y="6618"/>
                  </a:lnTo>
                  <a:cubicBezTo>
                    <a:pt x="38" y="6692"/>
                    <a:pt x="1" y="6877"/>
                    <a:pt x="75" y="7025"/>
                  </a:cubicBezTo>
                  <a:cubicBezTo>
                    <a:pt x="925" y="8689"/>
                    <a:pt x="1739" y="10204"/>
                    <a:pt x="2404" y="11314"/>
                  </a:cubicBezTo>
                  <a:cubicBezTo>
                    <a:pt x="2737" y="11868"/>
                    <a:pt x="3033" y="12349"/>
                    <a:pt x="3291" y="12645"/>
                  </a:cubicBezTo>
                  <a:cubicBezTo>
                    <a:pt x="3402" y="12829"/>
                    <a:pt x="3513" y="12940"/>
                    <a:pt x="3624" y="13051"/>
                  </a:cubicBezTo>
                  <a:cubicBezTo>
                    <a:pt x="3698" y="13125"/>
                    <a:pt x="3735" y="13162"/>
                    <a:pt x="3809" y="13199"/>
                  </a:cubicBezTo>
                  <a:cubicBezTo>
                    <a:pt x="3883" y="13236"/>
                    <a:pt x="3957" y="13273"/>
                    <a:pt x="4068" y="13273"/>
                  </a:cubicBezTo>
                  <a:cubicBezTo>
                    <a:pt x="4216" y="13273"/>
                    <a:pt x="4364" y="13199"/>
                    <a:pt x="4511" y="13125"/>
                  </a:cubicBezTo>
                  <a:cubicBezTo>
                    <a:pt x="5177" y="12866"/>
                    <a:pt x="6323" y="12238"/>
                    <a:pt x="7728" y="11351"/>
                  </a:cubicBezTo>
                  <a:cubicBezTo>
                    <a:pt x="11619" y="8996"/>
                    <a:pt x="17369" y="5128"/>
                    <a:pt x="18229" y="4548"/>
                  </a:cubicBezTo>
                  <a:lnTo>
                    <a:pt x="18229" y="4548"/>
                  </a:lnTo>
                  <a:cubicBezTo>
                    <a:pt x="18425" y="4592"/>
                    <a:pt x="18790" y="4659"/>
                    <a:pt x="19189" y="4659"/>
                  </a:cubicBezTo>
                  <a:cubicBezTo>
                    <a:pt x="19484" y="4659"/>
                    <a:pt x="19780" y="4622"/>
                    <a:pt x="20076" y="4474"/>
                  </a:cubicBezTo>
                  <a:cubicBezTo>
                    <a:pt x="20298" y="4363"/>
                    <a:pt x="20520" y="4215"/>
                    <a:pt x="20741" y="3993"/>
                  </a:cubicBezTo>
                  <a:cubicBezTo>
                    <a:pt x="21203" y="3558"/>
                    <a:pt x="21682" y="2997"/>
                    <a:pt x="21945" y="2682"/>
                  </a:cubicBezTo>
                  <a:lnTo>
                    <a:pt x="21945" y="2682"/>
                  </a:lnTo>
                  <a:cubicBezTo>
                    <a:pt x="22093" y="2784"/>
                    <a:pt x="22295" y="2922"/>
                    <a:pt x="22516" y="3069"/>
                  </a:cubicBezTo>
                  <a:cubicBezTo>
                    <a:pt x="22738" y="3217"/>
                    <a:pt x="22997" y="3365"/>
                    <a:pt x="23255" y="3476"/>
                  </a:cubicBezTo>
                  <a:cubicBezTo>
                    <a:pt x="23477" y="3587"/>
                    <a:pt x="23699" y="3661"/>
                    <a:pt x="23921" y="3661"/>
                  </a:cubicBezTo>
                  <a:cubicBezTo>
                    <a:pt x="24069" y="3661"/>
                    <a:pt x="24217" y="3624"/>
                    <a:pt x="24328" y="3513"/>
                  </a:cubicBezTo>
                  <a:cubicBezTo>
                    <a:pt x="24439" y="3402"/>
                    <a:pt x="24512" y="3254"/>
                    <a:pt x="24476" y="3106"/>
                  </a:cubicBezTo>
                  <a:cubicBezTo>
                    <a:pt x="24476" y="3032"/>
                    <a:pt x="24476" y="2921"/>
                    <a:pt x="24439" y="2847"/>
                  </a:cubicBezTo>
                  <a:cubicBezTo>
                    <a:pt x="24254" y="2108"/>
                    <a:pt x="23736" y="1405"/>
                    <a:pt x="23071" y="888"/>
                  </a:cubicBezTo>
                  <a:cubicBezTo>
                    <a:pt x="22405" y="370"/>
                    <a:pt x="21592" y="1"/>
                    <a:pt x="207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45"/>
            <p:cNvSpPr/>
            <p:nvPr/>
          </p:nvSpPr>
          <p:spPr>
            <a:xfrm>
              <a:off x="1660600" y="4206925"/>
              <a:ext cx="147900" cy="871025"/>
            </a:xfrm>
            <a:custGeom>
              <a:rect b="b" l="l" r="r" t="t"/>
              <a:pathLst>
                <a:path extrusionOk="0" h="34841" w="5916">
                  <a:moveTo>
                    <a:pt x="2514" y="0"/>
                  </a:moveTo>
                  <a:lnTo>
                    <a:pt x="0" y="555"/>
                  </a:lnTo>
                  <a:lnTo>
                    <a:pt x="4733" y="34346"/>
                  </a:lnTo>
                  <a:cubicBezTo>
                    <a:pt x="4765" y="34635"/>
                    <a:pt x="5021" y="34841"/>
                    <a:pt x="5306" y="34841"/>
                  </a:cubicBezTo>
                  <a:cubicBezTo>
                    <a:pt x="5348" y="34841"/>
                    <a:pt x="5392" y="34836"/>
                    <a:pt x="5435" y="34827"/>
                  </a:cubicBezTo>
                  <a:cubicBezTo>
                    <a:pt x="5731" y="34790"/>
                    <a:pt x="5916" y="34531"/>
                    <a:pt x="5879" y="34235"/>
                  </a:cubicBezTo>
                  <a:lnTo>
                    <a:pt x="2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45"/>
            <p:cNvSpPr/>
            <p:nvPr/>
          </p:nvSpPr>
          <p:spPr>
            <a:xfrm>
              <a:off x="1652275" y="4199525"/>
              <a:ext cx="162700" cy="886400"/>
            </a:xfrm>
            <a:custGeom>
              <a:rect b="b" l="l" r="r" t="t"/>
              <a:pathLst>
                <a:path extrusionOk="0" h="35456" w="6508">
                  <a:moveTo>
                    <a:pt x="2589" y="703"/>
                  </a:moveTo>
                  <a:lnTo>
                    <a:pt x="5912" y="34531"/>
                  </a:lnTo>
                  <a:lnTo>
                    <a:pt x="5879" y="34531"/>
                  </a:lnTo>
                  <a:lnTo>
                    <a:pt x="5916" y="34568"/>
                  </a:lnTo>
                  <a:cubicBezTo>
                    <a:pt x="5916" y="34716"/>
                    <a:pt x="5805" y="34790"/>
                    <a:pt x="5694" y="34827"/>
                  </a:cubicBezTo>
                  <a:lnTo>
                    <a:pt x="5620" y="34827"/>
                  </a:lnTo>
                  <a:cubicBezTo>
                    <a:pt x="5509" y="34827"/>
                    <a:pt x="5398" y="34753"/>
                    <a:pt x="5361" y="34605"/>
                  </a:cubicBezTo>
                  <a:lnTo>
                    <a:pt x="672" y="1118"/>
                  </a:lnTo>
                  <a:lnTo>
                    <a:pt x="672" y="1118"/>
                  </a:lnTo>
                  <a:lnTo>
                    <a:pt x="2589" y="703"/>
                  </a:lnTo>
                  <a:close/>
                  <a:moveTo>
                    <a:pt x="2773" y="0"/>
                  </a:moveTo>
                  <a:lnTo>
                    <a:pt x="259" y="555"/>
                  </a:lnTo>
                  <a:cubicBezTo>
                    <a:pt x="112" y="592"/>
                    <a:pt x="1" y="740"/>
                    <a:pt x="1" y="925"/>
                  </a:cubicBezTo>
                  <a:lnTo>
                    <a:pt x="4770" y="34716"/>
                  </a:lnTo>
                  <a:cubicBezTo>
                    <a:pt x="4844" y="35160"/>
                    <a:pt x="5214" y="35455"/>
                    <a:pt x="5620" y="35455"/>
                  </a:cubicBezTo>
                  <a:cubicBezTo>
                    <a:pt x="5694" y="35455"/>
                    <a:pt x="5768" y="35455"/>
                    <a:pt x="5842" y="35418"/>
                  </a:cubicBezTo>
                  <a:cubicBezTo>
                    <a:pt x="6249" y="35344"/>
                    <a:pt x="6507" y="34975"/>
                    <a:pt x="6507" y="34568"/>
                  </a:cubicBezTo>
                  <a:lnTo>
                    <a:pt x="6507" y="34494"/>
                  </a:lnTo>
                  <a:lnTo>
                    <a:pt x="3143" y="296"/>
                  </a:lnTo>
                  <a:cubicBezTo>
                    <a:pt x="3143" y="185"/>
                    <a:pt x="3106" y="111"/>
                    <a:pt x="3032" y="74"/>
                  </a:cubicBezTo>
                  <a:cubicBezTo>
                    <a:pt x="2958" y="0"/>
                    <a:pt x="2884" y="0"/>
                    <a:pt x="27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45"/>
            <p:cNvSpPr/>
            <p:nvPr/>
          </p:nvSpPr>
          <p:spPr>
            <a:xfrm>
              <a:off x="1118050" y="4228175"/>
              <a:ext cx="260675" cy="847075"/>
            </a:xfrm>
            <a:custGeom>
              <a:rect b="b" l="l" r="r" t="t"/>
              <a:pathLst>
                <a:path extrusionOk="0" h="33883" w="10427">
                  <a:moveTo>
                    <a:pt x="8023" y="1"/>
                  </a:moveTo>
                  <a:lnTo>
                    <a:pt x="75" y="33200"/>
                  </a:lnTo>
                  <a:cubicBezTo>
                    <a:pt x="1" y="33496"/>
                    <a:pt x="222" y="33829"/>
                    <a:pt x="555" y="33866"/>
                  </a:cubicBezTo>
                  <a:cubicBezTo>
                    <a:pt x="599" y="33877"/>
                    <a:pt x="643" y="33882"/>
                    <a:pt x="685" y="33882"/>
                  </a:cubicBezTo>
                  <a:cubicBezTo>
                    <a:pt x="924" y="33882"/>
                    <a:pt x="1121" y="33711"/>
                    <a:pt x="1184" y="33459"/>
                  </a:cubicBezTo>
                  <a:lnTo>
                    <a:pt x="10426" y="1258"/>
                  </a:lnTo>
                  <a:lnTo>
                    <a:pt x="80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45"/>
            <p:cNvSpPr/>
            <p:nvPr/>
          </p:nvSpPr>
          <p:spPr>
            <a:xfrm>
              <a:off x="1112500" y="4220175"/>
              <a:ext cx="274550" cy="862975"/>
            </a:xfrm>
            <a:custGeom>
              <a:rect b="b" l="l" r="r" t="t"/>
              <a:pathLst>
                <a:path extrusionOk="0" h="34519" w="10982">
                  <a:moveTo>
                    <a:pt x="8452" y="766"/>
                  </a:moveTo>
                  <a:lnTo>
                    <a:pt x="10279" y="1725"/>
                  </a:lnTo>
                  <a:lnTo>
                    <a:pt x="1110" y="33705"/>
                  </a:lnTo>
                  <a:cubicBezTo>
                    <a:pt x="1073" y="33816"/>
                    <a:pt x="962" y="33890"/>
                    <a:pt x="851" y="33890"/>
                  </a:cubicBezTo>
                  <a:lnTo>
                    <a:pt x="814" y="33890"/>
                  </a:lnTo>
                  <a:cubicBezTo>
                    <a:pt x="703" y="33890"/>
                    <a:pt x="592" y="33779"/>
                    <a:pt x="592" y="33631"/>
                  </a:cubicBezTo>
                  <a:lnTo>
                    <a:pt x="592" y="33594"/>
                  </a:lnTo>
                  <a:lnTo>
                    <a:pt x="8452" y="766"/>
                  </a:lnTo>
                  <a:close/>
                  <a:moveTo>
                    <a:pt x="8240" y="1"/>
                  </a:moveTo>
                  <a:cubicBezTo>
                    <a:pt x="8202" y="1"/>
                    <a:pt x="8165" y="9"/>
                    <a:pt x="8134" y="25"/>
                  </a:cubicBezTo>
                  <a:cubicBezTo>
                    <a:pt x="8060" y="62"/>
                    <a:pt x="7986" y="173"/>
                    <a:pt x="7950" y="247"/>
                  </a:cubicBezTo>
                  <a:lnTo>
                    <a:pt x="1" y="33446"/>
                  </a:lnTo>
                  <a:cubicBezTo>
                    <a:pt x="1" y="33483"/>
                    <a:pt x="1" y="33557"/>
                    <a:pt x="1" y="33631"/>
                  </a:cubicBezTo>
                  <a:cubicBezTo>
                    <a:pt x="1" y="34075"/>
                    <a:pt x="297" y="34445"/>
                    <a:pt x="740" y="34518"/>
                  </a:cubicBezTo>
                  <a:lnTo>
                    <a:pt x="851" y="34518"/>
                  </a:lnTo>
                  <a:cubicBezTo>
                    <a:pt x="1258" y="34518"/>
                    <a:pt x="1591" y="34260"/>
                    <a:pt x="1701" y="33890"/>
                  </a:cubicBezTo>
                  <a:lnTo>
                    <a:pt x="10944" y="1688"/>
                  </a:lnTo>
                  <a:cubicBezTo>
                    <a:pt x="10981" y="1541"/>
                    <a:pt x="10907" y="1393"/>
                    <a:pt x="10796" y="1319"/>
                  </a:cubicBezTo>
                  <a:lnTo>
                    <a:pt x="8393" y="62"/>
                  </a:lnTo>
                  <a:cubicBezTo>
                    <a:pt x="8350" y="18"/>
                    <a:pt x="8294" y="1"/>
                    <a:pt x="82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45"/>
            <p:cNvSpPr/>
            <p:nvPr/>
          </p:nvSpPr>
          <p:spPr>
            <a:xfrm>
              <a:off x="1551525" y="4218000"/>
              <a:ext cx="190425" cy="859700"/>
            </a:xfrm>
            <a:custGeom>
              <a:rect b="b" l="l" r="r" t="t"/>
              <a:pathLst>
                <a:path extrusionOk="0" h="34388" w="7617">
                  <a:moveTo>
                    <a:pt x="5140" y="1"/>
                  </a:moveTo>
                  <a:lnTo>
                    <a:pt x="75" y="33755"/>
                  </a:lnTo>
                  <a:cubicBezTo>
                    <a:pt x="1" y="34088"/>
                    <a:pt x="260" y="34384"/>
                    <a:pt x="592" y="34384"/>
                  </a:cubicBezTo>
                  <a:cubicBezTo>
                    <a:pt x="614" y="34386"/>
                    <a:pt x="636" y="34388"/>
                    <a:pt x="657" y="34388"/>
                  </a:cubicBezTo>
                  <a:cubicBezTo>
                    <a:pt x="925" y="34388"/>
                    <a:pt x="1150" y="34180"/>
                    <a:pt x="1184" y="33940"/>
                  </a:cubicBezTo>
                  <a:lnTo>
                    <a:pt x="7617" y="1073"/>
                  </a:lnTo>
                  <a:lnTo>
                    <a:pt x="51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45"/>
            <p:cNvSpPr/>
            <p:nvPr/>
          </p:nvSpPr>
          <p:spPr>
            <a:xfrm>
              <a:off x="1545075" y="4210000"/>
              <a:ext cx="205200" cy="875925"/>
            </a:xfrm>
            <a:custGeom>
              <a:rect b="b" l="l" r="r" t="t"/>
              <a:pathLst>
                <a:path extrusionOk="0" h="35037" w="8208">
                  <a:moveTo>
                    <a:pt x="5630" y="779"/>
                  </a:moveTo>
                  <a:lnTo>
                    <a:pt x="7505" y="1578"/>
                  </a:lnTo>
                  <a:lnTo>
                    <a:pt x="1146" y="34186"/>
                  </a:lnTo>
                  <a:cubicBezTo>
                    <a:pt x="1109" y="34334"/>
                    <a:pt x="998" y="34408"/>
                    <a:pt x="887" y="34408"/>
                  </a:cubicBezTo>
                  <a:cubicBezTo>
                    <a:pt x="739" y="34408"/>
                    <a:pt x="629" y="34297"/>
                    <a:pt x="629" y="34149"/>
                  </a:cubicBezTo>
                  <a:lnTo>
                    <a:pt x="629" y="34112"/>
                  </a:lnTo>
                  <a:lnTo>
                    <a:pt x="5630" y="779"/>
                  </a:lnTo>
                  <a:close/>
                  <a:moveTo>
                    <a:pt x="5385" y="1"/>
                  </a:moveTo>
                  <a:cubicBezTo>
                    <a:pt x="5330" y="1"/>
                    <a:pt x="5278" y="19"/>
                    <a:pt x="5213" y="62"/>
                  </a:cubicBezTo>
                  <a:cubicBezTo>
                    <a:pt x="5139" y="99"/>
                    <a:pt x="5102" y="173"/>
                    <a:pt x="5065" y="284"/>
                  </a:cubicBezTo>
                  <a:lnTo>
                    <a:pt x="0" y="34001"/>
                  </a:lnTo>
                  <a:lnTo>
                    <a:pt x="37" y="34001"/>
                  </a:lnTo>
                  <a:lnTo>
                    <a:pt x="0" y="34149"/>
                  </a:lnTo>
                  <a:cubicBezTo>
                    <a:pt x="0" y="34593"/>
                    <a:pt x="370" y="34999"/>
                    <a:pt x="850" y="35036"/>
                  </a:cubicBezTo>
                  <a:lnTo>
                    <a:pt x="887" y="35036"/>
                  </a:lnTo>
                  <a:cubicBezTo>
                    <a:pt x="1294" y="35036"/>
                    <a:pt x="1664" y="34741"/>
                    <a:pt x="1738" y="34334"/>
                  </a:cubicBezTo>
                  <a:lnTo>
                    <a:pt x="8171" y="1430"/>
                  </a:lnTo>
                  <a:cubicBezTo>
                    <a:pt x="8208" y="1282"/>
                    <a:pt x="8134" y="1134"/>
                    <a:pt x="7986" y="1097"/>
                  </a:cubicBezTo>
                  <a:lnTo>
                    <a:pt x="5509" y="25"/>
                  </a:lnTo>
                  <a:cubicBezTo>
                    <a:pt x="5463" y="10"/>
                    <a:pt x="5423" y="1"/>
                    <a:pt x="53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45"/>
            <p:cNvSpPr/>
            <p:nvPr/>
          </p:nvSpPr>
          <p:spPr>
            <a:xfrm>
              <a:off x="2127350" y="4206925"/>
              <a:ext cx="147900" cy="871025"/>
            </a:xfrm>
            <a:custGeom>
              <a:rect b="b" l="l" r="r" t="t"/>
              <a:pathLst>
                <a:path extrusionOk="0" h="34841" w="5916">
                  <a:moveTo>
                    <a:pt x="2515" y="0"/>
                  </a:moveTo>
                  <a:lnTo>
                    <a:pt x="1" y="555"/>
                  </a:lnTo>
                  <a:lnTo>
                    <a:pt x="4733" y="34346"/>
                  </a:lnTo>
                  <a:cubicBezTo>
                    <a:pt x="4797" y="34635"/>
                    <a:pt x="5029" y="34841"/>
                    <a:pt x="5307" y="34841"/>
                  </a:cubicBezTo>
                  <a:cubicBezTo>
                    <a:pt x="5349" y="34841"/>
                    <a:pt x="5392" y="34836"/>
                    <a:pt x="5435" y="34827"/>
                  </a:cubicBezTo>
                  <a:cubicBezTo>
                    <a:pt x="5731" y="34790"/>
                    <a:pt x="5916" y="34531"/>
                    <a:pt x="5879" y="34235"/>
                  </a:cubicBezTo>
                  <a:lnTo>
                    <a:pt x="25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45"/>
            <p:cNvSpPr/>
            <p:nvPr/>
          </p:nvSpPr>
          <p:spPr>
            <a:xfrm>
              <a:off x="2119025" y="4199525"/>
              <a:ext cx="162700" cy="886400"/>
            </a:xfrm>
            <a:custGeom>
              <a:rect b="b" l="l" r="r" t="t"/>
              <a:pathLst>
                <a:path extrusionOk="0" h="35456" w="6508">
                  <a:moveTo>
                    <a:pt x="2589" y="703"/>
                  </a:moveTo>
                  <a:lnTo>
                    <a:pt x="5916" y="34568"/>
                  </a:lnTo>
                  <a:cubicBezTo>
                    <a:pt x="5916" y="34716"/>
                    <a:pt x="5805" y="34790"/>
                    <a:pt x="5694" y="34827"/>
                  </a:cubicBezTo>
                  <a:lnTo>
                    <a:pt x="5657" y="34827"/>
                  </a:lnTo>
                  <a:cubicBezTo>
                    <a:pt x="5509" y="34827"/>
                    <a:pt x="5399" y="34753"/>
                    <a:pt x="5399" y="34605"/>
                  </a:cubicBezTo>
                  <a:lnTo>
                    <a:pt x="673" y="1125"/>
                  </a:lnTo>
                  <a:lnTo>
                    <a:pt x="673" y="1125"/>
                  </a:lnTo>
                  <a:lnTo>
                    <a:pt x="2589" y="703"/>
                  </a:lnTo>
                  <a:close/>
                  <a:moveTo>
                    <a:pt x="2811" y="0"/>
                  </a:moveTo>
                  <a:lnTo>
                    <a:pt x="260" y="555"/>
                  </a:lnTo>
                  <a:cubicBezTo>
                    <a:pt x="112" y="592"/>
                    <a:pt x="1" y="740"/>
                    <a:pt x="1" y="925"/>
                  </a:cubicBezTo>
                  <a:lnTo>
                    <a:pt x="4770" y="34716"/>
                  </a:lnTo>
                  <a:cubicBezTo>
                    <a:pt x="4844" y="35160"/>
                    <a:pt x="5214" y="35455"/>
                    <a:pt x="5657" y="35455"/>
                  </a:cubicBezTo>
                  <a:cubicBezTo>
                    <a:pt x="5694" y="35455"/>
                    <a:pt x="5768" y="35455"/>
                    <a:pt x="5842" y="35418"/>
                  </a:cubicBezTo>
                  <a:cubicBezTo>
                    <a:pt x="6249" y="35344"/>
                    <a:pt x="6508" y="34975"/>
                    <a:pt x="6508" y="34568"/>
                  </a:cubicBezTo>
                  <a:lnTo>
                    <a:pt x="6508" y="34494"/>
                  </a:lnTo>
                  <a:lnTo>
                    <a:pt x="3180" y="296"/>
                  </a:lnTo>
                  <a:cubicBezTo>
                    <a:pt x="3143" y="185"/>
                    <a:pt x="3106" y="111"/>
                    <a:pt x="3032" y="74"/>
                  </a:cubicBezTo>
                  <a:cubicBezTo>
                    <a:pt x="2958" y="0"/>
                    <a:pt x="2885" y="0"/>
                    <a:pt x="2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45"/>
            <p:cNvSpPr/>
            <p:nvPr/>
          </p:nvSpPr>
          <p:spPr>
            <a:xfrm>
              <a:off x="1121750" y="3236425"/>
              <a:ext cx="1197875" cy="1049075"/>
            </a:xfrm>
            <a:custGeom>
              <a:rect b="b" l="l" r="r" t="t"/>
              <a:pathLst>
                <a:path extrusionOk="0" h="41963" w="47915">
                  <a:moveTo>
                    <a:pt x="4067" y="1"/>
                  </a:moveTo>
                  <a:cubicBezTo>
                    <a:pt x="1775" y="1"/>
                    <a:pt x="1" y="2071"/>
                    <a:pt x="370" y="4327"/>
                  </a:cubicBezTo>
                  <a:lnTo>
                    <a:pt x="6138" y="41963"/>
                  </a:lnTo>
                  <a:lnTo>
                    <a:pt x="47286" y="41963"/>
                  </a:lnTo>
                  <a:cubicBezTo>
                    <a:pt x="47286" y="41963"/>
                    <a:pt x="47914" y="31130"/>
                    <a:pt x="46103" y="27285"/>
                  </a:cubicBezTo>
                  <a:cubicBezTo>
                    <a:pt x="45759" y="26556"/>
                    <a:pt x="44676" y="26262"/>
                    <a:pt x="43140" y="26262"/>
                  </a:cubicBezTo>
                  <a:cubicBezTo>
                    <a:pt x="36681" y="26262"/>
                    <a:pt x="22218" y="31467"/>
                    <a:pt x="21118" y="31467"/>
                  </a:cubicBezTo>
                  <a:cubicBezTo>
                    <a:pt x="21099" y="31467"/>
                    <a:pt x="21085" y="31466"/>
                    <a:pt x="21074" y="31463"/>
                  </a:cubicBezTo>
                  <a:cubicBezTo>
                    <a:pt x="20482" y="31315"/>
                    <a:pt x="21370" y="11906"/>
                    <a:pt x="22442" y="4290"/>
                  </a:cubicBezTo>
                  <a:cubicBezTo>
                    <a:pt x="22774" y="2034"/>
                    <a:pt x="21037" y="1"/>
                    <a:pt x="187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45"/>
            <p:cNvSpPr/>
            <p:nvPr/>
          </p:nvSpPr>
          <p:spPr>
            <a:xfrm>
              <a:off x="1121750" y="3229050"/>
              <a:ext cx="1192325" cy="1063850"/>
            </a:xfrm>
            <a:custGeom>
              <a:rect b="b" l="l" r="r" t="t"/>
              <a:pathLst>
                <a:path extrusionOk="0" h="42554" w="47693">
                  <a:moveTo>
                    <a:pt x="18745" y="592"/>
                  </a:moveTo>
                  <a:cubicBezTo>
                    <a:pt x="19706" y="592"/>
                    <a:pt x="20556" y="998"/>
                    <a:pt x="21185" y="1627"/>
                  </a:cubicBezTo>
                  <a:cubicBezTo>
                    <a:pt x="21813" y="2255"/>
                    <a:pt x="22183" y="3106"/>
                    <a:pt x="22183" y="4067"/>
                  </a:cubicBezTo>
                  <a:cubicBezTo>
                    <a:pt x="22183" y="4215"/>
                    <a:pt x="22183" y="4400"/>
                    <a:pt x="22146" y="4548"/>
                  </a:cubicBezTo>
                  <a:cubicBezTo>
                    <a:pt x="21296" y="10463"/>
                    <a:pt x="20556" y="23477"/>
                    <a:pt x="20556" y="29096"/>
                  </a:cubicBezTo>
                  <a:cubicBezTo>
                    <a:pt x="20556" y="29910"/>
                    <a:pt x="20593" y="30575"/>
                    <a:pt x="20630" y="31056"/>
                  </a:cubicBezTo>
                  <a:cubicBezTo>
                    <a:pt x="20630" y="31277"/>
                    <a:pt x="20667" y="31462"/>
                    <a:pt x="20704" y="31610"/>
                  </a:cubicBezTo>
                  <a:cubicBezTo>
                    <a:pt x="20704" y="31684"/>
                    <a:pt x="20704" y="31758"/>
                    <a:pt x="20741" y="31832"/>
                  </a:cubicBezTo>
                  <a:lnTo>
                    <a:pt x="20815" y="31943"/>
                  </a:lnTo>
                  <a:cubicBezTo>
                    <a:pt x="20852" y="31980"/>
                    <a:pt x="20889" y="32054"/>
                    <a:pt x="21000" y="32054"/>
                  </a:cubicBezTo>
                  <a:lnTo>
                    <a:pt x="21111" y="32091"/>
                  </a:lnTo>
                  <a:cubicBezTo>
                    <a:pt x="21222" y="32091"/>
                    <a:pt x="21370" y="32054"/>
                    <a:pt x="21517" y="32017"/>
                  </a:cubicBezTo>
                  <a:cubicBezTo>
                    <a:pt x="22183" y="31869"/>
                    <a:pt x="23477" y="31462"/>
                    <a:pt x="25141" y="30945"/>
                  </a:cubicBezTo>
                  <a:cubicBezTo>
                    <a:pt x="27655" y="30205"/>
                    <a:pt x="31019" y="29170"/>
                    <a:pt x="34346" y="28320"/>
                  </a:cubicBezTo>
                  <a:cubicBezTo>
                    <a:pt x="37637" y="27506"/>
                    <a:pt x="40927" y="26878"/>
                    <a:pt x="43145" y="26878"/>
                  </a:cubicBezTo>
                  <a:cubicBezTo>
                    <a:pt x="43885" y="26878"/>
                    <a:pt x="44513" y="26952"/>
                    <a:pt x="44957" y="27100"/>
                  </a:cubicBezTo>
                  <a:cubicBezTo>
                    <a:pt x="45437" y="27248"/>
                    <a:pt x="45696" y="27469"/>
                    <a:pt x="45807" y="27728"/>
                  </a:cubicBezTo>
                  <a:cubicBezTo>
                    <a:pt x="46325" y="28800"/>
                    <a:pt x="46657" y="30538"/>
                    <a:pt x="46842" y="32461"/>
                  </a:cubicBezTo>
                  <a:cubicBezTo>
                    <a:pt x="47027" y="34346"/>
                    <a:pt x="47101" y="36416"/>
                    <a:pt x="47101" y="38154"/>
                  </a:cubicBezTo>
                  <a:cubicBezTo>
                    <a:pt x="47101" y="39337"/>
                    <a:pt x="47064" y="40335"/>
                    <a:pt x="47027" y="41075"/>
                  </a:cubicBezTo>
                  <a:cubicBezTo>
                    <a:pt x="47027" y="41469"/>
                    <a:pt x="47017" y="41768"/>
                    <a:pt x="47007" y="41962"/>
                  </a:cubicBezTo>
                  <a:lnTo>
                    <a:pt x="6396" y="41962"/>
                  </a:lnTo>
                  <a:lnTo>
                    <a:pt x="666" y="4585"/>
                  </a:lnTo>
                  <a:cubicBezTo>
                    <a:pt x="629" y="4400"/>
                    <a:pt x="629" y="4215"/>
                    <a:pt x="629" y="4067"/>
                  </a:cubicBezTo>
                  <a:cubicBezTo>
                    <a:pt x="629" y="3106"/>
                    <a:pt x="999" y="2255"/>
                    <a:pt x="1627" y="1627"/>
                  </a:cubicBezTo>
                  <a:cubicBezTo>
                    <a:pt x="2256" y="998"/>
                    <a:pt x="3106" y="592"/>
                    <a:pt x="4067" y="592"/>
                  </a:cubicBezTo>
                  <a:close/>
                  <a:moveTo>
                    <a:pt x="4067" y="0"/>
                  </a:moveTo>
                  <a:cubicBezTo>
                    <a:pt x="1812" y="0"/>
                    <a:pt x="1" y="1849"/>
                    <a:pt x="1" y="4067"/>
                  </a:cubicBezTo>
                  <a:cubicBezTo>
                    <a:pt x="1" y="4252"/>
                    <a:pt x="38" y="4474"/>
                    <a:pt x="38" y="4696"/>
                  </a:cubicBezTo>
                  <a:lnTo>
                    <a:pt x="5842" y="42295"/>
                  </a:lnTo>
                  <a:cubicBezTo>
                    <a:pt x="5879" y="42443"/>
                    <a:pt x="5990" y="42554"/>
                    <a:pt x="6138" y="42554"/>
                  </a:cubicBezTo>
                  <a:lnTo>
                    <a:pt x="47286" y="42554"/>
                  </a:lnTo>
                  <a:cubicBezTo>
                    <a:pt x="47471" y="42554"/>
                    <a:pt x="47582" y="42443"/>
                    <a:pt x="47619" y="42258"/>
                  </a:cubicBezTo>
                  <a:cubicBezTo>
                    <a:pt x="47619" y="42258"/>
                    <a:pt x="47693" y="40520"/>
                    <a:pt x="47693" y="38154"/>
                  </a:cubicBezTo>
                  <a:cubicBezTo>
                    <a:pt x="47693" y="36416"/>
                    <a:pt x="47656" y="34309"/>
                    <a:pt x="47471" y="32387"/>
                  </a:cubicBezTo>
                  <a:cubicBezTo>
                    <a:pt x="47249" y="30464"/>
                    <a:pt x="46953" y="28653"/>
                    <a:pt x="46362" y="27433"/>
                  </a:cubicBezTo>
                  <a:cubicBezTo>
                    <a:pt x="46140" y="26989"/>
                    <a:pt x="45696" y="26693"/>
                    <a:pt x="45142" y="26508"/>
                  </a:cubicBezTo>
                  <a:cubicBezTo>
                    <a:pt x="44587" y="26323"/>
                    <a:pt x="43922" y="26249"/>
                    <a:pt x="43145" y="26249"/>
                  </a:cubicBezTo>
                  <a:cubicBezTo>
                    <a:pt x="39818" y="26249"/>
                    <a:pt x="34568" y="27580"/>
                    <a:pt x="30021" y="28874"/>
                  </a:cubicBezTo>
                  <a:cubicBezTo>
                    <a:pt x="27728" y="29503"/>
                    <a:pt x="25621" y="30168"/>
                    <a:pt x="23994" y="30649"/>
                  </a:cubicBezTo>
                  <a:cubicBezTo>
                    <a:pt x="23181" y="30908"/>
                    <a:pt x="22516" y="31093"/>
                    <a:pt x="21998" y="31240"/>
                  </a:cubicBezTo>
                  <a:cubicBezTo>
                    <a:pt x="21776" y="31314"/>
                    <a:pt x="21554" y="31388"/>
                    <a:pt x="21407" y="31425"/>
                  </a:cubicBezTo>
                  <a:cubicBezTo>
                    <a:pt x="21362" y="31436"/>
                    <a:pt x="21318" y="31444"/>
                    <a:pt x="21277" y="31450"/>
                  </a:cubicBezTo>
                  <a:lnTo>
                    <a:pt x="21277" y="31450"/>
                  </a:lnTo>
                  <a:cubicBezTo>
                    <a:pt x="21247" y="31286"/>
                    <a:pt x="21222" y="31024"/>
                    <a:pt x="21222" y="30686"/>
                  </a:cubicBezTo>
                  <a:cubicBezTo>
                    <a:pt x="21185" y="30242"/>
                    <a:pt x="21185" y="29725"/>
                    <a:pt x="21185" y="29096"/>
                  </a:cubicBezTo>
                  <a:cubicBezTo>
                    <a:pt x="21185" y="23514"/>
                    <a:pt x="21924" y="10500"/>
                    <a:pt x="22774" y="4659"/>
                  </a:cubicBezTo>
                  <a:cubicBezTo>
                    <a:pt x="22774" y="4437"/>
                    <a:pt x="22811" y="4252"/>
                    <a:pt x="22811" y="4067"/>
                  </a:cubicBezTo>
                  <a:cubicBezTo>
                    <a:pt x="22811" y="1849"/>
                    <a:pt x="21000" y="0"/>
                    <a:pt x="18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45"/>
            <p:cNvSpPr/>
            <p:nvPr/>
          </p:nvSpPr>
          <p:spPr>
            <a:xfrm>
              <a:off x="1495150" y="3236425"/>
              <a:ext cx="824475" cy="1049075"/>
            </a:xfrm>
            <a:custGeom>
              <a:rect b="b" l="l" r="r" t="t"/>
              <a:pathLst>
                <a:path extrusionOk="0" h="41963" w="32979">
                  <a:moveTo>
                    <a:pt x="3920" y="1"/>
                  </a:moveTo>
                  <a:cubicBezTo>
                    <a:pt x="1701" y="75"/>
                    <a:pt x="1" y="2108"/>
                    <a:pt x="333" y="4327"/>
                  </a:cubicBezTo>
                  <a:lnTo>
                    <a:pt x="6138" y="41963"/>
                  </a:lnTo>
                  <a:lnTo>
                    <a:pt x="32350" y="41963"/>
                  </a:lnTo>
                  <a:cubicBezTo>
                    <a:pt x="32350" y="41963"/>
                    <a:pt x="32978" y="31130"/>
                    <a:pt x="31167" y="27285"/>
                  </a:cubicBezTo>
                  <a:cubicBezTo>
                    <a:pt x="30823" y="26556"/>
                    <a:pt x="29740" y="26262"/>
                    <a:pt x="28204" y="26262"/>
                  </a:cubicBezTo>
                  <a:cubicBezTo>
                    <a:pt x="21745" y="26262"/>
                    <a:pt x="7282" y="31467"/>
                    <a:pt x="6182" y="31467"/>
                  </a:cubicBezTo>
                  <a:cubicBezTo>
                    <a:pt x="6163" y="31467"/>
                    <a:pt x="6149" y="31466"/>
                    <a:pt x="6138" y="31463"/>
                  </a:cubicBezTo>
                  <a:cubicBezTo>
                    <a:pt x="5546" y="31315"/>
                    <a:pt x="6434" y="11906"/>
                    <a:pt x="7506" y="4290"/>
                  </a:cubicBezTo>
                  <a:cubicBezTo>
                    <a:pt x="7838" y="2071"/>
                    <a:pt x="6175" y="75"/>
                    <a:pt x="39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45"/>
            <p:cNvSpPr/>
            <p:nvPr/>
          </p:nvSpPr>
          <p:spPr>
            <a:xfrm>
              <a:off x="1495150" y="3229050"/>
              <a:ext cx="818925" cy="1063850"/>
            </a:xfrm>
            <a:custGeom>
              <a:rect b="b" l="l" r="r" t="t"/>
              <a:pathLst>
                <a:path extrusionOk="0" h="42554" w="32757">
                  <a:moveTo>
                    <a:pt x="3938" y="629"/>
                  </a:moveTo>
                  <a:cubicBezTo>
                    <a:pt x="5814" y="676"/>
                    <a:pt x="7247" y="2225"/>
                    <a:pt x="7247" y="4067"/>
                  </a:cubicBezTo>
                  <a:cubicBezTo>
                    <a:pt x="7247" y="4215"/>
                    <a:pt x="7247" y="4400"/>
                    <a:pt x="7210" y="4548"/>
                  </a:cubicBezTo>
                  <a:cubicBezTo>
                    <a:pt x="6360" y="10463"/>
                    <a:pt x="5620" y="23477"/>
                    <a:pt x="5620" y="29096"/>
                  </a:cubicBezTo>
                  <a:cubicBezTo>
                    <a:pt x="5620" y="29910"/>
                    <a:pt x="5657" y="30575"/>
                    <a:pt x="5694" y="31056"/>
                  </a:cubicBezTo>
                  <a:cubicBezTo>
                    <a:pt x="5694" y="31277"/>
                    <a:pt x="5731" y="31462"/>
                    <a:pt x="5768" y="31610"/>
                  </a:cubicBezTo>
                  <a:cubicBezTo>
                    <a:pt x="5768" y="31684"/>
                    <a:pt x="5768" y="31758"/>
                    <a:pt x="5805" y="31832"/>
                  </a:cubicBezTo>
                  <a:lnTo>
                    <a:pt x="5879" y="31943"/>
                  </a:lnTo>
                  <a:cubicBezTo>
                    <a:pt x="5916" y="31980"/>
                    <a:pt x="5953" y="32054"/>
                    <a:pt x="6064" y="32054"/>
                  </a:cubicBezTo>
                  <a:lnTo>
                    <a:pt x="6175" y="32091"/>
                  </a:lnTo>
                  <a:cubicBezTo>
                    <a:pt x="6286" y="32091"/>
                    <a:pt x="6434" y="32054"/>
                    <a:pt x="6581" y="32017"/>
                  </a:cubicBezTo>
                  <a:cubicBezTo>
                    <a:pt x="7247" y="31869"/>
                    <a:pt x="8541" y="31462"/>
                    <a:pt x="10205" y="30945"/>
                  </a:cubicBezTo>
                  <a:cubicBezTo>
                    <a:pt x="12719" y="30205"/>
                    <a:pt x="16083" y="29170"/>
                    <a:pt x="19410" y="28320"/>
                  </a:cubicBezTo>
                  <a:cubicBezTo>
                    <a:pt x="22701" y="27506"/>
                    <a:pt x="25991" y="26878"/>
                    <a:pt x="28209" y="26878"/>
                  </a:cubicBezTo>
                  <a:cubicBezTo>
                    <a:pt x="28949" y="26878"/>
                    <a:pt x="29577" y="26952"/>
                    <a:pt x="30021" y="27100"/>
                  </a:cubicBezTo>
                  <a:cubicBezTo>
                    <a:pt x="30501" y="27248"/>
                    <a:pt x="30760" y="27469"/>
                    <a:pt x="30871" y="27728"/>
                  </a:cubicBezTo>
                  <a:cubicBezTo>
                    <a:pt x="31389" y="28800"/>
                    <a:pt x="31721" y="30538"/>
                    <a:pt x="31906" y="32461"/>
                  </a:cubicBezTo>
                  <a:cubicBezTo>
                    <a:pt x="32091" y="34346"/>
                    <a:pt x="32165" y="36416"/>
                    <a:pt x="32165" y="38154"/>
                  </a:cubicBezTo>
                  <a:cubicBezTo>
                    <a:pt x="32165" y="39337"/>
                    <a:pt x="32128" y="40335"/>
                    <a:pt x="32091" y="41075"/>
                  </a:cubicBezTo>
                  <a:cubicBezTo>
                    <a:pt x="32091" y="41469"/>
                    <a:pt x="32081" y="41768"/>
                    <a:pt x="32071" y="41962"/>
                  </a:cubicBezTo>
                  <a:lnTo>
                    <a:pt x="6397" y="41962"/>
                  </a:lnTo>
                  <a:lnTo>
                    <a:pt x="666" y="4585"/>
                  </a:lnTo>
                  <a:cubicBezTo>
                    <a:pt x="629" y="4400"/>
                    <a:pt x="629" y="4215"/>
                    <a:pt x="629" y="4067"/>
                  </a:cubicBezTo>
                  <a:cubicBezTo>
                    <a:pt x="629" y="2225"/>
                    <a:pt x="2062" y="676"/>
                    <a:pt x="3938" y="629"/>
                  </a:cubicBezTo>
                  <a:close/>
                  <a:moveTo>
                    <a:pt x="3920" y="0"/>
                  </a:moveTo>
                  <a:cubicBezTo>
                    <a:pt x="1701" y="74"/>
                    <a:pt x="1" y="1886"/>
                    <a:pt x="1" y="4067"/>
                  </a:cubicBezTo>
                  <a:cubicBezTo>
                    <a:pt x="1" y="4252"/>
                    <a:pt x="1" y="4474"/>
                    <a:pt x="38" y="4696"/>
                  </a:cubicBezTo>
                  <a:lnTo>
                    <a:pt x="5842" y="42295"/>
                  </a:lnTo>
                  <a:cubicBezTo>
                    <a:pt x="5842" y="42443"/>
                    <a:pt x="5990" y="42554"/>
                    <a:pt x="6138" y="42554"/>
                  </a:cubicBezTo>
                  <a:lnTo>
                    <a:pt x="32350" y="42554"/>
                  </a:lnTo>
                  <a:cubicBezTo>
                    <a:pt x="32535" y="42554"/>
                    <a:pt x="32646" y="42443"/>
                    <a:pt x="32683" y="42258"/>
                  </a:cubicBezTo>
                  <a:cubicBezTo>
                    <a:pt x="32683" y="42258"/>
                    <a:pt x="32757" y="40520"/>
                    <a:pt x="32757" y="38154"/>
                  </a:cubicBezTo>
                  <a:cubicBezTo>
                    <a:pt x="32757" y="36416"/>
                    <a:pt x="32720" y="34309"/>
                    <a:pt x="32535" y="32387"/>
                  </a:cubicBezTo>
                  <a:cubicBezTo>
                    <a:pt x="32313" y="30464"/>
                    <a:pt x="32017" y="28653"/>
                    <a:pt x="31426" y="27433"/>
                  </a:cubicBezTo>
                  <a:cubicBezTo>
                    <a:pt x="31204" y="26989"/>
                    <a:pt x="30760" y="26693"/>
                    <a:pt x="30206" y="26508"/>
                  </a:cubicBezTo>
                  <a:cubicBezTo>
                    <a:pt x="29651" y="26323"/>
                    <a:pt x="28986" y="26249"/>
                    <a:pt x="28209" y="26249"/>
                  </a:cubicBezTo>
                  <a:cubicBezTo>
                    <a:pt x="24882" y="26249"/>
                    <a:pt x="19632" y="27580"/>
                    <a:pt x="15085" y="28874"/>
                  </a:cubicBezTo>
                  <a:cubicBezTo>
                    <a:pt x="12792" y="29503"/>
                    <a:pt x="10685" y="30168"/>
                    <a:pt x="9058" y="30649"/>
                  </a:cubicBezTo>
                  <a:cubicBezTo>
                    <a:pt x="8245" y="30908"/>
                    <a:pt x="7580" y="31093"/>
                    <a:pt x="7062" y="31240"/>
                  </a:cubicBezTo>
                  <a:cubicBezTo>
                    <a:pt x="6840" y="31314"/>
                    <a:pt x="6618" y="31388"/>
                    <a:pt x="6471" y="31425"/>
                  </a:cubicBezTo>
                  <a:cubicBezTo>
                    <a:pt x="6426" y="31436"/>
                    <a:pt x="6382" y="31444"/>
                    <a:pt x="6341" y="31450"/>
                  </a:cubicBezTo>
                  <a:lnTo>
                    <a:pt x="6341" y="31450"/>
                  </a:lnTo>
                  <a:cubicBezTo>
                    <a:pt x="6311" y="31286"/>
                    <a:pt x="6286" y="31024"/>
                    <a:pt x="6286" y="30686"/>
                  </a:cubicBezTo>
                  <a:cubicBezTo>
                    <a:pt x="6249" y="30242"/>
                    <a:pt x="6249" y="29725"/>
                    <a:pt x="6249" y="29096"/>
                  </a:cubicBezTo>
                  <a:cubicBezTo>
                    <a:pt x="6249" y="23514"/>
                    <a:pt x="6988" y="10500"/>
                    <a:pt x="7838" y="4659"/>
                  </a:cubicBezTo>
                  <a:cubicBezTo>
                    <a:pt x="7838" y="4437"/>
                    <a:pt x="7875" y="4252"/>
                    <a:pt x="7875" y="4067"/>
                  </a:cubicBezTo>
                  <a:cubicBezTo>
                    <a:pt x="7875" y="1886"/>
                    <a:pt x="6138" y="74"/>
                    <a:pt x="39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3" name="Google Shape;2703;p45"/>
          <p:cNvSpPr txBox="1"/>
          <p:nvPr>
            <p:ph type="title"/>
          </p:nvPr>
        </p:nvSpPr>
        <p:spPr>
          <a:xfrm>
            <a:off x="328850" y="427825"/>
            <a:ext cx="7015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2500"/>
              <a:t>F</a:t>
            </a:r>
            <a:r>
              <a:rPr lang="ro" sz="2500"/>
              <a:t>acade is a structural design pattern that provides a simplified interface to any complex set of classes</a:t>
            </a:r>
            <a:endParaRPr sz="2500"/>
          </a:p>
        </p:txBody>
      </p:sp>
      <p:sp>
        <p:nvSpPr>
          <p:cNvPr id="2704" name="Google Shape;2704;p45"/>
          <p:cNvSpPr txBox="1"/>
          <p:nvPr>
            <p:ph idx="4" type="subTitle"/>
          </p:nvPr>
        </p:nvSpPr>
        <p:spPr>
          <a:xfrm>
            <a:off x="7015420" y="1819646"/>
            <a:ext cx="1636800" cy="87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Reduce dependencies by defining clear boundaries between subsystems</a:t>
            </a:r>
            <a:endParaRPr>
              <a:latin typeface="Barlow Semi Condensed"/>
              <a:ea typeface="Barlow Semi Condensed"/>
              <a:cs typeface="Barlow Semi Condensed"/>
              <a:sym typeface="Barlow Semi Condensed"/>
            </a:endParaRPr>
          </a:p>
        </p:txBody>
      </p:sp>
      <p:sp>
        <p:nvSpPr>
          <p:cNvPr id="2705" name="Google Shape;2705;p45"/>
          <p:cNvSpPr txBox="1"/>
          <p:nvPr>
            <p:ph idx="5" type="subTitle"/>
          </p:nvPr>
        </p:nvSpPr>
        <p:spPr>
          <a:xfrm>
            <a:off x="3449687" y="1557950"/>
            <a:ext cx="2081700" cy="87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Refactoring of the subsystem will not affect the client code</a:t>
            </a:r>
            <a:endParaRPr>
              <a:latin typeface="Barlow Semi Condensed"/>
              <a:ea typeface="Barlow Semi Condensed"/>
              <a:cs typeface="Barlow Semi Condensed"/>
              <a:sym typeface="Barlow Semi Condensed"/>
            </a:endParaRPr>
          </a:p>
        </p:txBody>
      </p:sp>
      <p:sp>
        <p:nvSpPr>
          <p:cNvPr id="2706" name="Google Shape;2706;p45"/>
          <p:cNvSpPr txBox="1"/>
          <p:nvPr>
            <p:ph idx="6" type="subTitle"/>
          </p:nvPr>
        </p:nvSpPr>
        <p:spPr>
          <a:xfrm>
            <a:off x="328854" y="1819646"/>
            <a:ext cx="1636800" cy="87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Very </a:t>
            </a:r>
            <a:r>
              <a:rPr lang="ro"/>
              <a:t>useful</a:t>
            </a:r>
            <a:r>
              <a:rPr lang="ro"/>
              <a:t> for integrating a complex library from which you only need a few functionalities</a:t>
            </a:r>
            <a:endParaRPr>
              <a:latin typeface="Barlow Semi Condensed"/>
              <a:ea typeface="Barlow Semi Condensed"/>
              <a:cs typeface="Barlow Semi Condensed"/>
              <a:sym typeface="Barlow Semi Condensed"/>
            </a:endParaRPr>
          </a:p>
        </p:txBody>
      </p:sp>
      <p:grpSp>
        <p:nvGrpSpPr>
          <p:cNvPr id="2707" name="Google Shape;2707;p45"/>
          <p:cNvGrpSpPr/>
          <p:nvPr/>
        </p:nvGrpSpPr>
        <p:grpSpPr>
          <a:xfrm>
            <a:off x="2021644" y="1725712"/>
            <a:ext cx="175013" cy="27000"/>
            <a:chOff x="5662375" y="212375"/>
            <a:chExt cx="175013" cy="27000"/>
          </a:xfrm>
        </p:grpSpPr>
        <p:sp>
          <p:nvSpPr>
            <p:cNvPr id="2708" name="Google Shape;2708;p4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4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4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1" name="Google Shape;2711;p45"/>
          <p:cNvGrpSpPr/>
          <p:nvPr/>
        </p:nvGrpSpPr>
        <p:grpSpPr>
          <a:xfrm>
            <a:off x="4484519" y="1167573"/>
            <a:ext cx="175013" cy="27000"/>
            <a:chOff x="5662375" y="212375"/>
            <a:chExt cx="175013" cy="27000"/>
          </a:xfrm>
        </p:grpSpPr>
        <p:sp>
          <p:nvSpPr>
            <p:cNvPr id="2712" name="Google Shape;2712;p4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4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4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5" name="Google Shape;2715;p45"/>
          <p:cNvGrpSpPr/>
          <p:nvPr/>
        </p:nvGrpSpPr>
        <p:grpSpPr>
          <a:xfrm>
            <a:off x="5495189" y="2811226"/>
            <a:ext cx="203374" cy="179736"/>
            <a:chOff x="-3137650" y="2787000"/>
            <a:chExt cx="291450" cy="257575"/>
          </a:xfrm>
        </p:grpSpPr>
        <p:sp>
          <p:nvSpPr>
            <p:cNvPr id="2716" name="Google Shape;2716;p45"/>
            <p:cNvSpPr/>
            <p:nvPr/>
          </p:nvSpPr>
          <p:spPr>
            <a:xfrm>
              <a:off x="-3137650" y="2787000"/>
              <a:ext cx="291450" cy="257575"/>
            </a:xfrm>
            <a:custGeom>
              <a:rect b="b" l="l" r="r" t="t"/>
              <a:pathLst>
                <a:path extrusionOk="0" h="10303" w="11658">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45"/>
            <p:cNvSpPr/>
            <p:nvPr/>
          </p:nvSpPr>
          <p:spPr>
            <a:xfrm>
              <a:off x="-3104575" y="2820875"/>
              <a:ext cx="18150" cy="17350"/>
            </a:xfrm>
            <a:custGeom>
              <a:rect b="b" l="l" r="r" t="t"/>
              <a:pathLst>
                <a:path extrusionOk="0" h="694" w="726">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45"/>
            <p:cNvSpPr/>
            <p:nvPr/>
          </p:nvSpPr>
          <p:spPr>
            <a:xfrm>
              <a:off x="-3069900" y="282087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45"/>
            <p:cNvSpPr/>
            <p:nvPr/>
          </p:nvSpPr>
          <p:spPr>
            <a:xfrm>
              <a:off x="-3035250" y="282087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45"/>
            <p:cNvSpPr/>
            <p:nvPr/>
          </p:nvSpPr>
          <p:spPr>
            <a:xfrm>
              <a:off x="-3002175" y="2820875"/>
              <a:ext cx="121325" cy="17350"/>
            </a:xfrm>
            <a:custGeom>
              <a:rect b="b" l="l" r="r" t="t"/>
              <a:pathLst>
                <a:path extrusionOk="0" h="694" w="4853">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45"/>
            <p:cNvSpPr/>
            <p:nvPr/>
          </p:nvSpPr>
          <p:spPr>
            <a:xfrm>
              <a:off x="-2948625" y="2907300"/>
              <a:ext cx="52025" cy="85300"/>
            </a:xfrm>
            <a:custGeom>
              <a:rect b="b" l="l" r="r" t="t"/>
              <a:pathLst>
                <a:path extrusionOk="0" h="3412" w="2081">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45"/>
            <p:cNvSpPr/>
            <p:nvPr/>
          </p:nvSpPr>
          <p:spPr>
            <a:xfrm>
              <a:off x="-3088025" y="2907300"/>
              <a:ext cx="53575" cy="85300"/>
            </a:xfrm>
            <a:custGeom>
              <a:rect b="b" l="l" r="r" t="t"/>
              <a:pathLst>
                <a:path extrusionOk="0" h="3412" w="2143">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45"/>
            <p:cNvSpPr/>
            <p:nvPr/>
          </p:nvSpPr>
          <p:spPr>
            <a:xfrm>
              <a:off x="-3019500" y="2888975"/>
              <a:ext cx="54375" cy="119400"/>
            </a:xfrm>
            <a:custGeom>
              <a:rect b="b" l="l" r="r" t="t"/>
              <a:pathLst>
                <a:path extrusionOk="0" h="4776" w="2175">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4" name="Google Shape;2724;p45"/>
          <p:cNvGrpSpPr/>
          <p:nvPr/>
        </p:nvGrpSpPr>
        <p:grpSpPr>
          <a:xfrm>
            <a:off x="3830965" y="2799136"/>
            <a:ext cx="203915" cy="203915"/>
            <a:chOff x="-6354300" y="2757075"/>
            <a:chExt cx="292225" cy="292225"/>
          </a:xfrm>
        </p:grpSpPr>
        <p:sp>
          <p:nvSpPr>
            <p:cNvPr id="2725" name="Google Shape;2725;p45"/>
            <p:cNvSpPr/>
            <p:nvPr/>
          </p:nvSpPr>
          <p:spPr>
            <a:xfrm>
              <a:off x="-6354300" y="2757075"/>
              <a:ext cx="292225" cy="292225"/>
            </a:xfrm>
            <a:custGeom>
              <a:rect b="b" l="l" r="r" t="t"/>
              <a:pathLst>
                <a:path extrusionOk="0" h="11689" w="11689">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45"/>
            <p:cNvSpPr/>
            <p:nvPr/>
          </p:nvSpPr>
          <p:spPr>
            <a:xfrm>
              <a:off x="-6268450" y="2790150"/>
              <a:ext cx="119750" cy="18125"/>
            </a:xfrm>
            <a:custGeom>
              <a:rect b="b" l="l" r="r" t="t"/>
              <a:pathLst>
                <a:path extrusionOk="0" h="725" w="479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45"/>
            <p:cNvSpPr/>
            <p:nvPr/>
          </p:nvSpPr>
          <p:spPr>
            <a:xfrm>
              <a:off x="-6268450" y="2825600"/>
              <a:ext cx="119750" cy="18125"/>
            </a:xfrm>
            <a:custGeom>
              <a:rect b="b" l="l" r="r" t="t"/>
              <a:pathLst>
                <a:path extrusionOk="0" h="725" w="479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45"/>
            <p:cNvSpPr/>
            <p:nvPr/>
          </p:nvSpPr>
          <p:spPr>
            <a:xfrm>
              <a:off x="-6268450" y="2860250"/>
              <a:ext cx="119750" cy="17350"/>
            </a:xfrm>
            <a:custGeom>
              <a:rect b="b" l="l" r="r" t="t"/>
              <a:pathLst>
                <a:path extrusionOk="0" h="694" w="479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9" name="Google Shape;2729;p45"/>
          <p:cNvGrpSpPr/>
          <p:nvPr/>
        </p:nvGrpSpPr>
        <p:grpSpPr>
          <a:xfrm>
            <a:off x="4917834" y="2603164"/>
            <a:ext cx="203374" cy="203915"/>
            <a:chOff x="-1700225" y="2768875"/>
            <a:chExt cx="291450" cy="292225"/>
          </a:xfrm>
        </p:grpSpPr>
        <p:sp>
          <p:nvSpPr>
            <p:cNvPr id="2730" name="Google Shape;2730;p45"/>
            <p:cNvSpPr/>
            <p:nvPr/>
          </p:nvSpPr>
          <p:spPr>
            <a:xfrm>
              <a:off x="-1700225" y="2768875"/>
              <a:ext cx="291450" cy="292225"/>
            </a:xfrm>
            <a:custGeom>
              <a:rect b="b" l="l" r="r" t="t"/>
              <a:pathLst>
                <a:path extrusionOk="0" h="11689" w="11658">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45"/>
            <p:cNvSpPr/>
            <p:nvPr/>
          </p:nvSpPr>
          <p:spPr>
            <a:xfrm>
              <a:off x="-1667150" y="2801950"/>
              <a:ext cx="18150" cy="18150"/>
            </a:xfrm>
            <a:custGeom>
              <a:rect b="b" l="l" r="r" t="t"/>
              <a:pathLst>
                <a:path extrusionOk="0" h="726" w="726">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45"/>
            <p:cNvSpPr/>
            <p:nvPr/>
          </p:nvSpPr>
          <p:spPr>
            <a:xfrm>
              <a:off x="-1632500" y="2801950"/>
              <a:ext cx="17350" cy="18150"/>
            </a:xfrm>
            <a:custGeom>
              <a:rect b="b" l="l" r="r" t="t"/>
              <a:pathLst>
                <a:path extrusionOk="0" h="726" w="694">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45"/>
            <p:cNvSpPr/>
            <p:nvPr/>
          </p:nvSpPr>
          <p:spPr>
            <a:xfrm>
              <a:off x="-1597850" y="2801950"/>
              <a:ext cx="17375" cy="18150"/>
            </a:xfrm>
            <a:custGeom>
              <a:rect b="b" l="l" r="r" t="t"/>
              <a:pathLst>
                <a:path extrusionOk="0" h="726" w="695">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45"/>
            <p:cNvSpPr/>
            <p:nvPr/>
          </p:nvSpPr>
          <p:spPr>
            <a:xfrm>
              <a:off x="-1564750" y="2801950"/>
              <a:ext cx="120525" cy="18150"/>
            </a:xfrm>
            <a:custGeom>
              <a:rect b="b" l="l" r="r" t="t"/>
              <a:pathLst>
                <a:path extrusionOk="0" h="726" w="4821">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45"/>
            <p:cNvSpPr/>
            <p:nvPr/>
          </p:nvSpPr>
          <p:spPr>
            <a:xfrm>
              <a:off x="-1597850" y="2924050"/>
              <a:ext cx="85100" cy="85075"/>
            </a:xfrm>
            <a:custGeom>
              <a:rect b="b" l="l" r="r" t="t"/>
              <a:pathLst>
                <a:path extrusionOk="0" h="3403" w="3404">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9" name="Shape 2739"/>
        <p:cNvGrpSpPr/>
        <p:nvPr/>
      </p:nvGrpSpPr>
      <p:grpSpPr>
        <a:xfrm>
          <a:off x="0" y="0"/>
          <a:ext cx="0" cy="0"/>
          <a:chOff x="0" y="0"/>
          <a:chExt cx="0" cy="0"/>
        </a:xfrm>
      </p:grpSpPr>
      <p:sp>
        <p:nvSpPr>
          <p:cNvPr id="2740" name="Google Shape;2740;p46"/>
          <p:cNvSpPr txBox="1"/>
          <p:nvPr>
            <p:ph idx="4" type="subTitle"/>
          </p:nvPr>
        </p:nvSpPr>
        <p:spPr>
          <a:xfrm>
            <a:off x="1325752" y="2625381"/>
            <a:ext cx="1764900" cy="612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1" lang="ro">
                <a:solidFill>
                  <a:srgbClr val="000000"/>
                </a:solidFill>
              </a:rPr>
              <a:t>Facade</a:t>
            </a:r>
            <a:r>
              <a:rPr lang="ro">
                <a:solidFill>
                  <a:srgbClr val="000000"/>
                </a:solidFill>
              </a:rPr>
              <a:t>: building exterior</a:t>
            </a:r>
            <a:endParaRPr>
              <a:solidFill>
                <a:srgbClr val="000000"/>
              </a:solidFill>
            </a:endParaRPr>
          </a:p>
          <a:p>
            <a:pPr indent="0" lvl="0" marL="0" rtl="0" algn="r">
              <a:spcBef>
                <a:spcPts val="0"/>
              </a:spcBef>
              <a:spcAft>
                <a:spcPts val="0"/>
              </a:spcAft>
              <a:buNone/>
            </a:pPr>
            <a:r>
              <a:rPr b="1" lang="ro">
                <a:solidFill>
                  <a:srgbClr val="000000"/>
                </a:solidFill>
              </a:rPr>
              <a:t>Subsystem</a:t>
            </a:r>
            <a:r>
              <a:rPr lang="ro">
                <a:solidFill>
                  <a:srgbClr val="000000"/>
                </a:solidFill>
              </a:rPr>
              <a:t>: internal structural elements</a:t>
            </a:r>
            <a:endParaRPr>
              <a:solidFill>
                <a:srgbClr val="000000"/>
              </a:solidFill>
            </a:endParaRPr>
          </a:p>
          <a:p>
            <a:pPr indent="0" lvl="0" marL="0" rtl="0" algn="r">
              <a:spcBef>
                <a:spcPts val="0"/>
              </a:spcBef>
              <a:spcAft>
                <a:spcPts val="0"/>
              </a:spcAft>
              <a:buNone/>
            </a:pPr>
            <a:r>
              <a:rPr b="1" lang="ro">
                <a:solidFill>
                  <a:srgbClr val="000000"/>
                </a:solidFill>
              </a:rPr>
              <a:t>Client</a:t>
            </a:r>
            <a:r>
              <a:rPr lang="ro">
                <a:solidFill>
                  <a:srgbClr val="000000"/>
                </a:solidFill>
              </a:rPr>
              <a:t>:person entering through the door</a:t>
            </a:r>
            <a:endParaRPr>
              <a:solidFill>
                <a:srgbClr val="000000"/>
              </a:solidFill>
            </a:endParaRPr>
          </a:p>
        </p:txBody>
      </p:sp>
      <p:sp>
        <p:nvSpPr>
          <p:cNvPr id="2741" name="Google Shape;2741;p46"/>
          <p:cNvSpPr txBox="1"/>
          <p:nvPr>
            <p:ph idx="5" type="subTitle"/>
          </p:nvPr>
        </p:nvSpPr>
        <p:spPr>
          <a:xfrm>
            <a:off x="5856675" y="2254973"/>
            <a:ext cx="17649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2000"/>
              <a:t>Car</a:t>
            </a:r>
            <a:endParaRPr sz="2000"/>
          </a:p>
        </p:txBody>
      </p:sp>
      <p:sp>
        <p:nvSpPr>
          <p:cNvPr id="2742" name="Google Shape;2742;p46"/>
          <p:cNvSpPr txBox="1"/>
          <p:nvPr>
            <p:ph idx="3" type="subTitle"/>
          </p:nvPr>
        </p:nvSpPr>
        <p:spPr>
          <a:xfrm>
            <a:off x="1325752" y="2285548"/>
            <a:ext cx="17649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1900"/>
              <a:t>Architecture</a:t>
            </a:r>
            <a:endParaRPr sz="1900"/>
          </a:p>
        </p:txBody>
      </p:sp>
      <p:sp>
        <p:nvSpPr>
          <p:cNvPr id="2743" name="Google Shape;2743;p46"/>
          <p:cNvSpPr txBox="1"/>
          <p:nvPr>
            <p:ph idx="6" type="subTitle"/>
          </p:nvPr>
        </p:nvSpPr>
        <p:spPr>
          <a:xfrm>
            <a:off x="5856675" y="2594806"/>
            <a:ext cx="1764900" cy="612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b="1" lang="ro" sz="1500">
                <a:solidFill>
                  <a:srgbClr val="000000"/>
                </a:solidFill>
              </a:rPr>
              <a:t>Facade</a:t>
            </a:r>
            <a:r>
              <a:rPr lang="ro" sz="1500">
                <a:solidFill>
                  <a:srgbClr val="000000"/>
                </a:solidFill>
              </a:rPr>
              <a:t>: Start/Stop button</a:t>
            </a:r>
            <a:endParaRPr sz="1500">
              <a:solidFill>
                <a:srgbClr val="000000"/>
              </a:solidFill>
            </a:endParaRPr>
          </a:p>
          <a:p>
            <a:pPr indent="0" lvl="0" marL="0" rtl="0" algn="r">
              <a:spcBef>
                <a:spcPts val="0"/>
              </a:spcBef>
              <a:spcAft>
                <a:spcPts val="0"/>
              </a:spcAft>
              <a:buClr>
                <a:schemeClr val="dk1"/>
              </a:buClr>
              <a:buSzPts val="1100"/>
              <a:buFont typeface="Arial"/>
              <a:buNone/>
            </a:pPr>
            <a:r>
              <a:rPr b="1" lang="ro" sz="1500">
                <a:solidFill>
                  <a:srgbClr val="000000"/>
                </a:solidFill>
              </a:rPr>
              <a:t>Subsystem</a:t>
            </a:r>
            <a:r>
              <a:rPr lang="ro" sz="1500">
                <a:solidFill>
                  <a:srgbClr val="000000"/>
                </a:solidFill>
              </a:rPr>
              <a:t>: engine, electrical</a:t>
            </a:r>
            <a:endParaRPr sz="1500">
              <a:solidFill>
                <a:srgbClr val="000000"/>
              </a:solidFill>
            </a:endParaRPr>
          </a:p>
          <a:p>
            <a:pPr indent="0" lvl="0" marL="0" rtl="0" algn="r">
              <a:spcBef>
                <a:spcPts val="0"/>
              </a:spcBef>
              <a:spcAft>
                <a:spcPts val="0"/>
              </a:spcAft>
              <a:buClr>
                <a:schemeClr val="dk1"/>
              </a:buClr>
              <a:buSzPts val="1100"/>
              <a:buFont typeface="Arial"/>
              <a:buNone/>
            </a:pPr>
            <a:r>
              <a:rPr b="1" lang="ro" sz="1500">
                <a:solidFill>
                  <a:srgbClr val="000000"/>
                </a:solidFill>
              </a:rPr>
              <a:t>Client</a:t>
            </a:r>
            <a:r>
              <a:rPr lang="ro" sz="1500">
                <a:solidFill>
                  <a:srgbClr val="000000"/>
                </a:solidFill>
              </a:rPr>
              <a:t>: the driver starting the car</a:t>
            </a:r>
            <a:endParaRPr sz="1500">
              <a:solidFill>
                <a:srgbClr val="000000"/>
              </a:solidFill>
            </a:endParaRPr>
          </a:p>
          <a:p>
            <a:pPr indent="0" lvl="0" marL="0" rtl="0" algn="r">
              <a:spcBef>
                <a:spcPts val="0"/>
              </a:spcBef>
              <a:spcAft>
                <a:spcPts val="0"/>
              </a:spcAft>
              <a:buNone/>
            </a:pPr>
            <a:r>
              <a:t/>
            </a:r>
            <a:endParaRPr sz="1500">
              <a:solidFill>
                <a:srgbClr val="000000"/>
              </a:solidFill>
              <a:latin typeface="Barlow Semi Condensed"/>
              <a:ea typeface="Barlow Semi Condensed"/>
              <a:cs typeface="Barlow Semi Condensed"/>
              <a:sym typeface="Barlow Semi Condensed"/>
            </a:endParaRPr>
          </a:p>
        </p:txBody>
      </p:sp>
      <p:sp>
        <p:nvSpPr>
          <p:cNvPr id="2744" name="Google Shape;2744;p46"/>
          <p:cNvSpPr txBox="1"/>
          <p:nvPr>
            <p:ph type="title"/>
          </p:nvPr>
        </p:nvSpPr>
        <p:spPr>
          <a:xfrm>
            <a:off x="3090572" y="623078"/>
            <a:ext cx="29628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Analogy</a:t>
            </a:r>
            <a:endParaRPr/>
          </a:p>
        </p:txBody>
      </p:sp>
      <p:grpSp>
        <p:nvGrpSpPr>
          <p:cNvPr id="2745" name="Google Shape;2745;p46"/>
          <p:cNvGrpSpPr/>
          <p:nvPr/>
        </p:nvGrpSpPr>
        <p:grpSpPr>
          <a:xfrm>
            <a:off x="2035891" y="1905517"/>
            <a:ext cx="344622" cy="340204"/>
            <a:chOff x="6238300" y="1426975"/>
            <a:chExt cx="489450" cy="483175"/>
          </a:xfrm>
        </p:grpSpPr>
        <p:sp>
          <p:nvSpPr>
            <p:cNvPr id="2746" name="Google Shape;2746;p46"/>
            <p:cNvSpPr/>
            <p:nvPr/>
          </p:nvSpPr>
          <p:spPr>
            <a:xfrm>
              <a:off x="6238300" y="1426975"/>
              <a:ext cx="489450" cy="483175"/>
            </a:xfrm>
            <a:custGeom>
              <a:rect b="b" l="l" r="r" t="t"/>
              <a:pathLst>
                <a:path extrusionOk="0" h="19327" w="19578">
                  <a:moveTo>
                    <a:pt x="16109" y="2267"/>
                  </a:moveTo>
                  <a:lnTo>
                    <a:pt x="16109" y="4803"/>
                  </a:lnTo>
                  <a:lnTo>
                    <a:pt x="14977" y="3831"/>
                  </a:lnTo>
                  <a:lnTo>
                    <a:pt x="14977" y="2267"/>
                  </a:lnTo>
                  <a:close/>
                  <a:moveTo>
                    <a:pt x="9880" y="1135"/>
                  </a:moveTo>
                  <a:cubicBezTo>
                    <a:pt x="10011" y="1135"/>
                    <a:pt x="10142" y="1181"/>
                    <a:pt x="10248" y="1274"/>
                  </a:cubicBezTo>
                  <a:lnTo>
                    <a:pt x="18174" y="8067"/>
                  </a:lnTo>
                  <a:cubicBezTo>
                    <a:pt x="18413" y="8270"/>
                    <a:pt x="18440" y="8626"/>
                    <a:pt x="18238" y="8864"/>
                  </a:cubicBezTo>
                  <a:lnTo>
                    <a:pt x="18238" y="8861"/>
                  </a:lnTo>
                  <a:cubicBezTo>
                    <a:pt x="18129" y="8988"/>
                    <a:pt x="17972" y="9061"/>
                    <a:pt x="17809" y="9061"/>
                  </a:cubicBezTo>
                  <a:cubicBezTo>
                    <a:pt x="17673" y="9061"/>
                    <a:pt x="17540" y="9012"/>
                    <a:pt x="17440" y="8925"/>
                  </a:cubicBezTo>
                  <a:lnTo>
                    <a:pt x="10251" y="2762"/>
                  </a:lnTo>
                  <a:cubicBezTo>
                    <a:pt x="10145" y="2672"/>
                    <a:pt x="10014" y="2626"/>
                    <a:pt x="9883" y="2626"/>
                  </a:cubicBezTo>
                  <a:cubicBezTo>
                    <a:pt x="9751" y="2626"/>
                    <a:pt x="9620" y="2672"/>
                    <a:pt x="9514" y="2762"/>
                  </a:cubicBezTo>
                  <a:lnTo>
                    <a:pt x="2687" y="8553"/>
                  </a:lnTo>
                  <a:cubicBezTo>
                    <a:pt x="2657" y="8575"/>
                    <a:pt x="2633" y="8596"/>
                    <a:pt x="2609" y="8623"/>
                  </a:cubicBezTo>
                  <a:lnTo>
                    <a:pt x="2250" y="8925"/>
                  </a:lnTo>
                  <a:cubicBezTo>
                    <a:pt x="2142" y="9016"/>
                    <a:pt x="2012" y="9060"/>
                    <a:pt x="1882" y="9060"/>
                  </a:cubicBezTo>
                  <a:cubicBezTo>
                    <a:pt x="1723" y="9060"/>
                    <a:pt x="1565" y="8994"/>
                    <a:pt x="1452" y="8864"/>
                  </a:cubicBezTo>
                  <a:cubicBezTo>
                    <a:pt x="1250" y="8629"/>
                    <a:pt x="1274" y="8273"/>
                    <a:pt x="1510" y="8067"/>
                  </a:cubicBezTo>
                  <a:lnTo>
                    <a:pt x="9511" y="1274"/>
                  </a:lnTo>
                  <a:cubicBezTo>
                    <a:pt x="9617" y="1181"/>
                    <a:pt x="9748" y="1135"/>
                    <a:pt x="9880" y="1135"/>
                  </a:cubicBezTo>
                  <a:close/>
                  <a:moveTo>
                    <a:pt x="12147" y="13665"/>
                  </a:moveTo>
                  <a:lnTo>
                    <a:pt x="12147" y="18195"/>
                  </a:lnTo>
                  <a:lnTo>
                    <a:pt x="7543" y="18195"/>
                  </a:lnTo>
                  <a:lnTo>
                    <a:pt x="7543" y="13665"/>
                  </a:lnTo>
                  <a:close/>
                  <a:moveTo>
                    <a:pt x="9883" y="3937"/>
                  </a:moveTo>
                  <a:lnTo>
                    <a:pt x="16109" y="9275"/>
                  </a:lnTo>
                  <a:lnTo>
                    <a:pt x="16109" y="18195"/>
                  </a:lnTo>
                  <a:lnTo>
                    <a:pt x="13280" y="18195"/>
                  </a:lnTo>
                  <a:lnTo>
                    <a:pt x="13280" y="13101"/>
                  </a:lnTo>
                  <a:cubicBezTo>
                    <a:pt x="13280" y="12787"/>
                    <a:pt x="13026" y="12533"/>
                    <a:pt x="12712" y="12533"/>
                  </a:cubicBezTo>
                  <a:lnTo>
                    <a:pt x="6975" y="12533"/>
                  </a:lnTo>
                  <a:cubicBezTo>
                    <a:pt x="6661" y="12533"/>
                    <a:pt x="6410" y="12787"/>
                    <a:pt x="6410" y="13101"/>
                  </a:cubicBezTo>
                  <a:lnTo>
                    <a:pt x="6410" y="18195"/>
                  </a:lnTo>
                  <a:lnTo>
                    <a:pt x="3578" y="18195"/>
                  </a:lnTo>
                  <a:lnTo>
                    <a:pt x="3578" y="9281"/>
                  </a:lnTo>
                  <a:lnTo>
                    <a:pt x="9883" y="3937"/>
                  </a:lnTo>
                  <a:close/>
                  <a:moveTo>
                    <a:pt x="9883" y="0"/>
                  </a:moveTo>
                  <a:cubicBezTo>
                    <a:pt x="9489" y="0"/>
                    <a:pt x="9095" y="137"/>
                    <a:pt x="8778" y="410"/>
                  </a:cubicBezTo>
                  <a:lnTo>
                    <a:pt x="773" y="7204"/>
                  </a:lnTo>
                  <a:cubicBezTo>
                    <a:pt x="154" y="7738"/>
                    <a:pt x="0" y="8635"/>
                    <a:pt x="411" y="9345"/>
                  </a:cubicBezTo>
                  <a:cubicBezTo>
                    <a:pt x="720" y="9881"/>
                    <a:pt x="1289" y="10193"/>
                    <a:pt x="1882" y="10193"/>
                  </a:cubicBezTo>
                  <a:cubicBezTo>
                    <a:pt x="2070" y="10193"/>
                    <a:pt x="2261" y="10162"/>
                    <a:pt x="2446" y="10096"/>
                  </a:cubicBezTo>
                  <a:lnTo>
                    <a:pt x="2446" y="18762"/>
                  </a:lnTo>
                  <a:cubicBezTo>
                    <a:pt x="2446" y="19073"/>
                    <a:pt x="2699" y="19327"/>
                    <a:pt x="3010" y="19327"/>
                  </a:cubicBezTo>
                  <a:lnTo>
                    <a:pt x="16673" y="19327"/>
                  </a:lnTo>
                  <a:cubicBezTo>
                    <a:pt x="16987" y="19327"/>
                    <a:pt x="17241" y="19073"/>
                    <a:pt x="17241" y="18762"/>
                  </a:cubicBezTo>
                  <a:lnTo>
                    <a:pt x="17241" y="10096"/>
                  </a:lnTo>
                  <a:cubicBezTo>
                    <a:pt x="17431" y="10163"/>
                    <a:pt x="17623" y="10195"/>
                    <a:pt x="17809" y="10195"/>
                  </a:cubicBezTo>
                  <a:cubicBezTo>
                    <a:pt x="18756" y="10195"/>
                    <a:pt x="19578" y="9388"/>
                    <a:pt x="19500" y="8363"/>
                  </a:cubicBezTo>
                  <a:cubicBezTo>
                    <a:pt x="19466" y="7913"/>
                    <a:pt x="19255" y="7497"/>
                    <a:pt x="18914" y="7204"/>
                  </a:cubicBezTo>
                  <a:lnTo>
                    <a:pt x="17241" y="5770"/>
                  </a:lnTo>
                  <a:lnTo>
                    <a:pt x="17241" y="1702"/>
                  </a:lnTo>
                  <a:cubicBezTo>
                    <a:pt x="17241" y="1388"/>
                    <a:pt x="16987" y="1135"/>
                    <a:pt x="16676" y="1135"/>
                  </a:cubicBezTo>
                  <a:lnTo>
                    <a:pt x="14412" y="1135"/>
                  </a:lnTo>
                  <a:cubicBezTo>
                    <a:pt x="14098" y="1135"/>
                    <a:pt x="13844" y="1388"/>
                    <a:pt x="13844" y="1702"/>
                  </a:cubicBezTo>
                  <a:lnTo>
                    <a:pt x="13844" y="2862"/>
                  </a:lnTo>
                  <a:lnTo>
                    <a:pt x="10988" y="410"/>
                  </a:lnTo>
                  <a:cubicBezTo>
                    <a:pt x="10671" y="137"/>
                    <a:pt x="10277" y="0"/>
                    <a:pt x="98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747" name="Google Shape;2747;p46"/>
            <p:cNvSpPr/>
            <p:nvPr/>
          </p:nvSpPr>
          <p:spPr>
            <a:xfrm>
              <a:off x="6426850" y="1596875"/>
              <a:ext cx="115150" cy="113250"/>
            </a:xfrm>
            <a:custGeom>
              <a:rect b="b" l="l" r="r" t="t"/>
              <a:pathLst>
                <a:path extrusionOk="0" h="4530" w="4606">
                  <a:moveTo>
                    <a:pt x="3473" y="1132"/>
                  </a:moveTo>
                  <a:lnTo>
                    <a:pt x="3473" y="3397"/>
                  </a:lnTo>
                  <a:lnTo>
                    <a:pt x="1133" y="3397"/>
                  </a:lnTo>
                  <a:lnTo>
                    <a:pt x="1133" y="1132"/>
                  </a:lnTo>
                  <a:close/>
                  <a:moveTo>
                    <a:pt x="565" y="0"/>
                  </a:moveTo>
                  <a:cubicBezTo>
                    <a:pt x="251" y="0"/>
                    <a:pt x="1" y="254"/>
                    <a:pt x="1" y="568"/>
                  </a:cubicBezTo>
                  <a:lnTo>
                    <a:pt x="1" y="3965"/>
                  </a:lnTo>
                  <a:cubicBezTo>
                    <a:pt x="1" y="4276"/>
                    <a:pt x="251" y="4529"/>
                    <a:pt x="565" y="4529"/>
                  </a:cubicBezTo>
                  <a:lnTo>
                    <a:pt x="4038" y="4529"/>
                  </a:lnTo>
                  <a:cubicBezTo>
                    <a:pt x="4352" y="4529"/>
                    <a:pt x="4605" y="4276"/>
                    <a:pt x="4605" y="3965"/>
                  </a:cubicBezTo>
                  <a:lnTo>
                    <a:pt x="4605" y="568"/>
                  </a:lnTo>
                  <a:cubicBezTo>
                    <a:pt x="4605" y="254"/>
                    <a:pt x="4352" y="0"/>
                    <a:pt x="40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748" name="Google Shape;2748;p46"/>
            <p:cNvSpPr/>
            <p:nvPr/>
          </p:nvSpPr>
          <p:spPr>
            <a:xfrm>
              <a:off x="6485350" y="1796900"/>
              <a:ext cx="28325" cy="28325"/>
            </a:xfrm>
            <a:custGeom>
              <a:rect b="b" l="l" r="r" t="t"/>
              <a:pathLst>
                <a:path extrusionOk="0" h="1133" w="1133">
                  <a:moveTo>
                    <a:pt x="565" y="1"/>
                  </a:moveTo>
                  <a:cubicBezTo>
                    <a:pt x="251" y="1"/>
                    <a:pt x="1" y="254"/>
                    <a:pt x="1" y="568"/>
                  </a:cubicBezTo>
                  <a:cubicBezTo>
                    <a:pt x="1" y="879"/>
                    <a:pt x="251" y="1133"/>
                    <a:pt x="565" y="1133"/>
                  </a:cubicBezTo>
                  <a:cubicBezTo>
                    <a:pt x="879" y="1133"/>
                    <a:pt x="1133" y="879"/>
                    <a:pt x="1133" y="568"/>
                  </a:cubicBezTo>
                  <a:cubicBezTo>
                    <a:pt x="1133" y="254"/>
                    <a:pt x="879" y="1"/>
                    <a:pt x="5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749" name="Google Shape;2749;p46"/>
          <p:cNvGrpSpPr/>
          <p:nvPr/>
        </p:nvGrpSpPr>
        <p:grpSpPr>
          <a:xfrm>
            <a:off x="6569041" y="1905518"/>
            <a:ext cx="340168" cy="309628"/>
            <a:chOff x="1487200" y="4421025"/>
            <a:chExt cx="483125" cy="439750"/>
          </a:xfrm>
        </p:grpSpPr>
        <p:sp>
          <p:nvSpPr>
            <p:cNvPr id="2750" name="Google Shape;2750;p46"/>
            <p:cNvSpPr/>
            <p:nvPr/>
          </p:nvSpPr>
          <p:spPr>
            <a:xfrm>
              <a:off x="1487200" y="4421025"/>
              <a:ext cx="483125" cy="439750"/>
            </a:xfrm>
            <a:custGeom>
              <a:rect b="b" l="l" r="r" t="t"/>
              <a:pathLst>
                <a:path extrusionOk="0" h="17590" w="19325">
                  <a:moveTo>
                    <a:pt x="12818" y="1130"/>
                  </a:moveTo>
                  <a:cubicBezTo>
                    <a:pt x="14361" y="1130"/>
                    <a:pt x="15671" y="2389"/>
                    <a:pt x="15867" y="4059"/>
                  </a:cubicBezTo>
                  <a:cubicBezTo>
                    <a:pt x="15867" y="4077"/>
                    <a:pt x="15870" y="4095"/>
                    <a:pt x="15873" y="4110"/>
                  </a:cubicBezTo>
                  <a:lnTo>
                    <a:pt x="16242" y="5871"/>
                  </a:lnTo>
                  <a:lnTo>
                    <a:pt x="9406" y="5871"/>
                  </a:lnTo>
                  <a:lnTo>
                    <a:pt x="11707" y="4110"/>
                  </a:lnTo>
                  <a:cubicBezTo>
                    <a:pt x="11957" y="3920"/>
                    <a:pt x="12008" y="3561"/>
                    <a:pt x="11815" y="3310"/>
                  </a:cubicBezTo>
                  <a:cubicBezTo>
                    <a:pt x="11703" y="3166"/>
                    <a:pt x="11534" y="3091"/>
                    <a:pt x="11364" y="3091"/>
                  </a:cubicBezTo>
                  <a:cubicBezTo>
                    <a:pt x="11242" y="3091"/>
                    <a:pt x="11119" y="3130"/>
                    <a:pt x="11015" y="3211"/>
                  </a:cubicBezTo>
                  <a:lnTo>
                    <a:pt x="7618" y="5816"/>
                  </a:lnTo>
                  <a:cubicBezTo>
                    <a:pt x="7597" y="5835"/>
                    <a:pt x="7576" y="5853"/>
                    <a:pt x="7558" y="5871"/>
                  </a:cubicBezTo>
                  <a:lnTo>
                    <a:pt x="3083" y="5871"/>
                  </a:lnTo>
                  <a:lnTo>
                    <a:pt x="3451" y="4110"/>
                  </a:lnTo>
                  <a:cubicBezTo>
                    <a:pt x="3454" y="4095"/>
                    <a:pt x="3457" y="4077"/>
                    <a:pt x="3460" y="4059"/>
                  </a:cubicBezTo>
                  <a:cubicBezTo>
                    <a:pt x="3654" y="2389"/>
                    <a:pt x="4964" y="1130"/>
                    <a:pt x="6507" y="1130"/>
                  </a:cubicBezTo>
                  <a:close/>
                  <a:moveTo>
                    <a:pt x="16939" y="7021"/>
                  </a:moveTo>
                  <a:cubicBezTo>
                    <a:pt x="17631" y="7021"/>
                    <a:pt x="18192" y="7580"/>
                    <a:pt x="18192" y="8274"/>
                  </a:cubicBezTo>
                  <a:lnTo>
                    <a:pt x="18192" y="11913"/>
                  </a:lnTo>
                  <a:cubicBezTo>
                    <a:pt x="18192" y="12604"/>
                    <a:pt x="17631" y="13163"/>
                    <a:pt x="16939" y="13166"/>
                  </a:cubicBezTo>
                  <a:lnTo>
                    <a:pt x="2385" y="13166"/>
                  </a:lnTo>
                  <a:cubicBezTo>
                    <a:pt x="1694" y="13163"/>
                    <a:pt x="1132" y="12604"/>
                    <a:pt x="1132" y="11913"/>
                  </a:cubicBezTo>
                  <a:lnTo>
                    <a:pt x="1132" y="8274"/>
                  </a:lnTo>
                  <a:cubicBezTo>
                    <a:pt x="1132" y="7580"/>
                    <a:pt x="1694" y="7021"/>
                    <a:pt x="2385" y="7021"/>
                  </a:cubicBezTo>
                  <a:close/>
                  <a:moveTo>
                    <a:pt x="5813" y="14304"/>
                  </a:moveTo>
                  <a:lnTo>
                    <a:pt x="5813" y="15889"/>
                  </a:lnTo>
                  <a:cubicBezTo>
                    <a:pt x="5813" y="16203"/>
                    <a:pt x="5559" y="16457"/>
                    <a:pt x="5248" y="16457"/>
                  </a:cubicBezTo>
                  <a:lnTo>
                    <a:pt x="3874" y="16457"/>
                  </a:lnTo>
                  <a:cubicBezTo>
                    <a:pt x="3560" y="16457"/>
                    <a:pt x="3306" y="16203"/>
                    <a:pt x="3306" y="15889"/>
                  </a:cubicBezTo>
                  <a:lnTo>
                    <a:pt x="3306" y="14304"/>
                  </a:lnTo>
                  <a:close/>
                  <a:moveTo>
                    <a:pt x="16018" y="14304"/>
                  </a:moveTo>
                  <a:lnTo>
                    <a:pt x="16018" y="15889"/>
                  </a:lnTo>
                  <a:cubicBezTo>
                    <a:pt x="16018" y="16203"/>
                    <a:pt x="15765" y="16457"/>
                    <a:pt x="15454" y="16457"/>
                  </a:cubicBezTo>
                  <a:lnTo>
                    <a:pt x="14080" y="16457"/>
                  </a:lnTo>
                  <a:cubicBezTo>
                    <a:pt x="13766" y="16457"/>
                    <a:pt x="13512" y="16203"/>
                    <a:pt x="13512" y="15889"/>
                  </a:cubicBezTo>
                  <a:lnTo>
                    <a:pt x="13512" y="14304"/>
                  </a:lnTo>
                  <a:close/>
                  <a:moveTo>
                    <a:pt x="6507" y="1"/>
                  </a:moveTo>
                  <a:cubicBezTo>
                    <a:pt x="4396" y="1"/>
                    <a:pt x="2609" y="1677"/>
                    <a:pt x="2337" y="3902"/>
                  </a:cubicBezTo>
                  <a:lnTo>
                    <a:pt x="1911" y="5934"/>
                  </a:lnTo>
                  <a:cubicBezTo>
                    <a:pt x="800" y="6161"/>
                    <a:pt x="0" y="7139"/>
                    <a:pt x="0" y="8274"/>
                  </a:cubicBezTo>
                  <a:lnTo>
                    <a:pt x="0" y="11910"/>
                  </a:lnTo>
                  <a:cubicBezTo>
                    <a:pt x="3" y="13145"/>
                    <a:pt x="945" y="14177"/>
                    <a:pt x="2174" y="14286"/>
                  </a:cubicBezTo>
                  <a:lnTo>
                    <a:pt x="2174" y="15889"/>
                  </a:lnTo>
                  <a:cubicBezTo>
                    <a:pt x="2174" y="16828"/>
                    <a:pt x="2935" y="17586"/>
                    <a:pt x="3874" y="17589"/>
                  </a:cubicBezTo>
                  <a:lnTo>
                    <a:pt x="5248" y="17589"/>
                  </a:lnTo>
                  <a:cubicBezTo>
                    <a:pt x="6184" y="17586"/>
                    <a:pt x="6945" y="16828"/>
                    <a:pt x="6945" y="15889"/>
                  </a:cubicBezTo>
                  <a:lnTo>
                    <a:pt x="6945" y="14298"/>
                  </a:lnTo>
                  <a:lnTo>
                    <a:pt x="12380" y="14298"/>
                  </a:lnTo>
                  <a:lnTo>
                    <a:pt x="12380" y="15889"/>
                  </a:lnTo>
                  <a:cubicBezTo>
                    <a:pt x="12380" y="16828"/>
                    <a:pt x="13141" y="17586"/>
                    <a:pt x="14080" y="17589"/>
                  </a:cubicBezTo>
                  <a:lnTo>
                    <a:pt x="15454" y="17589"/>
                  </a:lnTo>
                  <a:cubicBezTo>
                    <a:pt x="16390" y="17586"/>
                    <a:pt x="17151" y="16828"/>
                    <a:pt x="17151" y="15889"/>
                  </a:cubicBezTo>
                  <a:lnTo>
                    <a:pt x="17151" y="14286"/>
                  </a:lnTo>
                  <a:cubicBezTo>
                    <a:pt x="18380" y="14177"/>
                    <a:pt x="19322" y="13145"/>
                    <a:pt x="19325" y="11913"/>
                  </a:cubicBezTo>
                  <a:lnTo>
                    <a:pt x="19325" y="8274"/>
                  </a:lnTo>
                  <a:cubicBezTo>
                    <a:pt x="19325" y="7139"/>
                    <a:pt x="18524" y="6161"/>
                    <a:pt x="17413" y="5934"/>
                  </a:cubicBezTo>
                  <a:lnTo>
                    <a:pt x="16988" y="3902"/>
                  </a:lnTo>
                  <a:cubicBezTo>
                    <a:pt x="16716" y="1677"/>
                    <a:pt x="14928" y="1"/>
                    <a:pt x="128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751" name="Google Shape;2751;p46"/>
            <p:cNvSpPr/>
            <p:nvPr/>
          </p:nvSpPr>
          <p:spPr>
            <a:xfrm>
              <a:off x="1544950" y="4622200"/>
              <a:ext cx="103950" cy="100025"/>
            </a:xfrm>
            <a:custGeom>
              <a:rect b="b" l="l" r="r" t="t"/>
              <a:pathLst>
                <a:path extrusionOk="0" h="4001" w="4158">
                  <a:moveTo>
                    <a:pt x="2152" y="1131"/>
                  </a:moveTo>
                  <a:cubicBezTo>
                    <a:pt x="2599" y="1131"/>
                    <a:pt x="3025" y="1477"/>
                    <a:pt x="3025" y="2000"/>
                  </a:cubicBezTo>
                  <a:cubicBezTo>
                    <a:pt x="3025" y="2480"/>
                    <a:pt x="2639" y="2869"/>
                    <a:pt x="2159" y="2869"/>
                  </a:cubicBezTo>
                  <a:cubicBezTo>
                    <a:pt x="1386" y="2869"/>
                    <a:pt x="996" y="1933"/>
                    <a:pt x="1543" y="1387"/>
                  </a:cubicBezTo>
                  <a:cubicBezTo>
                    <a:pt x="1721" y="1210"/>
                    <a:pt x="1939" y="1131"/>
                    <a:pt x="2152" y="1131"/>
                  </a:cubicBezTo>
                  <a:close/>
                  <a:moveTo>
                    <a:pt x="2159" y="1"/>
                  </a:moveTo>
                  <a:cubicBezTo>
                    <a:pt x="1350" y="1"/>
                    <a:pt x="619" y="487"/>
                    <a:pt x="311" y="1233"/>
                  </a:cubicBezTo>
                  <a:cubicBezTo>
                    <a:pt x="0" y="1982"/>
                    <a:pt x="172" y="2842"/>
                    <a:pt x="743" y="3413"/>
                  </a:cubicBezTo>
                  <a:cubicBezTo>
                    <a:pt x="1127" y="3796"/>
                    <a:pt x="1639" y="4001"/>
                    <a:pt x="2159" y="4001"/>
                  </a:cubicBezTo>
                  <a:cubicBezTo>
                    <a:pt x="2416" y="4001"/>
                    <a:pt x="2676" y="3951"/>
                    <a:pt x="2923" y="3848"/>
                  </a:cubicBezTo>
                  <a:cubicBezTo>
                    <a:pt x="3672" y="3540"/>
                    <a:pt x="4158" y="2809"/>
                    <a:pt x="4158" y="2000"/>
                  </a:cubicBezTo>
                  <a:cubicBezTo>
                    <a:pt x="4158" y="895"/>
                    <a:pt x="3261" y="1"/>
                    <a:pt x="2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752" name="Google Shape;2752;p46"/>
            <p:cNvSpPr/>
            <p:nvPr/>
          </p:nvSpPr>
          <p:spPr>
            <a:xfrm>
              <a:off x="1804675" y="4622200"/>
              <a:ext cx="103975" cy="100025"/>
            </a:xfrm>
            <a:custGeom>
              <a:rect b="b" l="l" r="r" t="t"/>
              <a:pathLst>
                <a:path extrusionOk="0" h="4001" w="4159">
                  <a:moveTo>
                    <a:pt x="2152" y="1131"/>
                  </a:moveTo>
                  <a:cubicBezTo>
                    <a:pt x="2598" y="1131"/>
                    <a:pt x="3026" y="1477"/>
                    <a:pt x="3026" y="2000"/>
                  </a:cubicBezTo>
                  <a:cubicBezTo>
                    <a:pt x="3026" y="2480"/>
                    <a:pt x="2637" y="2869"/>
                    <a:pt x="2157" y="2869"/>
                  </a:cubicBezTo>
                  <a:cubicBezTo>
                    <a:pt x="1384" y="2869"/>
                    <a:pt x="997" y="1933"/>
                    <a:pt x="1544" y="1387"/>
                  </a:cubicBezTo>
                  <a:cubicBezTo>
                    <a:pt x="1721" y="1210"/>
                    <a:pt x="1938" y="1131"/>
                    <a:pt x="2152" y="1131"/>
                  </a:cubicBezTo>
                  <a:close/>
                  <a:moveTo>
                    <a:pt x="2157" y="1"/>
                  </a:moveTo>
                  <a:cubicBezTo>
                    <a:pt x="1348" y="1"/>
                    <a:pt x="620" y="487"/>
                    <a:pt x="309" y="1233"/>
                  </a:cubicBezTo>
                  <a:cubicBezTo>
                    <a:pt x="1" y="1982"/>
                    <a:pt x="170" y="2842"/>
                    <a:pt x="744" y="3413"/>
                  </a:cubicBezTo>
                  <a:cubicBezTo>
                    <a:pt x="1125" y="3796"/>
                    <a:pt x="1637" y="4001"/>
                    <a:pt x="2158" y="4001"/>
                  </a:cubicBezTo>
                  <a:cubicBezTo>
                    <a:pt x="2416" y="4001"/>
                    <a:pt x="2676" y="3951"/>
                    <a:pt x="2924" y="3848"/>
                  </a:cubicBezTo>
                  <a:cubicBezTo>
                    <a:pt x="3670" y="3540"/>
                    <a:pt x="4159" y="2809"/>
                    <a:pt x="4159" y="2000"/>
                  </a:cubicBezTo>
                  <a:cubicBezTo>
                    <a:pt x="4156" y="895"/>
                    <a:pt x="3262" y="1"/>
                    <a:pt x="21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753" name="Google Shape;2753;p46"/>
            <p:cNvSpPr/>
            <p:nvPr/>
          </p:nvSpPr>
          <p:spPr>
            <a:xfrm>
              <a:off x="1667450" y="4661825"/>
              <a:ext cx="119825" cy="28350"/>
            </a:xfrm>
            <a:custGeom>
              <a:rect b="b" l="l" r="r" t="t"/>
              <a:pathLst>
                <a:path extrusionOk="0" h="1134" w="4793">
                  <a:moveTo>
                    <a:pt x="565" y="1"/>
                  </a:moveTo>
                  <a:cubicBezTo>
                    <a:pt x="251" y="1"/>
                    <a:pt x="1" y="252"/>
                    <a:pt x="1" y="566"/>
                  </a:cubicBezTo>
                  <a:cubicBezTo>
                    <a:pt x="1" y="880"/>
                    <a:pt x="251" y="1133"/>
                    <a:pt x="565" y="1133"/>
                  </a:cubicBezTo>
                  <a:lnTo>
                    <a:pt x="4228" y="1133"/>
                  </a:lnTo>
                  <a:cubicBezTo>
                    <a:pt x="4539" y="1133"/>
                    <a:pt x="4792" y="880"/>
                    <a:pt x="4792" y="566"/>
                  </a:cubicBezTo>
                  <a:cubicBezTo>
                    <a:pt x="4792" y="252"/>
                    <a:pt x="4539" y="1"/>
                    <a:pt x="42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754" name="Google Shape;2754;p46"/>
          <p:cNvSpPr txBox="1"/>
          <p:nvPr>
            <p:ph idx="9" type="subTitle"/>
          </p:nvPr>
        </p:nvSpPr>
        <p:spPr>
          <a:xfrm>
            <a:off x="3597425" y="2244298"/>
            <a:ext cx="19491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1900"/>
              <a:t>Digital Camera</a:t>
            </a:r>
            <a:endParaRPr sz="1900"/>
          </a:p>
        </p:txBody>
      </p:sp>
      <p:sp>
        <p:nvSpPr>
          <p:cNvPr id="2755" name="Google Shape;2755;p46"/>
          <p:cNvSpPr txBox="1"/>
          <p:nvPr>
            <p:ph idx="13" type="subTitle"/>
          </p:nvPr>
        </p:nvSpPr>
        <p:spPr>
          <a:xfrm>
            <a:off x="3597475" y="2584355"/>
            <a:ext cx="1949100" cy="61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ro">
                <a:solidFill>
                  <a:srgbClr val="000000"/>
                </a:solidFill>
              </a:rPr>
              <a:t>Facade</a:t>
            </a:r>
            <a:r>
              <a:rPr lang="ro">
                <a:solidFill>
                  <a:srgbClr val="000000"/>
                </a:solidFill>
              </a:rPr>
              <a:t>: “Capture” button</a:t>
            </a:r>
            <a:endParaRPr>
              <a:solidFill>
                <a:srgbClr val="000000"/>
              </a:solidFill>
            </a:endParaRPr>
          </a:p>
          <a:p>
            <a:pPr indent="0" lvl="0" marL="0" rtl="0" algn="ctr">
              <a:spcBef>
                <a:spcPts val="0"/>
              </a:spcBef>
              <a:spcAft>
                <a:spcPts val="0"/>
              </a:spcAft>
              <a:buClr>
                <a:schemeClr val="dk1"/>
              </a:buClr>
              <a:buSzPts val="1100"/>
              <a:buFont typeface="Arial"/>
              <a:buNone/>
            </a:pPr>
            <a:r>
              <a:rPr b="1" lang="ro">
                <a:solidFill>
                  <a:srgbClr val="000000"/>
                </a:solidFill>
              </a:rPr>
              <a:t>Subsystem</a:t>
            </a:r>
            <a:r>
              <a:rPr lang="ro">
                <a:solidFill>
                  <a:srgbClr val="000000"/>
                </a:solidFill>
              </a:rPr>
              <a:t>: lens, shutter, image sensor, processor, storage</a:t>
            </a:r>
            <a:endParaRPr>
              <a:solidFill>
                <a:srgbClr val="000000"/>
              </a:solidFill>
            </a:endParaRPr>
          </a:p>
          <a:p>
            <a:pPr indent="0" lvl="0" marL="0" rtl="0" algn="ctr">
              <a:spcBef>
                <a:spcPts val="0"/>
              </a:spcBef>
              <a:spcAft>
                <a:spcPts val="0"/>
              </a:spcAft>
              <a:buClr>
                <a:schemeClr val="dk1"/>
              </a:buClr>
              <a:buSzPts val="1100"/>
              <a:buFont typeface="Arial"/>
              <a:buNone/>
            </a:pPr>
            <a:r>
              <a:rPr b="1" lang="ro">
                <a:solidFill>
                  <a:srgbClr val="000000"/>
                </a:solidFill>
              </a:rPr>
              <a:t>Client</a:t>
            </a:r>
            <a:r>
              <a:rPr lang="ro">
                <a:solidFill>
                  <a:srgbClr val="000000"/>
                </a:solidFill>
              </a:rPr>
              <a:t>: </a:t>
            </a:r>
            <a:r>
              <a:rPr lang="ro">
                <a:solidFill>
                  <a:srgbClr val="000000"/>
                </a:solidFill>
              </a:rPr>
              <a:t>user pressing the button</a:t>
            </a:r>
            <a:endParaRPr>
              <a:solidFill>
                <a:srgbClr val="000000"/>
              </a:solidFill>
            </a:endParaRPr>
          </a:p>
        </p:txBody>
      </p:sp>
      <p:grpSp>
        <p:nvGrpSpPr>
          <p:cNvPr id="2756" name="Google Shape;2756;p46"/>
          <p:cNvGrpSpPr/>
          <p:nvPr/>
        </p:nvGrpSpPr>
        <p:grpSpPr>
          <a:xfrm>
            <a:off x="4401892" y="1905520"/>
            <a:ext cx="340168" cy="298978"/>
            <a:chOff x="892750" y="267400"/>
            <a:chExt cx="483125" cy="424625"/>
          </a:xfrm>
        </p:grpSpPr>
        <p:sp>
          <p:nvSpPr>
            <p:cNvPr id="2757" name="Google Shape;2757;p46"/>
            <p:cNvSpPr/>
            <p:nvPr/>
          </p:nvSpPr>
          <p:spPr>
            <a:xfrm>
              <a:off x="892750" y="267400"/>
              <a:ext cx="483125" cy="424625"/>
            </a:xfrm>
            <a:custGeom>
              <a:rect b="b" l="l" r="r" t="t"/>
              <a:pathLst>
                <a:path extrusionOk="0" h="16985" w="19325">
                  <a:moveTo>
                    <a:pt x="2832" y="1133"/>
                  </a:moveTo>
                  <a:cubicBezTo>
                    <a:pt x="3143" y="1133"/>
                    <a:pt x="3397" y="1383"/>
                    <a:pt x="3397" y="1697"/>
                  </a:cubicBezTo>
                  <a:lnTo>
                    <a:pt x="3397" y="2265"/>
                  </a:lnTo>
                  <a:lnTo>
                    <a:pt x="2265" y="2265"/>
                  </a:lnTo>
                  <a:lnTo>
                    <a:pt x="2265" y="1697"/>
                  </a:lnTo>
                  <a:cubicBezTo>
                    <a:pt x="2265" y="1383"/>
                    <a:pt x="2518" y="1133"/>
                    <a:pt x="2832" y="1133"/>
                  </a:cubicBezTo>
                  <a:close/>
                  <a:moveTo>
                    <a:pt x="11927" y="1133"/>
                  </a:moveTo>
                  <a:cubicBezTo>
                    <a:pt x="12241" y="1133"/>
                    <a:pt x="12494" y="1383"/>
                    <a:pt x="12494" y="1697"/>
                  </a:cubicBezTo>
                  <a:lnTo>
                    <a:pt x="12494" y="2265"/>
                  </a:lnTo>
                  <a:lnTo>
                    <a:pt x="6833" y="2265"/>
                  </a:lnTo>
                  <a:lnTo>
                    <a:pt x="6833" y="1697"/>
                  </a:lnTo>
                  <a:cubicBezTo>
                    <a:pt x="6833" y="1383"/>
                    <a:pt x="7084" y="1133"/>
                    <a:pt x="7398" y="1133"/>
                  </a:cubicBezTo>
                  <a:close/>
                  <a:moveTo>
                    <a:pt x="17628" y="3397"/>
                  </a:moveTo>
                  <a:cubicBezTo>
                    <a:pt x="17939" y="3397"/>
                    <a:pt x="18192" y="3648"/>
                    <a:pt x="18192" y="3962"/>
                  </a:cubicBezTo>
                  <a:lnTo>
                    <a:pt x="18192" y="4530"/>
                  </a:lnTo>
                  <a:lnTo>
                    <a:pt x="17628" y="4530"/>
                  </a:lnTo>
                  <a:cubicBezTo>
                    <a:pt x="16688" y="4530"/>
                    <a:pt x="15928" y="5288"/>
                    <a:pt x="15928" y="6227"/>
                  </a:cubicBezTo>
                  <a:lnTo>
                    <a:pt x="15928" y="9059"/>
                  </a:lnTo>
                  <a:lnTo>
                    <a:pt x="13584" y="9059"/>
                  </a:lnTo>
                  <a:cubicBezTo>
                    <a:pt x="13304" y="7108"/>
                    <a:pt x="11631" y="5662"/>
                    <a:pt x="9662" y="5662"/>
                  </a:cubicBezTo>
                  <a:cubicBezTo>
                    <a:pt x="7694" y="5662"/>
                    <a:pt x="6021" y="7108"/>
                    <a:pt x="5740" y="9059"/>
                  </a:cubicBezTo>
                  <a:lnTo>
                    <a:pt x="3397" y="9059"/>
                  </a:lnTo>
                  <a:lnTo>
                    <a:pt x="3397" y="6227"/>
                  </a:lnTo>
                  <a:cubicBezTo>
                    <a:pt x="3397" y="5288"/>
                    <a:pt x="2636" y="4530"/>
                    <a:pt x="1700" y="4530"/>
                  </a:cubicBezTo>
                  <a:lnTo>
                    <a:pt x="1132" y="4530"/>
                  </a:lnTo>
                  <a:lnTo>
                    <a:pt x="1132" y="3962"/>
                  </a:lnTo>
                  <a:cubicBezTo>
                    <a:pt x="1132" y="3648"/>
                    <a:pt x="1386" y="3397"/>
                    <a:pt x="1700" y="3397"/>
                  </a:cubicBezTo>
                  <a:close/>
                  <a:moveTo>
                    <a:pt x="9663" y="6793"/>
                  </a:moveTo>
                  <a:cubicBezTo>
                    <a:pt x="10399" y="6793"/>
                    <a:pt x="11123" y="7080"/>
                    <a:pt x="11664" y="7622"/>
                  </a:cubicBezTo>
                  <a:cubicBezTo>
                    <a:pt x="12473" y="8431"/>
                    <a:pt x="12715" y="9648"/>
                    <a:pt x="12277" y="10708"/>
                  </a:cubicBezTo>
                  <a:cubicBezTo>
                    <a:pt x="11839" y="11764"/>
                    <a:pt x="10807" y="12456"/>
                    <a:pt x="9662" y="12456"/>
                  </a:cubicBezTo>
                  <a:cubicBezTo>
                    <a:pt x="8098" y="12453"/>
                    <a:pt x="6833" y="11188"/>
                    <a:pt x="6833" y="9624"/>
                  </a:cubicBezTo>
                  <a:cubicBezTo>
                    <a:pt x="6833" y="8479"/>
                    <a:pt x="7521" y="7447"/>
                    <a:pt x="8578" y="7009"/>
                  </a:cubicBezTo>
                  <a:cubicBezTo>
                    <a:pt x="8929" y="6864"/>
                    <a:pt x="9298" y="6793"/>
                    <a:pt x="9663" y="6793"/>
                  </a:cubicBezTo>
                  <a:close/>
                  <a:moveTo>
                    <a:pt x="1700" y="5662"/>
                  </a:moveTo>
                  <a:cubicBezTo>
                    <a:pt x="2011" y="5662"/>
                    <a:pt x="2265" y="5913"/>
                    <a:pt x="2265" y="6227"/>
                  </a:cubicBezTo>
                  <a:lnTo>
                    <a:pt x="2265" y="13020"/>
                  </a:lnTo>
                  <a:cubicBezTo>
                    <a:pt x="2265" y="13334"/>
                    <a:pt x="2011" y="13588"/>
                    <a:pt x="1700" y="13588"/>
                  </a:cubicBezTo>
                  <a:lnTo>
                    <a:pt x="1132" y="13588"/>
                  </a:lnTo>
                  <a:lnTo>
                    <a:pt x="1132" y="5662"/>
                  </a:lnTo>
                  <a:close/>
                  <a:moveTo>
                    <a:pt x="18192" y="5662"/>
                  </a:moveTo>
                  <a:lnTo>
                    <a:pt x="18192" y="13588"/>
                  </a:lnTo>
                  <a:lnTo>
                    <a:pt x="17628" y="13588"/>
                  </a:lnTo>
                  <a:cubicBezTo>
                    <a:pt x="17314" y="13588"/>
                    <a:pt x="17060" y="13334"/>
                    <a:pt x="17060" y="13020"/>
                  </a:cubicBezTo>
                  <a:lnTo>
                    <a:pt x="17060" y="6227"/>
                  </a:lnTo>
                  <a:cubicBezTo>
                    <a:pt x="17060" y="5913"/>
                    <a:pt x="17314" y="5662"/>
                    <a:pt x="17628" y="5662"/>
                  </a:cubicBezTo>
                  <a:close/>
                  <a:moveTo>
                    <a:pt x="15928" y="10191"/>
                  </a:moveTo>
                  <a:lnTo>
                    <a:pt x="15928" y="13020"/>
                  </a:lnTo>
                  <a:cubicBezTo>
                    <a:pt x="15928" y="13959"/>
                    <a:pt x="16688" y="14717"/>
                    <a:pt x="17628" y="14720"/>
                  </a:cubicBezTo>
                  <a:lnTo>
                    <a:pt x="18192" y="14720"/>
                  </a:lnTo>
                  <a:lnTo>
                    <a:pt x="18192" y="15285"/>
                  </a:lnTo>
                  <a:cubicBezTo>
                    <a:pt x="18192" y="15599"/>
                    <a:pt x="17939" y="15853"/>
                    <a:pt x="17628" y="15853"/>
                  </a:cubicBezTo>
                  <a:lnTo>
                    <a:pt x="1700" y="15853"/>
                  </a:lnTo>
                  <a:cubicBezTo>
                    <a:pt x="1386" y="15853"/>
                    <a:pt x="1132" y="15599"/>
                    <a:pt x="1132" y="15285"/>
                  </a:cubicBezTo>
                  <a:lnTo>
                    <a:pt x="1132" y="14720"/>
                  </a:lnTo>
                  <a:lnTo>
                    <a:pt x="1700" y="14720"/>
                  </a:lnTo>
                  <a:cubicBezTo>
                    <a:pt x="2636" y="14717"/>
                    <a:pt x="3397" y="13959"/>
                    <a:pt x="3397" y="13020"/>
                  </a:cubicBezTo>
                  <a:lnTo>
                    <a:pt x="3397" y="10191"/>
                  </a:lnTo>
                  <a:lnTo>
                    <a:pt x="5740" y="10191"/>
                  </a:lnTo>
                  <a:cubicBezTo>
                    <a:pt x="6021" y="12139"/>
                    <a:pt x="7694" y="13585"/>
                    <a:pt x="9662" y="13585"/>
                  </a:cubicBezTo>
                  <a:cubicBezTo>
                    <a:pt x="11631" y="13585"/>
                    <a:pt x="13304" y="12139"/>
                    <a:pt x="13584" y="10191"/>
                  </a:cubicBezTo>
                  <a:close/>
                  <a:moveTo>
                    <a:pt x="2832" y="1"/>
                  </a:moveTo>
                  <a:cubicBezTo>
                    <a:pt x="1893" y="1"/>
                    <a:pt x="1132" y="758"/>
                    <a:pt x="1132" y="1697"/>
                  </a:cubicBezTo>
                  <a:lnTo>
                    <a:pt x="1132" y="2362"/>
                  </a:lnTo>
                  <a:cubicBezTo>
                    <a:pt x="453" y="2600"/>
                    <a:pt x="0" y="3243"/>
                    <a:pt x="0" y="3962"/>
                  </a:cubicBezTo>
                  <a:lnTo>
                    <a:pt x="0" y="15285"/>
                  </a:lnTo>
                  <a:cubicBezTo>
                    <a:pt x="0" y="16224"/>
                    <a:pt x="761" y="16982"/>
                    <a:pt x="1700" y="16985"/>
                  </a:cubicBezTo>
                  <a:lnTo>
                    <a:pt x="17628" y="16985"/>
                  </a:lnTo>
                  <a:cubicBezTo>
                    <a:pt x="18564" y="16982"/>
                    <a:pt x="19324" y="16224"/>
                    <a:pt x="19324" y="15285"/>
                  </a:cubicBezTo>
                  <a:lnTo>
                    <a:pt x="19324" y="3962"/>
                  </a:lnTo>
                  <a:cubicBezTo>
                    <a:pt x="19324" y="3023"/>
                    <a:pt x="18564" y="2265"/>
                    <a:pt x="17628" y="2265"/>
                  </a:cubicBezTo>
                  <a:lnTo>
                    <a:pt x="13627" y="2265"/>
                  </a:lnTo>
                  <a:lnTo>
                    <a:pt x="13627" y="1697"/>
                  </a:lnTo>
                  <a:cubicBezTo>
                    <a:pt x="13624" y="758"/>
                    <a:pt x="12866" y="1"/>
                    <a:pt x="11927" y="1"/>
                  </a:cubicBezTo>
                  <a:lnTo>
                    <a:pt x="7398" y="1"/>
                  </a:lnTo>
                  <a:cubicBezTo>
                    <a:pt x="6459" y="1"/>
                    <a:pt x="5701" y="758"/>
                    <a:pt x="5701" y="1697"/>
                  </a:cubicBezTo>
                  <a:lnTo>
                    <a:pt x="5701" y="2265"/>
                  </a:lnTo>
                  <a:lnTo>
                    <a:pt x="4529" y="2265"/>
                  </a:lnTo>
                  <a:lnTo>
                    <a:pt x="4529" y="1697"/>
                  </a:lnTo>
                  <a:cubicBezTo>
                    <a:pt x="4529" y="758"/>
                    <a:pt x="3768" y="1"/>
                    <a:pt x="28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758" name="Google Shape;2758;p46"/>
            <p:cNvSpPr/>
            <p:nvPr/>
          </p:nvSpPr>
          <p:spPr>
            <a:xfrm>
              <a:off x="1091875" y="465500"/>
              <a:ext cx="88275" cy="85000"/>
            </a:xfrm>
            <a:custGeom>
              <a:rect b="b" l="l" r="r" t="t"/>
              <a:pathLst>
                <a:path extrusionOk="0" h="3400" w="3531">
                  <a:moveTo>
                    <a:pt x="1697" y="1135"/>
                  </a:moveTo>
                  <a:cubicBezTo>
                    <a:pt x="2201"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2"/>
                    <a:pt x="1048" y="129"/>
                  </a:cubicBezTo>
                  <a:cubicBezTo>
                    <a:pt x="414" y="392"/>
                    <a:pt x="0" y="1011"/>
                    <a:pt x="0" y="1700"/>
                  </a:cubicBezTo>
                  <a:cubicBezTo>
                    <a:pt x="0" y="2639"/>
                    <a:pt x="758" y="3396"/>
                    <a:pt x="1697" y="3399"/>
                  </a:cubicBezTo>
                  <a:cubicBezTo>
                    <a:pt x="2386" y="3399"/>
                    <a:pt x="3005" y="2983"/>
                    <a:pt x="3267" y="2349"/>
                  </a:cubicBezTo>
                  <a:cubicBezTo>
                    <a:pt x="3530" y="1715"/>
                    <a:pt x="3385" y="984"/>
                    <a:pt x="2899" y="498"/>
                  </a:cubicBezTo>
                  <a:cubicBezTo>
                    <a:pt x="2574" y="173"/>
                    <a:pt x="2139" y="0"/>
                    <a:pt x="16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759" name="Google Shape;2759;p46"/>
            <p:cNvSpPr/>
            <p:nvPr/>
          </p:nvSpPr>
          <p:spPr>
            <a:xfrm>
              <a:off x="1005975" y="380625"/>
              <a:ext cx="28325" cy="28350"/>
            </a:xfrm>
            <a:custGeom>
              <a:rect b="b" l="l" r="r" t="t"/>
              <a:pathLst>
                <a:path extrusionOk="0" h="1134" w="1133">
                  <a:moveTo>
                    <a:pt x="568" y="1"/>
                  </a:moveTo>
                  <a:cubicBezTo>
                    <a:pt x="254" y="1"/>
                    <a:pt x="0" y="251"/>
                    <a:pt x="0" y="565"/>
                  </a:cubicBezTo>
                  <a:cubicBezTo>
                    <a:pt x="0" y="879"/>
                    <a:pt x="254" y="1133"/>
                    <a:pt x="568" y="1133"/>
                  </a:cubicBezTo>
                  <a:cubicBezTo>
                    <a:pt x="879" y="1133"/>
                    <a:pt x="1132" y="879"/>
                    <a:pt x="1132" y="565"/>
                  </a:cubicBezTo>
                  <a:cubicBezTo>
                    <a:pt x="1132" y="251"/>
                    <a:pt x="879" y="1"/>
                    <a:pt x="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3" name="Shape 2763"/>
        <p:cNvGrpSpPr/>
        <p:nvPr/>
      </p:nvGrpSpPr>
      <p:grpSpPr>
        <a:xfrm>
          <a:off x="0" y="0"/>
          <a:ext cx="0" cy="0"/>
          <a:chOff x="0" y="0"/>
          <a:chExt cx="0" cy="0"/>
        </a:xfrm>
      </p:grpSpPr>
      <p:grpSp>
        <p:nvGrpSpPr>
          <p:cNvPr id="2764" name="Google Shape;2764;p47"/>
          <p:cNvGrpSpPr/>
          <p:nvPr/>
        </p:nvGrpSpPr>
        <p:grpSpPr>
          <a:xfrm>
            <a:off x="1621649" y="2106974"/>
            <a:ext cx="5449042" cy="1517351"/>
            <a:chOff x="1621724" y="2106974"/>
            <a:chExt cx="5449042" cy="1517351"/>
          </a:xfrm>
        </p:grpSpPr>
        <p:cxnSp>
          <p:nvCxnSpPr>
            <p:cNvPr id="2765" name="Google Shape;2765;p47"/>
            <p:cNvCxnSpPr/>
            <p:nvPr/>
          </p:nvCxnSpPr>
          <p:spPr>
            <a:xfrm>
              <a:off x="3752008" y="3186309"/>
              <a:ext cx="0" cy="358200"/>
            </a:xfrm>
            <a:prstGeom prst="straightConnector1">
              <a:avLst/>
            </a:prstGeom>
            <a:noFill/>
            <a:ln cap="flat" cmpd="sng" w="9525">
              <a:solidFill>
                <a:schemeClr val="dk2"/>
              </a:solidFill>
              <a:prstDash val="solid"/>
              <a:round/>
              <a:headEnd len="med" w="med" type="none"/>
              <a:tailEnd len="med" w="med" type="none"/>
            </a:ln>
          </p:spPr>
        </p:cxnSp>
        <p:grpSp>
          <p:nvGrpSpPr>
            <p:cNvPr id="2766" name="Google Shape;2766;p47"/>
            <p:cNvGrpSpPr/>
            <p:nvPr/>
          </p:nvGrpSpPr>
          <p:grpSpPr>
            <a:xfrm>
              <a:off x="3261117" y="2393765"/>
              <a:ext cx="983016" cy="983016"/>
              <a:chOff x="3347725" y="2480342"/>
              <a:chExt cx="810000" cy="810000"/>
            </a:xfrm>
          </p:grpSpPr>
          <p:sp>
            <p:nvSpPr>
              <p:cNvPr id="2767" name="Google Shape;2767;p47"/>
              <p:cNvSpPr/>
              <p:nvPr/>
            </p:nvSpPr>
            <p:spPr>
              <a:xfrm>
                <a:off x="3347725" y="2480342"/>
                <a:ext cx="810000" cy="8100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47"/>
              <p:cNvSpPr/>
              <p:nvPr/>
            </p:nvSpPr>
            <p:spPr>
              <a:xfrm>
                <a:off x="3451091" y="2583719"/>
                <a:ext cx="603600" cy="6036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9" name="Google Shape;2769;p47"/>
            <p:cNvGrpSpPr/>
            <p:nvPr/>
          </p:nvGrpSpPr>
          <p:grpSpPr>
            <a:xfrm>
              <a:off x="4899976" y="2393376"/>
              <a:ext cx="983218" cy="983218"/>
              <a:chOff x="4987056" y="2480342"/>
              <a:chExt cx="809100" cy="809100"/>
            </a:xfrm>
          </p:grpSpPr>
          <p:sp>
            <p:nvSpPr>
              <p:cNvPr id="2770" name="Google Shape;2770;p47"/>
              <p:cNvSpPr/>
              <p:nvPr/>
            </p:nvSpPr>
            <p:spPr>
              <a:xfrm>
                <a:off x="4987056" y="2480342"/>
                <a:ext cx="809100" cy="8091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7"/>
              <p:cNvSpPr/>
              <p:nvPr/>
            </p:nvSpPr>
            <p:spPr>
              <a:xfrm>
                <a:off x="5090423" y="2583719"/>
                <a:ext cx="602400" cy="6024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772" name="Google Shape;2772;p47"/>
            <p:cNvCxnSpPr>
              <a:stCxn id="2773" idx="0"/>
            </p:cNvCxnSpPr>
            <p:nvPr/>
          </p:nvCxnSpPr>
          <p:spPr>
            <a:xfrm rot="10800000">
              <a:off x="2113474" y="2122227"/>
              <a:ext cx="0" cy="397200"/>
            </a:xfrm>
            <a:prstGeom prst="straightConnector1">
              <a:avLst/>
            </a:prstGeom>
            <a:noFill/>
            <a:ln cap="flat" cmpd="sng" w="9525">
              <a:solidFill>
                <a:schemeClr val="dk2"/>
              </a:solidFill>
              <a:prstDash val="solid"/>
              <a:round/>
              <a:headEnd len="med" w="med" type="none"/>
              <a:tailEnd len="med" w="med" type="none"/>
            </a:ln>
          </p:spPr>
        </p:cxnSp>
        <p:grpSp>
          <p:nvGrpSpPr>
            <p:cNvPr id="2774" name="Google Shape;2774;p47"/>
            <p:cNvGrpSpPr/>
            <p:nvPr/>
          </p:nvGrpSpPr>
          <p:grpSpPr>
            <a:xfrm>
              <a:off x="1621724" y="2393805"/>
              <a:ext cx="983056" cy="983421"/>
              <a:chOff x="1708681" y="2480698"/>
              <a:chExt cx="809100" cy="809400"/>
            </a:xfrm>
          </p:grpSpPr>
          <p:sp>
            <p:nvSpPr>
              <p:cNvPr id="2775" name="Google Shape;2775;p47"/>
              <p:cNvSpPr/>
              <p:nvPr/>
            </p:nvSpPr>
            <p:spPr>
              <a:xfrm>
                <a:off x="1708681" y="2480698"/>
                <a:ext cx="809100" cy="8094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47"/>
              <p:cNvSpPr/>
              <p:nvPr/>
            </p:nvSpPr>
            <p:spPr>
              <a:xfrm>
                <a:off x="1812063" y="2584091"/>
                <a:ext cx="602700" cy="602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6" name="Google Shape;2776;p47"/>
            <p:cNvSpPr/>
            <p:nvPr/>
          </p:nvSpPr>
          <p:spPr>
            <a:xfrm>
              <a:off x="2073125" y="2106975"/>
              <a:ext cx="79800" cy="79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47"/>
            <p:cNvSpPr/>
            <p:nvPr/>
          </p:nvSpPr>
          <p:spPr>
            <a:xfrm>
              <a:off x="5351645" y="2106974"/>
              <a:ext cx="79800" cy="798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47"/>
            <p:cNvSpPr/>
            <p:nvPr/>
          </p:nvSpPr>
          <p:spPr>
            <a:xfrm>
              <a:off x="3711575" y="3544525"/>
              <a:ext cx="79800" cy="79800"/>
            </a:xfrm>
            <a:prstGeom prst="ellipse">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47"/>
            <p:cNvSpPr/>
            <p:nvPr/>
          </p:nvSpPr>
          <p:spPr>
            <a:xfrm>
              <a:off x="6990966" y="3544525"/>
              <a:ext cx="79800" cy="79800"/>
            </a:xfrm>
            <a:prstGeom prst="ellipse">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80" name="Google Shape;2780;p47"/>
            <p:cNvCxnSpPr>
              <a:stCxn id="2771" idx="0"/>
            </p:cNvCxnSpPr>
            <p:nvPr/>
          </p:nvCxnSpPr>
          <p:spPr>
            <a:xfrm rot="10800000">
              <a:off x="5391605" y="2122099"/>
              <a:ext cx="0" cy="396900"/>
            </a:xfrm>
            <a:prstGeom prst="straightConnector1">
              <a:avLst/>
            </a:prstGeom>
            <a:noFill/>
            <a:ln cap="flat" cmpd="sng" w="9525">
              <a:solidFill>
                <a:schemeClr val="dk2"/>
              </a:solidFill>
              <a:prstDash val="solid"/>
              <a:round/>
              <a:headEnd len="med" w="med" type="none"/>
              <a:tailEnd len="med" w="med" type="none"/>
            </a:ln>
          </p:spPr>
        </p:cxnSp>
        <p:grpSp>
          <p:nvGrpSpPr>
            <p:cNvPr id="2781" name="Google Shape;2781;p47"/>
            <p:cNvGrpSpPr/>
            <p:nvPr/>
          </p:nvGrpSpPr>
          <p:grpSpPr>
            <a:xfrm>
              <a:off x="2604781" y="2884996"/>
              <a:ext cx="2382910" cy="519"/>
              <a:chOff x="3762454" y="2553002"/>
              <a:chExt cx="664541" cy="145"/>
            </a:xfrm>
          </p:grpSpPr>
          <p:cxnSp>
            <p:nvCxnSpPr>
              <p:cNvPr id="2782" name="Google Shape;2782;p47"/>
              <p:cNvCxnSpPr>
                <a:stCxn id="2775" idx="6"/>
                <a:endCxn id="2767" idx="2"/>
              </p:cNvCxnSpPr>
              <p:nvPr/>
            </p:nvCxnSpPr>
            <p:spPr>
              <a:xfrm>
                <a:off x="3762454" y="2553146"/>
                <a:ext cx="183000" cy="0"/>
              </a:xfrm>
              <a:prstGeom prst="straightConnector1">
                <a:avLst/>
              </a:prstGeom>
              <a:noFill/>
              <a:ln cap="flat" cmpd="sng" w="9525">
                <a:solidFill>
                  <a:srgbClr val="595959"/>
                </a:solidFill>
                <a:prstDash val="solid"/>
                <a:round/>
                <a:headEnd len="med" w="med" type="none"/>
                <a:tailEnd len="med" w="med" type="none"/>
              </a:ln>
            </p:spPr>
          </p:cxnSp>
          <p:cxnSp>
            <p:nvCxnSpPr>
              <p:cNvPr id="2783" name="Google Shape;2783;p47"/>
              <p:cNvCxnSpPr/>
              <p:nvPr/>
            </p:nvCxnSpPr>
            <p:spPr>
              <a:xfrm>
                <a:off x="4195395" y="2553002"/>
                <a:ext cx="231600" cy="0"/>
              </a:xfrm>
              <a:prstGeom prst="straightConnector1">
                <a:avLst/>
              </a:prstGeom>
              <a:noFill/>
              <a:ln cap="flat" cmpd="sng" w="9525">
                <a:solidFill>
                  <a:srgbClr val="595959"/>
                </a:solidFill>
                <a:prstDash val="solid"/>
                <a:round/>
                <a:headEnd len="med" w="med" type="none"/>
                <a:tailEnd len="med" w="med" type="none"/>
              </a:ln>
            </p:spPr>
          </p:cxnSp>
        </p:grpSp>
      </p:grpSp>
      <p:sp>
        <p:nvSpPr>
          <p:cNvPr id="2784" name="Google Shape;2784;p47"/>
          <p:cNvSpPr txBox="1"/>
          <p:nvPr>
            <p:ph type="title"/>
          </p:nvPr>
        </p:nvSpPr>
        <p:spPr>
          <a:xfrm>
            <a:off x="1823475" y="338328"/>
            <a:ext cx="54969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ro"/>
              <a:t>Structure</a:t>
            </a:r>
            <a:endParaRPr/>
          </a:p>
        </p:txBody>
      </p:sp>
      <p:sp>
        <p:nvSpPr>
          <p:cNvPr id="2785" name="Google Shape;2785;p47"/>
          <p:cNvSpPr txBox="1"/>
          <p:nvPr/>
        </p:nvSpPr>
        <p:spPr>
          <a:xfrm>
            <a:off x="1005450" y="1404074"/>
            <a:ext cx="2219400" cy="635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ro" sz="1600">
                <a:solidFill>
                  <a:schemeClr val="dk2"/>
                </a:solidFill>
                <a:latin typeface="Barlow Semi Condensed"/>
                <a:ea typeface="Barlow Semi Condensed"/>
                <a:cs typeface="Barlow Semi Condensed"/>
                <a:sym typeface="Barlow Semi Condensed"/>
              </a:rPr>
              <a:t>the Client uses the facade instead of the subsystem</a:t>
            </a:r>
            <a:endParaRPr sz="1600">
              <a:solidFill>
                <a:schemeClr val="dk2"/>
              </a:solidFill>
              <a:latin typeface="Barlow Semi Condensed"/>
              <a:ea typeface="Barlow Semi Condensed"/>
              <a:cs typeface="Barlow Semi Condensed"/>
              <a:sym typeface="Barlow Semi Condensed"/>
            </a:endParaRPr>
          </a:p>
        </p:txBody>
      </p:sp>
      <p:sp>
        <p:nvSpPr>
          <p:cNvPr id="2786" name="Google Shape;2786;p47"/>
          <p:cNvSpPr txBox="1"/>
          <p:nvPr/>
        </p:nvSpPr>
        <p:spPr>
          <a:xfrm>
            <a:off x="4281250" y="1404074"/>
            <a:ext cx="2219400" cy="63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ro" sz="1600">
                <a:solidFill>
                  <a:schemeClr val="dk2"/>
                </a:solidFill>
                <a:latin typeface="Barlow Semi Condensed"/>
                <a:ea typeface="Barlow Semi Condensed"/>
                <a:cs typeface="Barlow Semi Condensed"/>
                <a:sym typeface="Barlow Semi Condensed"/>
              </a:rPr>
              <a:t>the Subsystem is made up of multiple objects</a:t>
            </a:r>
            <a:endParaRPr sz="1600">
              <a:solidFill>
                <a:schemeClr val="dk2"/>
              </a:solidFill>
              <a:latin typeface="Barlow Semi Condensed"/>
              <a:ea typeface="Barlow Semi Condensed"/>
              <a:cs typeface="Barlow Semi Condensed"/>
              <a:sym typeface="Barlow Semi Condensed"/>
            </a:endParaRPr>
          </a:p>
        </p:txBody>
      </p:sp>
      <p:sp>
        <p:nvSpPr>
          <p:cNvPr id="2787" name="Google Shape;2787;p47"/>
          <p:cNvSpPr txBox="1"/>
          <p:nvPr/>
        </p:nvSpPr>
        <p:spPr>
          <a:xfrm>
            <a:off x="2643350" y="3609329"/>
            <a:ext cx="2219400" cy="63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ro" sz="1600">
                <a:solidFill>
                  <a:schemeClr val="dk2"/>
                </a:solidFill>
                <a:latin typeface="Barlow Semi Condensed"/>
                <a:ea typeface="Barlow Semi Condensed"/>
                <a:cs typeface="Barlow Semi Condensed"/>
                <a:sym typeface="Barlow Semi Condensed"/>
              </a:rPr>
              <a:t>the Facade provides access to particular subsystem functionalities</a:t>
            </a:r>
            <a:endParaRPr sz="1600">
              <a:solidFill>
                <a:schemeClr val="dk2"/>
              </a:solidFill>
              <a:latin typeface="Barlow Semi Condensed"/>
              <a:ea typeface="Barlow Semi Condensed"/>
              <a:cs typeface="Barlow Semi Condensed"/>
              <a:sym typeface="Barlow Semi Condensed"/>
            </a:endParaRPr>
          </a:p>
        </p:txBody>
      </p:sp>
      <p:sp>
        <p:nvSpPr>
          <p:cNvPr id="2788" name="Google Shape;2788;p47"/>
          <p:cNvSpPr txBox="1"/>
          <p:nvPr/>
        </p:nvSpPr>
        <p:spPr>
          <a:xfrm>
            <a:off x="6500650" y="2591300"/>
            <a:ext cx="1431600" cy="63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ro" sz="1600">
                <a:solidFill>
                  <a:schemeClr val="dk2"/>
                </a:solidFill>
                <a:latin typeface="Barlow Semi Condensed"/>
                <a:ea typeface="Barlow Semi Condensed"/>
                <a:cs typeface="Barlow Semi Condensed"/>
                <a:sym typeface="Barlow Semi Condensed"/>
              </a:rPr>
              <a:t>An Additional Facade can be added!</a:t>
            </a:r>
            <a:endParaRPr b="1" sz="1600">
              <a:solidFill>
                <a:schemeClr val="dk2"/>
              </a:solidFill>
              <a:latin typeface="Barlow Semi Condensed"/>
              <a:ea typeface="Barlow Semi Condensed"/>
              <a:cs typeface="Barlow Semi Condensed"/>
              <a:sym typeface="Barlow Semi Condensed"/>
            </a:endParaRPr>
          </a:p>
        </p:txBody>
      </p:sp>
      <p:sp>
        <p:nvSpPr>
          <p:cNvPr id="2789" name="Google Shape;2789;p47"/>
          <p:cNvSpPr txBox="1"/>
          <p:nvPr/>
        </p:nvSpPr>
        <p:spPr>
          <a:xfrm>
            <a:off x="1674900" y="2723900"/>
            <a:ext cx="880500" cy="283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ro" sz="1900">
                <a:solidFill>
                  <a:schemeClr val="lt1"/>
                </a:solidFill>
                <a:latin typeface="Barlow Semi Condensed Medium"/>
                <a:ea typeface="Barlow Semi Condensed Medium"/>
                <a:cs typeface="Barlow Semi Condensed Medium"/>
                <a:sym typeface="Barlow Semi Condensed Medium"/>
              </a:rPr>
              <a:t>CLIENT</a:t>
            </a:r>
            <a:endParaRPr sz="1900">
              <a:solidFill>
                <a:schemeClr val="lt1"/>
              </a:solidFill>
              <a:latin typeface="Barlow Semi Condensed Medium"/>
              <a:ea typeface="Barlow Semi Condensed Medium"/>
              <a:cs typeface="Barlow Semi Condensed Medium"/>
              <a:sym typeface="Barlow Semi Condensed Medium"/>
            </a:endParaRPr>
          </a:p>
        </p:txBody>
      </p:sp>
      <p:sp>
        <p:nvSpPr>
          <p:cNvPr id="2790" name="Google Shape;2790;p47"/>
          <p:cNvSpPr txBox="1"/>
          <p:nvPr/>
        </p:nvSpPr>
        <p:spPr>
          <a:xfrm>
            <a:off x="3309350" y="2723900"/>
            <a:ext cx="880500" cy="370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ro" sz="1600">
                <a:solidFill>
                  <a:schemeClr val="accent1"/>
                </a:solidFill>
                <a:latin typeface="Barlow Semi Condensed Medium"/>
                <a:ea typeface="Barlow Semi Condensed Medium"/>
                <a:cs typeface="Barlow Semi Condensed Medium"/>
                <a:sym typeface="Barlow Semi Condensed Medium"/>
              </a:rPr>
              <a:t>FACADE</a:t>
            </a:r>
            <a:endParaRPr sz="1600">
              <a:solidFill>
                <a:schemeClr val="accent1"/>
              </a:solidFill>
              <a:latin typeface="Barlow Semi Condensed Medium"/>
              <a:ea typeface="Barlow Semi Condensed Medium"/>
              <a:cs typeface="Barlow Semi Condensed Medium"/>
              <a:sym typeface="Barlow Semi Condensed Medium"/>
            </a:endParaRPr>
          </a:p>
        </p:txBody>
      </p:sp>
      <p:sp>
        <p:nvSpPr>
          <p:cNvPr id="2791" name="Google Shape;2791;p47"/>
          <p:cNvSpPr txBox="1"/>
          <p:nvPr/>
        </p:nvSpPr>
        <p:spPr>
          <a:xfrm>
            <a:off x="4942762" y="2622801"/>
            <a:ext cx="981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ro" sz="1200">
                <a:solidFill>
                  <a:schemeClr val="lt1"/>
                </a:solidFill>
                <a:latin typeface="Barlow Semi Condensed Medium"/>
                <a:ea typeface="Barlow Semi Condensed Medium"/>
                <a:cs typeface="Barlow Semi Condensed Medium"/>
                <a:sym typeface="Barlow Semi Condensed Medium"/>
              </a:rPr>
              <a:t>SUBSYSTEM</a:t>
            </a:r>
            <a:endParaRPr sz="1200">
              <a:solidFill>
                <a:schemeClr val="lt1"/>
              </a:solidFill>
              <a:latin typeface="Barlow Semi Condensed Medium"/>
              <a:ea typeface="Barlow Semi Condensed Medium"/>
              <a:cs typeface="Barlow Semi Condensed Medium"/>
              <a:sym typeface="Barlow Semi Condensed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5" name="Shape 2795"/>
        <p:cNvGrpSpPr/>
        <p:nvPr/>
      </p:nvGrpSpPr>
      <p:grpSpPr>
        <a:xfrm>
          <a:off x="0" y="0"/>
          <a:ext cx="0" cy="0"/>
          <a:chOff x="0" y="0"/>
          <a:chExt cx="0" cy="0"/>
        </a:xfrm>
      </p:grpSpPr>
      <p:sp>
        <p:nvSpPr>
          <p:cNvPr id="2796" name="Google Shape;2796;p48"/>
          <p:cNvSpPr txBox="1"/>
          <p:nvPr>
            <p:ph type="title"/>
          </p:nvPr>
        </p:nvSpPr>
        <p:spPr>
          <a:xfrm>
            <a:off x="2624328" y="1620753"/>
            <a:ext cx="3904500" cy="190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t>Awesome Words</a:t>
            </a:r>
            <a:endParaRPr/>
          </a:p>
        </p:txBody>
      </p:sp>
      <p:pic>
        <p:nvPicPr>
          <p:cNvPr id="2797" name="Google Shape;2797;p48"/>
          <p:cNvPicPr preferRelativeResize="0"/>
          <p:nvPr/>
        </p:nvPicPr>
        <p:blipFill>
          <a:blip r:embed="rId3">
            <a:alphaModFix/>
          </a:blip>
          <a:stretch>
            <a:fillRect/>
          </a:stretch>
        </p:blipFill>
        <p:spPr>
          <a:xfrm>
            <a:off x="1073987" y="604125"/>
            <a:ext cx="6996026" cy="3935250"/>
          </a:xfrm>
          <a:prstGeom prst="rect">
            <a:avLst/>
          </a:prstGeom>
          <a:noFill/>
          <a:ln>
            <a:noFill/>
          </a:ln>
        </p:spPr>
      </p:pic>
      <p:sp>
        <p:nvSpPr>
          <p:cNvPr id="2798" name="Google Shape;2798;p48"/>
          <p:cNvSpPr txBox="1"/>
          <p:nvPr/>
        </p:nvSpPr>
        <p:spPr>
          <a:xfrm>
            <a:off x="4357525" y="4539375"/>
            <a:ext cx="3712500" cy="3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o">
                <a:solidFill>
                  <a:srgbClr val="ADADAD"/>
                </a:solidFill>
              </a:rPr>
              <a:t>https://www.ionos.com/digitalguide/websites/web-development/whats-the-facade-pattern/</a:t>
            </a:r>
            <a:endParaRPr>
              <a:solidFill>
                <a:srgbClr val="ADADAD"/>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2" name="Shape 2802"/>
        <p:cNvGrpSpPr/>
        <p:nvPr/>
      </p:nvGrpSpPr>
      <p:grpSpPr>
        <a:xfrm>
          <a:off x="0" y="0"/>
          <a:ext cx="0" cy="0"/>
          <a:chOff x="0" y="0"/>
          <a:chExt cx="0" cy="0"/>
        </a:xfrm>
      </p:grpSpPr>
      <p:sp>
        <p:nvSpPr>
          <p:cNvPr id="2803" name="Google Shape;2803;p49"/>
          <p:cNvSpPr/>
          <p:nvPr/>
        </p:nvSpPr>
        <p:spPr>
          <a:xfrm>
            <a:off x="1183525" y="1040025"/>
            <a:ext cx="2473800" cy="1019100"/>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49"/>
          <p:cNvSpPr/>
          <p:nvPr/>
        </p:nvSpPr>
        <p:spPr>
          <a:xfrm>
            <a:off x="1183525" y="2314693"/>
            <a:ext cx="2473800" cy="1019100"/>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9"/>
          <p:cNvSpPr/>
          <p:nvPr/>
        </p:nvSpPr>
        <p:spPr>
          <a:xfrm>
            <a:off x="1183525" y="3592724"/>
            <a:ext cx="2473800" cy="1019100"/>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49"/>
          <p:cNvSpPr txBox="1"/>
          <p:nvPr>
            <p:ph type="title"/>
          </p:nvPr>
        </p:nvSpPr>
        <p:spPr>
          <a:xfrm>
            <a:off x="2962656" y="338328"/>
            <a:ext cx="3218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ro"/>
              <a:t>Use Cases</a:t>
            </a:r>
            <a:endParaRPr/>
          </a:p>
        </p:txBody>
      </p:sp>
      <p:sp>
        <p:nvSpPr>
          <p:cNvPr id="2807" name="Google Shape;2807;p49"/>
          <p:cNvSpPr txBox="1"/>
          <p:nvPr>
            <p:ph idx="2" type="subTitle"/>
          </p:nvPr>
        </p:nvSpPr>
        <p:spPr>
          <a:xfrm>
            <a:off x="1216075" y="1119073"/>
            <a:ext cx="2408700" cy="86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solidFill>
                  <a:srgbClr val="000000"/>
                </a:solidFill>
                <a:highlight>
                  <a:srgbClr val="FFFFFF"/>
                </a:highlight>
              </a:rPr>
              <a:t>Use the Facade when you want to </a:t>
            </a:r>
            <a:r>
              <a:rPr b="1" lang="ro">
                <a:solidFill>
                  <a:srgbClr val="000000"/>
                </a:solidFill>
                <a:highlight>
                  <a:srgbClr val="FFFFFF"/>
                </a:highlight>
              </a:rPr>
              <a:t>structure a subsystem </a:t>
            </a:r>
            <a:r>
              <a:rPr lang="ro">
                <a:solidFill>
                  <a:srgbClr val="000000"/>
                </a:solidFill>
                <a:highlight>
                  <a:srgbClr val="FFFFFF"/>
                </a:highlight>
              </a:rPr>
              <a:t>into layers.</a:t>
            </a:r>
            <a:endParaRPr sz="2000">
              <a:solidFill>
                <a:srgbClr val="000000"/>
              </a:solidFill>
            </a:endParaRPr>
          </a:p>
        </p:txBody>
      </p:sp>
      <p:sp>
        <p:nvSpPr>
          <p:cNvPr id="2808" name="Google Shape;2808;p49"/>
          <p:cNvSpPr txBox="1"/>
          <p:nvPr>
            <p:ph idx="4" type="subTitle"/>
          </p:nvPr>
        </p:nvSpPr>
        <p:spPr>
          <a:xfrm>
            <a:off x="1183475" y="2314700"/>
            <a:ext cx="2473800" cy="101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sz="1500">
                <a:solidFill>
                  <a:srgbClr val="000000"/>
                </a:solidFill>
                <a:highlight>
                  <a:srgbClr val="FFFFFF"/>
                </a:highlight>
              </a:rPr>
              <a:t>When you need to have a </a:t>
            </a:r>
            <a:r>
              <a:rPr b="1" lang="ro" sz="1500">
                <a:solidFill>
                  <a:srgbClr val="000000"/>
                </a:solidFill>
                <a:highlight>
                  <a:srgbClr val="FFFFFF"/>
                </a:highlight>
              </a:rPr>
              <a:t>limited but straightforward interface</a:t>
            </a:r>
            <a:r>
              <a:rPr lang="ro" sz="1500">
                <a:solidFill>
                  <a:srgbClr val="000000"/>
                </a:solidFill>
                <a:highlight>
                  <a:srgbClr val="FFFFFF"/>
                </a:highlight>
              </a:rPr>
              <a:t> to a complex subsystem.</a:t>
            </a:r>
            <a:endParaRPr sz="1900">
              <a:solidFill>
                <a:srgbClr val="000000"/>
              </a:solidFill>
            </a:endParaRPr>
          </a:p>
        </p:txBody>
      </p:sp>
      <p:sp>
        <p:nvSpPr>
          <p:cNvPr id="2809" name="Google Shape;2809;p49"/>
          <p:cNvSpPr txBox="1"/>
          <p:nvPr>
            <p:ph idx="6" type="subTitle"/>
          </p:nvPr>
        </p:nvSpPr>
        <p:spPr>
          <a:xfrm>
            <a:off x="1183475" y="3639129"/>
            <a:ext cx="2408700" cy="86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solidFill>
                  <a:srgbClr val="000000"/>
                </a:solidFill>
                <a:highlight>
                  <a:srgbClr val="FFFFFF"/>
                </a:highlight>
              </a:rPr>
              <a:t>When you plan software projects that have </a:t>
            </a:r>
            <a:r>
              <a:rPr b="1" lang="ro">
                <a:solidFill>
                  <a:srgbClr val="000000"/>
                </a:solidFill>
                <a:highlight>
                  <a:srgbClr val="FFFFFF"/>
                </a:highlight>
              </a:rPr>
              <a:t>multiple layers</a:t>
            </a:r>
            <a:endParaRPr b="1">
              <a:solidFill>
                <a:srgbClr val="000000"/>
              </a:solidFill>
            </a:endParaRPr>
          </a:p>
        </p:txBody>
      </p:sp>
      <p:grpSp>
        <p:nvGrpSpPr>
          <p:cNvPr id="2810" name="Google Shape;2810;p49"/>
          <p:cNvGrpSpPr/>
          <p:nvPr/>
        </p:nvGrpSpPr>
        <p:grpSpPr>
          <a:xfrm>
            <a:off x="3994598" y="1510458"/>
            <a:ext cx="4430405" cy="3106404"/>
            <a:chOff x="862950" y="825025"/>
            <a:chExt cx="5862650" cy="4111175"/>
          </a:xfrm>
        </p:grpSpPr>
        <p:sp>
          <p:nvSpPr>
            <p:cNvPr id="2811" name="Google Shape;2811;p49"/>
            <p:cNvSpPr/>
            <p:nvPr/>
          </p:nvSpPr>
          <p:spPr>
            <a:xfrm>
              <a:off x="918425" y="825150"/>
              <a:ext cx="5767425" cy="4096250"/>
            </a:xfrm>
            <a:custGeom>
              <a:rect b="b" l="l" r="r" t="t"/>
              <a:pathLst>
                <a:path extrusionOk="0" h="163850" w="230697">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49"/>
            <p:cNvSpPr/>
            <p:nvPr/>
          </p:nvSpPr>
          <p:spPr>
            <a:xfrm>
              <a:off x="934125" y="825025"/>
              <a:ext cx="5751725" cy="4096375"/>
            </a:xfrm>
            <a:custGeom>
              <a:rect b="b" l="l" r="r" t="t"/>
              <a:pathLst>
                <a:path extrusionOk="0" h="163855" w="230069">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49"/>
            <p:cNvSpPr/>
            <p:nvPr/>
          </p:nvSpPr>
          <p:spPr>
            <a:xfrm>
              <a:off x="3502650" y="1514850"/>
              <a:ext cx="2496475" cy="3178275"/>
            </a:xfrm>
            <a:custGeom>
              <a:rect b="b" l="l" r="r" t="t"/>
              <a:pathLst>
                <a:path extrusionOk="0" h="127131" w="99859">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49"/>
            <p:cNvSpPr/>
            <p:nvPr/>
          </p:nvSpPr>
          <p:spPr>
            <a:xfrm>
              <a:off x="3547025" y="1507125"/>
              <a:ext cx="2405875" cy="3193375"/>
            </a:xfrm>
            <a:custGeom>
              <a:rect b="b" l="l" r="r" t="t"/>
              <a:pathLst>
                <a:path extrusionOk="0" h="127735" w="96235">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49"/>
            <p:cNvSpPr/>
            <p:nvPr/>
          </p:nvSpPr>
          <p:spPr>
            <a:xfrm>
              <a:off x="4746725" y="1839875"/>
              <a:ext cx="464000" cy="184875"/>
            </a:xfrm>
            <a:custGeom>
              <a:rect b="b" l="l" r="r" t="t"/>
              <a:pathLst>
                <a:path extrusionOk="0" h="7395" w="1856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49"/>
            <p:cNvSpPr/>
            <p:nvPr/>
          </p:nvSpPr>
          <p:spPr>
            <a:xfrm>
              <a:off x="5240275" y="1582925"/>
              <a:ext cx="685825" cy="691375"/>
            </a:xfrm>
            <a:custGeom>
              <a:rect b="b" l="l" r="r" t="t"/>
              <a:pathLst>
                <a:path extrusionOk="0" h="27655" w="27433">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49"/>
            <p:cNvSpPr/>
            <p:nvPr/>
          </p:nvSpPr>
          <p:spPr>
            <a:xfrm>
              <a:off x="5406650" y="1584775"/>
              <a:ext cx="438125" cy="367875"/>
            </a:xfrm>
            <a:custGeom>
              <a:rect b="b" l="l" r="r" t="t"/>
              <a:pathLst>
                <a:path extrusionOk="0" h="14715" w="17525">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49"/>
            <p:cNvSpPr/>
            <p:nvPr/>
          </p:nvSpPr>
          <p:spPr>
            <a:xfrm>
              <a:off x="4434325" y="2717300"/>
              <a:ext cx="1258875" cy="2210575"/>
            </a:xfrm>
            <a:custGeom>
              <a:rect b="b" l="l" r="r" t="t"/>
              <a:pathLst>
                <a:path extrusionOk="0" h="88423" w="50355">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49"/>
            <p:cNvSpPr/>
            <p:nvPr/>
          </p:nvSpPr>
          <p:spPr>
            <a:xfrm>
              <a:off x="4426000" y="2709600"/>
              <a:ext cx="1275500" cy="2226600"/>
            </a:xfrm>
            <a:custGeom>
              <a:rect b="b" l="l" r="r" t="t"/>
              <a:pathLst>
                <a:path extrusionOk="0" h="89064" w="5102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49"/>
            <p:cNvSpPr/>
            <p:nvPr/>
          </p:nvSpPr>
          <p:spPr>
            <a:xfrm>
              <a:off x="5009200" y="2762300"/>
              <a:ext cx="495450" cy="732950"/>
            </a:xfrm>
            <a:custGeom>
              <a:rect b="b" l="l" r="r" t="t"/>
              <a:pathLst>
                <a:path extrusionOk="0" h="29318" w="19818">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9"/>
            <p:cNvSpPr/>
            <p:nvPr/>
          </p:nvSpPr>
          <p:spPr>
            <a:xfrm>
              <a:off x="5024925" y="2762300"/>
              <a:ext cx="478800" cy="363925"/>
            </a:xfrm>
            <a:custGeom>
              <a:rect b="b" l="l" r="r" t="t"/>
              <a:pathLst>
                <a:path extrusionOk="0" h="14557" w="19152">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49"/>
            <p:cNvSpPr/>
            <p:nvPr/>
          </p:nvSpPr>
          <p:spPr>
            <a:xfrm>
              <a:off x="5031400" y="2805725"/>
              <a:ext cx="452900" cy="320750"/>
            </a:xfrm>
            <a:custGeom>
              <a:rect b="b" l="l" r="r" t="t"/>
              <a:pathLst>
                <a:path extrusionOk="0" h="12830" w="18116">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49"/>
            <p:cNvSpPr/>
            <p:nvPr/>
          </p:nvSpPr>
          <p:spPr>
            <a:xfrm>
              <a:off x="5001825" y="2754200"/>
              <a:ext cx="510200" cy="748450"/>
            </a:xfrm>
            <a:custGeom>
              <a:rect b="b" l="l" r="r" t="t"/>
              <a:pathLst>
                <a:path extrusionOk="0" h="29938" w="20408">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49"/>
            <p:cNvSpPr/>
            <p:nvPr/>
          </p:nvSpPr>
          <p:spPr>
            <a:xfrm>
              <a:off x="5354875" y="2859575"/>
              <a:ext cx="133125" cy="419400"/>
            </a:xfrm>
            <a:custGeom>
              <a:rect b="b" l="l" r="r" t="t"/>
              <a:pathLst>
                <a:path extrusionOk="0" h="16776" w="5325">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9"/>
            <p:cNvSpPr/>
            <p:nvPr/>
          </p:nvSpPr>
          <p:spPr>
            <a:xfrm>
              <a:off x="3913950" y="2701900"/>
              <a:ext cx="2461350" cy="2225975"/>
            </a:xfrm>
            <a:custGeom>
              <a:rect b="b" l="l" r="r" t="t"/>
              <a:pathLst>
                <a:path extrusionOk="0" h="89039" w="98454">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49"/>
            <p:cNvSpPr/>
            <p:nvPr/>
          </p:nvSpPr>
          <p:spPr>
            <a:xfrm>
              <a:off x="5139525" y="3731850"/>
              <a:ext cx="1235775" cy="1196025"/>
            </a:xfrm>
            <a:custGeom>
              <a:rect b="b" l="l" r="r" t="t"/>
              <a:pathLst>
                <a:path extrusionOk="0" h="47841" w="49431">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49"/>
            <p:cNvSpPr/>
            <p:nvPr/>
          </p:nvSpPr>
          <p:spPr>
            <a:xfrm>
              <a:off x="3913950" y="3766050"/>
              <a:ext cx="429825" cy="1161825"/>
            </a:xfrm>
            <a:custGeom>
              <a:rect b="b" l="l" r="r" t="t"/>
              <a:pathLst>
                <a:path extrusionOk="0" h="46473" w="17193">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9"/>
            <p:cNvSpPr/>
            <p:nvPr/>
          </p:nvSpPr>
          <p:spPr>
            <a:xfrm>
              <a:off x="5142300" y="4519325"/>
              <a:ext cx="933525" cy="401150"/>
            </a:xfrm>
            <a:custGeom>
              <a:rect b="b" l="l" r="r" t="t"/>
              <a:pathLst>
                <a:path extrusionOk="0" h="16046" w="37341">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9"/>
            <p:cNvSpPr/>
            <p:nvPr/>
          </p:nvSpPr>
          <p:spPr>
            <a:xfrm>
              <a:off x="3925975" y="4024850"/>
              <a:ext cx="355850" cy="895625"/>
            </a:xfrm>
            <a:custGeom>
              <a:rect b="b" l="l" r="r" t="t"/>
              <a:pathLst>
                <a:path extrusionOk="0" h="35825" w="14234">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49"/>
            <p:cNvSpPr/>
            <p:nvPr/>
          </p:nvSpPr>
          <p:spPr>
            <a:xfrm>
              <a:off x="3906550" y="2694575"/>
              <a:ext cx="2476150" cy="2241625"/>
            </a:xfrm>
            <a:custGeom>
              <a:rect b="b" l="l" r="r" t="t"/>
              <a:pathLst>
                <a:path extrusionOk="0" h="89665" w="99046">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49"/>
            <p:cNvSpPr/>
            <p:nvPr/>
          </p:nvSpPr>
          <p:spPr>
            <a:xfrm>
              <a:off x="4643200" y="2691125"/>
              <a:ext cx="389150" cy="1764450"/>
            </a:xfrm>
            <a:custGeom>
              <a:rect b="b" l="l" r="r" t="t"/>
              <a:pathLst>
                <a:path extrusionOk="0" h="70578" w="15566">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49"/>
            <p:cNvSpPr/>
            <p:nvPr/>
          </p:nvSpPr>
          <p:spPr>
            <a:xfrm>
              <a:off x="5353025" y="2758425"/>
              <a:ext cx="360500" cy="1559225"/>
            </a:xfrm>
            <a:custGeom>
              <a:rect b="b" l="l" r="r" t="t"/>
              <a:pathLst>
                <a:path extrusionOk="0" h="62369" w="1442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49"/>
            <p:cNvSpPr/>
            <p:nvPr/>
          </p:nvSpPr>
          <p:spPr>
            <a:xfrm>
              <a:off x="4686650" y="3654175"/>
              <a:ext cx="1109125" cy="736700"/>
            </a:xfrm>
            <a:custGeom>
              <a:rect b="b" l="l" r="r" t="t"/>
              <a:pathLst>
                <a:path extrusionOk="0" h="29468" w="44365">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49"/>
            <p:cNvSpPr/>
            <p:nvPr/>
          </p:nvSpPr>
          <p:spPr>
            <a:xfrm>
              <a:off x="5364125" y="3758650"/>
              <a:ext cx="397450" cy="161775"/>
            </a:xfrm>
            <a:custGeom>
              <a:rect b="b" l="l" r="r" t="t"/>
              <a:pathLst>
                <a:path extrusionOk="0" h="6471" w="15898">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49"/>
            <p:cNvSpPr/>
            <p:nvPr/>
          </p:nvSpPr>
          <p:spPr>
            <a:xfrm>
              <a:off x="4686650" y="3815025"/>
              <a:ext cx="824450" cy="575850"/>
            </a:xfrm>
            <a:custGeom>
              <a:rect b="b" l="l" r="r" t="t"/>
              <a:pathLst>
                <a:path extrusionOk="0" h="23034" w="32978">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49"/>
            <p:cNvSpPr/>
            <p:nvPr/>
          </p:nvSpPr>
          <p:spPr>
            <a:xfrm>
              <a:off x="5364125" y="3758650"/>
              <a:ext cx="329075" cy="154375"/>
            </a:xfrm>
            <a:custGeom>
              <a:rect b="b" l="l" r="r" t="t"/>
              <a:pathLst>
                <a:path extrusionOk="0" h="6175" w="13163">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49"/>
            <p:cNvSpPr/>
            <p:nvPr/>
          </p:nvSpPr>
          <p:spPr>
            <a:xfrm>
              <a:off x="4747650" y="3832600"/>
              <a:ext cx="740350" cy="496350"/>
            </a:xfrm>
            <a:custGeom>
              <a:rect b="b" l="l" r="r" t="t"/>
              <a:pathLst>
                <a:path extrusionOk="0" h="19854" w="29614">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9"/>
            <p:cNvSpPr/>
            <p:nvPr/>
          </p:nvSpPr>
          <p:spPr>
            <a:xfrm>
              <a:off x="5105325" y="4022100"/>
              <a:ext cx="42550" cy="68175"/>
            </a:xfrm>
            <a:custGeom>
              <a:rect b="b" l="l" r="r" t="t"/>
              <a:pathLst>
                <a:path extrusionOk="0" h="2727" w="1702">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9"/>
            <p:cNvSpPr/>
            <p:nvPr/>
          </p:nvSpPr>
          <p:spPr>
            <a:xfrm>
              <a:off x="5196825" y="3955100"/>
              <a:ext cx="80450" cy="159375"/>
            </a:xfrm>
            <a:custGeom>
              <a:rect b="b" l="l" r="r" t="t"/>
              <a:pathLst>
                <a:path extrusionOk="0" h="6375" w="3218">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49"/>
            <p:cNvSpPr/>
            <p:nvPr/>
          </p:nvSpPr>
          <p:spPr>
            <a:xfrm>
              <a:off x="5292025" y="3860550"/>
              <a:ext cx="109100" cy="194575"/>
            </a:xfrm>
            <a:custGeom>
              <a:rect b="b" l="l" r="r" t="t"/>
              <a:pathLst>
                <a:path extrusionOk="0" h="7783" w="4364">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49"/>
            <p:cNvSpPr/>
            <p:nvPr/>
          </p:nvSpPr>
          <p:spPr>
            <a:xfrm>
              <a:off x="4678325" y="3645900"/>
              <a:ext cx="1122075" cy="752975"/>
            </a:xfrm>
            <a:custGeom>
              <a:rect b="b" l="l" r="r" t="t"/>
              <a:pathLst>
                <a:path extrusionOk="0" h="30119" w="44883">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49"/>
            <p:cNvSpPr/>
            <p:nvPr/>
          </p:nvSpPr>
          <p:spPr>
            <a:xfrm>
              <a:off x="3709700" y="2698525"/>
              <a:ext cx="1055525" cy="2070975"/>
            </a:xfrm>
            <a:custGeom>
              <a:rect b="b" l="l" r="r" t="t"/>
              <a:pathLst>
                <a:path extrusionOk="0" h="82839" w="42221">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49"/>
            <p:cNvSpPr/>
            <p:nvPr/>
          </p:nvSpPr>
          <p:spPr>
            <a:xfrm>
              <a:off x="3709700" y="3396325"/>
              <a:ext cx="1024100" cy="1373175"/>
            </a:xfrm>
            <a:custGeom>
              <a:rect b="b" l="l" r="r" t="t"/>
              <a:pathLst>
                <a:path extrusionOk="0" h="54927" w="40964">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49"/>
            <p:cNvSpPr/>
            <p:nvPr/>
          </p:nvSpPr>
          <p:spPr>
            <a:xfrm>
              <a:off x="3718000" y="3645900"/>
              <a:ext cx="1007475" cy="1115600"/>
            </a:xfrm>
            <a:custGeom>
              <a:rect b="b" l="l" r="r" t="t"/>
              <a:pathLst>
                <a:path extrusionOk="0" h="44624" w="40299">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49"/>
            <p:cNvSpPr/>
            <p:nvPr/>
          </p:nvSpPr>
          <p:spPr>
            <a:xfrm>
              <a:off x="3702300" y="2691125"/>
              <a:ext cx="1071250" cy="2086100"/>
            </a:xfrm>
            <a:custGeom>
              <a:rect b="b" l="l" r="r" t="t"/>
              <a:pathLst>
                <a:path extrusionOk="0" h="83444" w="4285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49"/>
            <p:cNvSpPr/>
            <p:nvPr/>
          </p:nvSpPr>
          <p:spPr>
            <a:xfrm>
              <a:off x="4389950" y="3681000"/>
              <a:ext cx="277300" cy="403025"/>
            </a:xfrm>
            <a:custGeom>
              <a:rect b="b" l="l" r="r" t="t"/>
              <a:pathLst>
                <a:path extrusionOk="0" h="16121" w="11092">
                  <a:moveTo>
                    <a:pt x="1258" y="1"/>
                  </a:moveTo>
                  <a:lnTo>
                    <a:pt x="1" y="15713"/>
                  </a:lnTo>
                  <a:lnTo>
                    <a:pt x="10130" y="16120"/>
                  </a:lnTo>
                  <a:lnTo>
                    <a:pt x="11092" y="851"/>
                  </a:lnTo>
                  <a:lnTo>
                    <a:pt x="12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49"/>
            <p:cNvSpPr/>
            <p:nvPr/>
          </p:nvSpPr>
          <p:spPr>
            <a:xfrm>
              <a:off x="4381625" y="3673250"/>
              <a:ext cx="293950" cy="419075"/>
            </a:xfrm>
            <a:custGeom>
              <a:rect b="b" l="l" r="r" t="t"/>
              <a:pathLst>
                <a:path extrusionOk="0" h="16763" w="11758">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49"/>
            <p:cNvSpPr/>
            <p:nvPr/>
          </p:nvSpPr>
          <p:spPr>
            <a:xfrm>
              <a:off x="4512875" y="3582125"/>
              <a:ext cx="70275" cy="158075"/>
            </a:xfrm>
            <a:custGeom>
              <a:rect b="b" l="l" r="r" t="t"/>
              <a:pathLst>
                <a:path extrusionOk="0" h="6323" w="2811">
                  <a:moveTo>
                    <a:pt x="149" y="0"/>
                  </a:moveTo>
                  <a:lnTo>
                    <a:pt x="1" y="6174"/>
                  </a:lnTo>
                  <a:lnTo>
                    <a:pt x="2663" y="6322"/>
                  </a:lnTo>
                  <a:lnTo>
                    <a:pt x="281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49"/>
            <p:cNvSpPr/>
            <p:nvPr/>
          </p:nvSpPr>
          <p:spPr>
            <a:xfrm>
              <a:off x="4505475" y="3574725"/>
              <a:ext cx="85075" cy="172850"/>
            </a:xfrm>
            <a:custGeom>
              <a:rect b="b" l="l" r="r" t="t"/>
              <a:pathLst>
                <a:path extrusionOk="0" h="6914" w="3403">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49"/>
            <p:cNvSpPr/>
            <p:nvPr/>
          </p:nvSpPr>
          <p:spPr>
            <a:xfrm>
              <a:off x="5426975" y="3461900"/>
              <a:ext cx="1298625" cy="1073150"/>
            </a:xfrm>
            <a:custGeom>
              <a:rect b="b" l="l" r="r" t="t"/>
              <a:pathLst>
                <a:path extrusionOk="0" h="42926" w="51945">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49"/>
            <p:cNvSpPr/>
            <p:nvPr/>
          </p:nvSpPr>
          <p:spPr>
            <a:xfrm>
              <a:off x="5426975" y="3453650"/>
              <a:ext cx="1297700" cy="1088800"/>
            </a:xfrm>
            <a:custGeom>
              <a:rect b="b" l="l" r="r" t="t"/>
              <a:pathLst>
                <a:path extrusionOk="0" h="43552" w="51908">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49"/>
            <p:cNvSpPr/>
            <p:nvPr/>
          </p:nvSpPr>
          <p:spPr>
            <a:xfrm>
              <a:off x="5548050" y="4175700"/>
              <a:ext cx="53625" cy="94825"/>
            </a:xfrm>
            <a:custGeom>
              <a:rect b="b" l="l" r="r" t="t"/>
              <a:pathLst>
                <a:path extrusionOk="0" h="3793" w="2145">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49"/>
            <p:cNvSpPr/>
            <p:nvPr/>
          </p:nvSpPr>
          <p:spPr>
            <a:xfrm>
              <a:off x="5610900" y="3469350"/>
              <a:ext cx="451075" cy="661600"/>
            </a:xfrm>
            <a:custGeom>
              <a:rect b="b" l="l" r="r" t="t"/>
              <a:pathLst>
                <a:path extrusionOk="0" h="26464" w="18043">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49"/>
            <p:cNvSpPr/>
            <p:nvPr/>
          </p:nvSpPr>
          <p:spPr>
            <a:xfrm>
              <a:off x="6081350" y="3473050"/>
              <a:ext cx="74900" cy="17575"/>
            </a:xfrm>
            <a:custGeom>
              <a:rect b="b" l="l" r="r" t="t"/>
              <a:pathLst>
                <a:path extrusionOk="0" h="703" w="2996">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49"/>
            <p:cNvSpPr/>
            <p:nvPr/>
          </p:nvSpPr>
          <p:spPr>
            <a:xfrm>
              <a:off x="6350325" y="4060025"/>
              <a:ext cx="263225" cy="113650"/>
            </a:xfrm>
            <a:custGeom>
              <a:rect b="b" l="l" r="r" t="t"/>
              <a:pathLst>
                <a:path extrusionOk="0" h="4546" w="10529">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49"/>
            <p:cNvSpPr/>
            <p:nvPr/>
          </p:nvSpPr>
          <p:spPr>
            <a:xfrm>
              <a:off x="6386375" y="4075675"/>
              <a:ext cx="210750" cy="90600"/>
            </a:xfrm>
            <a:custGeom>
              <a:rect b="b" l="l" r="r" t="t"/>
              <a:pathLst>
                <a:path extrusionOk="0" h="3624" w="843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49"/>
            <p:cNvSpPr/>
            <p:nvPr/>
          </p:nvSpPr>
          <p:spPr>
            <a:xfrm>
              <a:off x="6371575" y="4051650"/>
              <a:ext cx="240325" cy="130350"/>
            </a:xfrm>
            <a:custGeom>
              <a:rect b="b" l="l" r="r" t="t"/>
              <a:pathLst>
                <a:path extrusionOk="0" h="5214" w="9613">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49"/>
            <p:cNvSpPr/>
            <p:nvPr/>
          </p:nvSpPr>
          <p:spPr>
            <a:xfrm>
              <a:off x="6319825" y="3967450"/>
              <a:ext cx="358550" cy="155375"/>
            </a:xfrm>
            <a:custGeom>
              <a:rect b="b" l="l" r="r" t="t"/>
              <a:pathLst>
                <a:path extrusionOk="0" h="6215" w="14342">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49"/>
            <p:cNvSpPr/>
            <p:nvPr/>
          </p:nvSpPr>
          <p:spPr>
            <a:xfrm>
              <a:off x="6366950" y="3975850"/>
              <a:ext cx="291175" cy="139600"/>
            </a:xfrm>
            <a:custGeom>
              <a:rect b="b" l="l" r="r" t="t"/>
              <a:pathLst>
                <a:path extrusionOk="0" h="5584" w="11647">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49"/>
            <p:cNvSpPr/>
            <p:nvPr/>
          </p:nvSpPr>
          <p:spPr>
            <a:xfrm>
              <a:off x="6351250" y="3960150"/>
              <a:ext cx="321650" cy="170075"/>
            </a:xfrm>
            <a:custGeom>
              <a:rect b="b" l="l" r="r" t="t"/>
              <a:pathLst>
                <a:path extrusionOk="0" h="6803" w="12866">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49"/>
            <p:cNvSpPr/>
            <p:nvPr/>
          </p:nvSpPr>
          <p:spPr>
            <a:xfrm>
              <a:off x="6287475" y="3882150"/>
              <a:ext cx="392175" cy="169525"/>
            </a:xfrm>
            <a:custGeom>
              <a:rect b="b" l="l" r="r" t="t"/>
              <a:pathLst>
                <a:path extrusionOk="0" h="6781" w="15687">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49"/>
            <p:cNvSpPr/>
            <p:nvPr/>
          </p:nvSpPr>
          <p:spPr>
            <a:xfrm>
              <a:off x="6338300" y="3891750"/>
              <a:ext cx="320750" cy="152525"/>
            </a:xfrm>
            <a:custGeom>
              <a:rect b="b" l="l" r="r" t="t"/>
              <a:pathLst>
                <a:path extrusionOk="0" h="6101" w="1283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49"/>
            <p:cNvSpPr/>
            <p:nvPr/>
          </p:nvSpPr>
          <p:spPr>
            <a:xfrm>
              <a:off x="6323525" y="3874175"/>
              <a:ext cx="350300" cy="184875"/>
            </a:xfrm>
            <a:custGeom>
              <a:rect b="b" l="l" r="r" t="t"/>
              <a:pathLst>
                <a:path extrusionOk="0" h="7395" w="14012">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49"/>
            <p:cNvSpPr/>
            <p:nvPr/>
          </p:nvSpPr>
          <p:spPr>
            <a:xfrm>
              <a:off x="6297625" y="3803775"/>
              <a:ext cx="392475" cy="169325"/>
            </a:xfrm>
            <a:custGeom>
              <a:rect b="b" l="l" r="r" t="t"/>
              <a:pathLst>
                <a:path extrusionOk="0" h="6773" w="15699">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49"/>
            <p:cNvSpPr/>
            <p:nvPr/>
          </p:nvSpPr>
          <p:spPr>
            <a:xfrm>
              <a:off x="6341075" y="3803950"/>
              <a:ext cx="335525" cy="169150"/>
            </a:xfrm>
            <a:custGeom>
              <a:rect b="b" l="l" r="r" t="t"/>
              <a:pathLst>
                <a:path extrusionOk="0" h="6766" w="13421">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49"/>
            <p:cNvSpPr/>
            <p:nvPr/>
          </p:nvSpPr>
          <p:spPr>
            <a:xfrm>
              <a:off x="6333675" y="3795625"/>
              <a:ext cx="350325" cy="185800"/>
            </a:xfrm>
            <a:custGeom>
              <a:rect b="b" l="l" r="r" t="t"/>
              <a:pathLst>
                <a:path extrusionOk="0" h="7432" w="14013">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49"/>
            <p:cNvSpPr/>
            <p:nvPr/>
          </p:nvSpPr>
          <p:spPr>
            <a:xfrm>
              <a:off x="4942650" y="1866675"/>
              <a:ext cx="849425" cy="1047800"/>
            </a:xfrm>
            <a:custGeom>
              <a:rect b="b" l="l" r="r" t="t"/>
              <a:pathLst>
                <a:path extrusionOk="0" h="41912" w="33977">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49"/>
            <p:cNvSpPr/>
            <p:nvPr/>
          </p:nvSpPr>
          <p:spPr>
            <a:xfrm>
              <a:off x="4970400" y="1866675"/>
              <a:ext cx="695050" cy="401125"/>
            </a:xfrm>
            <a:custGeom>
              <a:rect b="b" l="l" r="r" t="t"/>
              <a:pathLst>
                <a:path extrusionOk="0" h="16045" w="27802">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49"/>
            <p:cNvSpPr/>
            <p:nvPr/>
          </p:nvSpPr>
          <p:spPr>
            <a:xfrm>
              <a:off x="4968550" y="2285850"/>
              <a:ext cx="823525" cy="628625"/>
            </a:xfrm>
            <a:custGeom>
              <a:rect b="b" l="l" r="r" t="t"/>
              <a:pathLst>
                <a:path extrusionOk="0" h="25145" w="32941">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49"/>
            <p:cNvSpPr/>
            <p:nvPr/>
          </p:nvSpPr>
          <p:spPr>
            <a:xfrm>
              <a:off x="4968550" y="2286300"/>
              <a:ext cx="823525" cy="628525"/>
            </a:xfrm>
            <a:custGeom>
              <a:rect b="b" l="l" r="r" t="t"/>
              <a:pathLst>
                <a:path extrusionOk="0" h="25141" w="32941">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49"/>
            <p:cNvSpPr/>
            <p:nvPr/>
          </p:nvSpPr>
          <p:spPr>
            <a:xfrm>
              <a:off x="5305900" y="2213275"/>
              <a:ext cx="281000" cy="281000"/>
            </a:xfrm>
            <a:custGeom>
              <a:rect b="b" l="l" r="r" t="t"/>
              <a:pathLst>
                <a:path extrusionOk="0" h="11240" w="1124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49"/>
            <p:cNvSpPr/>
            <p:nvPr/>
          </p:nvSpPr>
          <p:spPr>
            <a:xfrm>
              <a:off x="5305900" y="2213275"/>
              <a:ext cx="281000" cy="281000"/>
            </a:xfrm>
            <a:custGeom>
              <a:rect b="b" l="l" r="r" t="t"/>
              <a:pathLst>
                <a:path extrusionOk="0" h="11240" w="1124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49"/>
            <p:cNvSpPr/>
            <p:nvPr/>
          </p:nvSpPr>
          <p:spPr>
            <a:xfrm>
              <a:off x="4970400" y="1866675"/>
              <a:ext cx="695050" cy="401150"/>
            </a:xfrm>
            <a:custGeom>
              <a:rect b="b" l="l" r="r" t="t"/>
              <a:pathLst>
                <a:path extrusionOk="0" h="16046" w="27802">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49"/>
            <p:cNvSpPr/>
            <p:nvPr/>
          </p:nvSpPr>
          <p:spPr>
            <a:xfrm>
              <a:off x="5512925" y="2229900"/>
              <a:ext cx="9275" cy="5575"/>
            </a:xfrm>
            <a:custGeom>
              <a:rect b="b" l="l" r="r" t="t"/>
              <a:pathLst>
                <a:path extrusionOk="0" h="223" w="371">
                  <a:moveTo>
                    <a:pt x="371" y="223"/>
                  </a:moveTo>
                  <a:cubicBezTo>
                    <a:pt x="223" y="149"/>
                    <a:pt x="112" y="75"/>
                    <a:pt x="1" y="1"/>
                  </a:cubicBezTo>
                  <a:cubicBezTo>
                    <a:pt x="112" y="75"/>
                    <a:pt x="223" y="149"/>
                    <a:pt x="371" y="22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49"/>
            <p:cNvSpPr/>
            <p:nvPr/>
          </p:nvSpPr>
          <p:spPr>
            <a:xfrm>
              <a:off x="4953750" y="1859125"/>
              <a:ext cx="846650" cy="1063075"/>
            </a:xfrm>
            <a:custGeom>
              <a:rect b="b" l="l" r="r" t="t"/>
              <a:pathLst>
                <a:path extrusionOk="0" h="42523" w="33866">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49"/>
            <p:cNvSpPr/>
            <p:nvPr/>
          </p:nvSpPr>
          <p:spPr>
            <a:xfrm>
              <a:off x="4911225" y="2165200"/>
              <a:ext cx="287475" cy="288400"/>
            </a:xfrm>
            <a:custGeom>
              <a:rect b="b" l="l" r="r" t="t"/>
              <a:pathLst>
                <a:path extrusionOk="0" h="11536" w="11499">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49"/>
            <p:cNvSpPr/>
            <p:nvPr/>
          </p:nvSpPr>
          <p:spPr>
            <a:xfrm>
              <a:off x="4936200" y="2265950"/>
              <a:ext cx="262500" cy="187650"/>
            </a:xfrm>
            <a:custGeom>
              <a:rect b="b" l="l" r="r" t="t"/>
              <a:pathLst>
                <a:path extrusionOk="0" h="7506" w="1050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49"/>
            <p:cNvSpPr/>
            <p:nvPr/>
          </p:nvSpPr>
          <p:spPr>
            <a:xfrm>
              <a:off x="4902925" y="2157825"/>
              <a:ext cx="303175" cy="303175"/>
            </a:xfrm>
            <a:custGeom>
              <a:rect b="b" l="l" r="r" t="t"/>
              <a:pathLst>
                <a:path extrusionOk="0" h="12127" w="12127">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49"/>
            <p:cNvSpPr/>
            <p:nvPr/>
          </p:nvSpPr>
          <p:spPr>
            <a:xfrm>
              <a:off x="5304050" y="2165200"/>
              <a:ext cx="288400" cy="288400"/>
            </a:xfrm>
            <a:custGeom>
              <a:rect b="b" l="l" r="r" t="t"/>
              <a:pathLst>
                <a:path extrusionOk="0" h="11536" w="11536">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49"/>
            <p:cNvSpPr/>
            <p:nvPr/>
          </p:nvSpPr>
          <p:spPr>
            <a:xfrm>
              <a:off x="5318825" y="2264100"/>
              <a:ext cx="273625" cy="189500"/>
            </a:xfrm>
            <a:custGeom>
              <a:rect b="b" l="l" r="r" t="t"/>
              <a:pathLst>
                <a:path extrusionOk="0" h="7580" w="10945">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49"/>
            <p:cNvSpPr/>
            <p:nvPr/>
          </p:nvSpPr>
          <p:spPr>
            <a:xfrm>
              <a:off x="5296650" y="2157825"/>
              <a:ext cx="303200" cy="303175"/>
            </a:xfrm>
            <a:custGeom>
              <a:rect b="b" l="l" r="r" t="t"/>
              <a:pathLst>
                <a:path extrusionOk="0" h="12127" w="12128">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49"/>
            <p:cNvSpPr/>
            <p:nvPr/>
          </p:nvSpPr>
          <p:spPr>
            <a:xfrm>
              <a:off x="5190375" y="2221600"/>
              <a:ext cx="129400" cy="39075"/>
            </a:xfrm>
            <a:custGeom>
              <a:rect b="b" l="l" r="r" t="t"/>
              <a:pathLst>
                <a:path extrusionOk="0" h="1563" w="5176">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49"/>
            <p:cNvSpPr/>
            <p:nvPr/>
          </p:nvSpPr>
          <p:spPr>
            <a:xfrm>
              <a:off x="4993500" y="2059850"/>
              <a:ext cx="154375" cy="74650"/>
            </a:xfrm>
            <a:custGeom>
              <a:rect b="b" l="l" r="r" t="t"/>
              <a:pathLst>
                <a:path extrusionOk="0" h="2986" w="6175">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49"/>
            <p:cNvSpPr/>
            <p:nvPr/>
          </p:nvSpPr>
          <p:spPr>
            <a:xfrm>
              <a:off x="5316075" y="2049675"/>
              <a:ext cx="183025" cy="81200"/>
            </a:xfrm>
            <a:custGeom>
              <a:rect b="b" l="l" r="r" t="t"/>
              <a:pathLst>
                <a:path extrusionOk="0" h="3248" w="7321">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49"/>
            <p:cNvSpPr/>
            <p:nvPr/>
          </p:nvSpPr>
          <p:spPr>
            <a:xfrm>
              <a:off x="5148775" y="2298125"/>
              <a:ext cx="97075" cy="268425"/>
            </a:xfrm>
            <a:custGeom>
              <a:rect b="b" l="l" r="r" t="t"/>
              <a:pathLst>
                <a:path extrusionOk="0" h="10737" w="3883">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49"/>
            <p:cNvSpPr/>
            <p:nvPr/>
          </p:nvSpPr>
          <p:spPr>
            <a:xfrm>
              <a:off x="5215325" y="2589325"/>
              <a:ext cx="163625" cy="61150"/>
            </a:xfrm>
            <a:custGeom>
              <a:rect b="b" l="l" r="r" t="t"/>
              <a:pathLst>
                <a:path extrusionOk="0" h="2446" w="6545">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49"/>
            <p:cNvSpPr/>
            <p:nvPr/>
          </p:nvSpPr>
          <p:spPr>
            <a:xfrm>
              <a:off x="862950" y="4920450"/>
              <a:ext cx="1188625" cy="15750"/>
            </a:xfrm>
            <a:custGeom>
              <a:rect b="b" l="l" r="r" t="t"/>
              <a:pathLst>
                <a:path extrusionOk="0" h="630" w="47545">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49"/>
            <p:cNvSpPr/>
            <p:nvPr/>
          </p:nvSpPr>
          <p:spPr>
            <a:xfrm>
              <a:off x="2173575" y="4920450"/>
              <a:ext cx="4043675" cy="15750"/>
            </a:xfrm>
            <a:custGeom>
              <a:rect b="b" l="l" r="r" t="t"/>
              <a:pathLst>
                <a:path extrusionOk="0" h="630" w="161747">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49"/>
            <p:cNvSpPr/>
            <p:nvPr/>
          </p:nvSpPr>
          <p:spPr>
            <a:xfrm>
              <a:off x="6316125" y="4920450"/>
              <a:ext cx="159000" cy="15750"/>
            </a:xfrm>
            <a:custGeom>
              <a:rect b="b" l="l" r="r" t="t"/>
              <a:pathLst>
                <a:path extrusionOk="0" h="630" w="636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49"/>
            <p:cNvSpPr/>
            <p:nvPr/>
          </p:nvSpPr>
          <p:spPr>
            <a:xfrm>
              <a:off x="4014700" y="2706825"/>
              <a:ext cx="350325" cy="819850"/>
            </a:xfrm>
            <a:custGeom>
              <a:rect b="b" l="l" r="r" t="t"/>
              <a:pathLst>
                <a:path extrusionOk="0" h="32794" w="14013">
                  <a:moveTo>
                    <a:pt x="0" y="1"/>
                  </a:moveTo>
                  <a:lnTo>
                    <a:pt x="0" y="32794"/>
                  </a:lnTo>
                  <a:lnTo>
                    <a:pt x="14012" y="32794"/>
                  </a:lnTo>
                  <a:lnTo>
                    <a:pt x="1401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49"/>
            <p:cNvSpPr/>
            <p:nvPr/>
          </p:nvSpPr>
          <p:spPr>
            <a:xfrm>
              <a:off x="1582025" y="1799200"/>
              <a:ext cx="1080500" cy="1727475"/>
            </a:xfrm>
            <a:custGeom>
              <a:rect b="b" l="l" r="r" t="t"/>
              <a:pathLst>
                <a:path extrusionOk="0" h="69099" w="4322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49"/>
            <p:cNvSpPr/>
            <p:nvPr/>
          </p:nvSpPr>
          <p:spPr>
            <a:xfrm>
              <a:off x="1582025" y="1799200"/>
              <a:ext cx="2783000" cy="1727475"/>
            </a:xfrm>
            <a:custGeom>
              <a:rect b="b" l="l" r="r" t="t"/>
              <a:pathLst>
                <a:path extrusionOk="0" h="69099" w="11132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49"/>
            <p:cNvSpPr/>
            <p:nvPr/>
          </p:nvSpPr>
          <p:spPr>
            <a:xfrm>
              <a:off x="3977725" y="3502625"/>
              <a:ext cx="27750" cy="24050"/>
            </a:xfrm>
            <a:custGeom>
              <a:rect b="b" l="l" r="r" t="t"/>
              <a:pathLst>
                <a:path extrusionOk="0" h="962" w="111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49"/>
            <p:cNvSpPr/>
            <p:nvPr/>
          </p:nvSpPr>
          <p:spPr>
            <a:xfrm>
              <a:off x="3954625" y="3476750"/>
              <a:ext cx="57325" cy="49925"/>
            </a:xfrm>
            <a:custGeom>
              <a:rect b="b" l="l" r="r" t="t"/>
              <a:pathLst>
                <a:path extrusionOk="0" h="1997" w="2293">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49"/>
            <p:cNvSpPr/>
            <p:nvPr/>
          </p:nvSpPr>
          <p:spPr>
            <a:xfrm>
              <a:off x="3998975" y="2691125"/>
              <a:ext cx="366050" cy="835550"/>
            </a:xfrm>
            <a:custGeom>
              <a:rect b="b" l="l" r="r" t="t"/>
              <a:pathLst>
                <a:path extrusionOk="0" h="33422" w="14642">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49"/>
            <p:cNvSpPr/>
            <p:nvPr/>
          </p:nvSpPr>
          <p:spPr>
            <a:xfrm>
              <a:off x="1529350" y="1687375"/>
              <a:ext cx="2889275" cy="1951150"/>
            </a:xfrm>
            <a:custGeom>
              <a:rect b="b" l="l" r="r" t="t"/>
              <a:pathLst>
                <a:path extrusionOk="0" h="78046" w="115571">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49"/>
            <p:cNvSpPr/>
            <p:nvPr/>
          </p:nvSpPr>
          <p:spPr>
            <a:xfrm>
              <a:off x="1521025" y="1679050"/>
              <a:ext cx="2905000" cy="1966875"/>
            </a:xfrm>
            <a:custGeom>
              <a:rect b="b" l="l" r="r" t="t"/>
              <a:pathLst>
                <a:path extrusionOk="0" h="78675" w="11620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49"/>
            <p:cNvSpPr/>
            <p:nvPr/>
          </p:nvSpPr>
          <p:spPr>
            <a:xfrm>
              <a:off x="1634725" y="1846350"/>
              <a:ext cx="1974250" cy="154375"/>
            </a:xfrm>
            <a:custGeom>
              <a:rect b="b" l="l" r="r" t="t"/>
              <a:pathLst>
                <a:path extrusionOk="0" h="6175" w="7897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49"/>
            <p:cNvSpPr/>
            <p:nvPr/>
          </p:nvSpPr>
          <p:spPr>
            <a:xfrm>
              <a:off x="1626400" y="1838950"/>
              <a:ext cx="1989975" cy="170075"/>
            </a:xfrm>
            <a:custGeom>
              <a:rect b="b" l="l" r="r" t="t"/>
              <a:pathLst>
                <a:path extrusionOk="0" h="6803" w="79599">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49"/>
            <p:cNvSpPr/>
            <p:nvPr/>
          </p:nvSpPr>
          <p:spPr>
            <a:xfrm>
              <a:off x="1658750" y="2167975"/>
              <a:ext cx="421500" cy="15750"/>
            </a:xfrm>
            <a:custGeom>
              <a:rect b="b" l="l" r="r" t="t"/>
              <a:pathLst>
                <a:path extrusionOk="0" h="630" w="1686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49"/>
            <p:cNvSpPr/>
            <p:nvPr/>
          </p:nvSpPr>
          <p:spPr>
            <a:xfrm>
              <a:off x="1658750" y="2259475"/>
              <a:ext cx="421500" cy="15750"/>
            </a:xfrm>
            <a:custGeom>
              <a:rect b="b" l="l" r="r" t="t"/>
              <a:pathLst>
                <a:path extrusionOk="0" h="630" w="1686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49"/>
            <p:cNvSpPr/>
            <p:nvPr/>
          </p:nvSpPr>
          <p:spPr>
            <a:xfrm>
              <a:off x="1658750" y="2351000"/>
              <a:ext cx="421500" cy="15725"/>
            </a:xfrm>
            <a:custGeom>
              <a:rect b="b" l="l" r="r" t="t"/>
              <a:pathLst>
                <a:path extrusionOk="0" h="629" w="1686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49"/>
            <p:cNvSpPr/>
            <p:nvPr/>
          </p:nvSpPr>
          <p:spPr>
            <a:xfrm>
              <a:off x="1658750" y="2448025"/>
              <a:ext cx="421500" cy="15750"/>
            </a:xfrm>
            <a:custGeom>
              <a:rect b="b" l="l" r="r" t="t"/>
              <a:pathLst>
                <a:path extrusionOk="0" h="630" w="1686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49"/>
            <p:cNvSpPr/>
            <p:nvPr/>
          </p:nvSpPr>
          <p:spPr>
            <a:xfrm>
              <a:off x="2144000" y="2167975"/>
              <a:ext cx="421475" cy="15750"/>
            </a:xfrm>
            <a:custGeom>
              <a:rect b="b" l="l" r="r" t="t"/>
              <a:pathLst>
                <a:path extrusionOk="0" h="630" w="16859">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49"/>
            <p:cNvSpPr/>
            <p:nvPr/>
          </p:nvSpPr>
          <p:spPr>
            <a:xfrm>
              <a:off x="2144000" y="2259475"/>
              <a:ext cx="421475" cy="15750"/>
            </a:xfrm>
            <a:custGeom>
              <a:rect b="b" l="l" r="r" t="t"/>
              <a:pathLst>
                <a:path extrusionOk="0" h="630" w="16859">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49"/>
            <p:cNvSpPr/>
            <p:nvPr/>
          </p:nvSpPr>
          <p:spPr>
            <a:xfrm>
              <a:off x="2144000" y="2351000"/>
              <a:ext cx="421475" cy="15725"/>
            </a:xfrm>
            <a:custGeom>
              <a:rect b="b" l="l" r="r" t="t"/>
              <a:pathLst>
                <a:path extrusionOk="0" h="629" w="16859">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49"/>
            <p:cNvSpPr/>
            <p:nvPr/>
          </p:nvSpPr>
          <p:spPr>
            <a:xfrm>
              <a:off x="2144000" y="2448025"/>
              <a:ext cx="421475" cy="15750"/>
            </a:xfrm>
            <a:custGeom>
              <a:rect b="b" l="l" r="r" t="t"/>
              <a:pathLst>
                <a:path extrusionOk="0" h="630" w="16859">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49"/>
            <p:cNvSpPr/>
            <p:nvPr/>
          </p:nvSpPr>
          <p:spPr>
            <a:xfrm>
              <a:off x="2629225" y="2167975"/>
              <a:ext cx="421500" cy="15750"/>
            </a:xfrm>
            <a:custGeom>
              <a:rect b="b" l="l" r="r" t="t"/>
              <a:pathLst>
                <a:path extrusionOk="0" h="630" w="1686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49"/>
            <p:cNvSpPr/>
            <p:nvPr/>
          </p:nvSpPr>
          <p:spPr>
            <a:xfrm>
              <a:off x="2629225" y="2259475"/>
              <a:ext cx="421500" cy="15750"/>
            </a:xfrm>
            <a:custGeom>
              <a:rect b="b" l="l" r="r" t="t"/>
              <a:pathLst>
                <a:path extrusionOk="0" h="630" w="1686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49"/>
            <p:cNvSpPr/>
            <p:nvPr/>
          </p:nvSpPr>
          <p:spPr>
            <a:xfrm>
              <a:off x="2629225" y="2351000"/>
              <a:ext cx="421500" cy="15725"/>
            </a:xfrm>
            <a:custGeom>
              <a:rect b="b" l="l" r="r" t="t"/>
              <a:pathLst>
                <a:path extrusionOk="0" h="629" w="1686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49"/>
            <p:cNvSpPr/>
            <p:nvPr/>
          </p:nvSpPr>
          <p:spPr>
            <a:xfrm>
              <a:off x="2629225" y="2448025"/>
              <a:ext cx="421500" cy="15750"/>
            </a:xfrm>
            <a:custGeom>
              <a:rect b="b" l="l" r="r" t="t"/>
              <a:pathLst>
                <a:path extrusionOk="0" h="630" w="1686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49"/>
            <p:cNvSpPr/>
            <p:nvPr/>
          </p:nvSpPr>
          <p:spPr>
            <a:xfrm>
              <a:off x="3114475" y="2167975"/>
              <a:ext cx="421475" cy="15750"/>
            </a:xfrm>
            <a:custGeom>
              <a:rect b="b" l="l" r="r" t="t"/>
              <a:pathLst>
                <a:path extrusionOk="0" h="630" w="16859">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49"/>
            <p:cNvSpPr/>
            <p:nvPr/>
          </p:nvSpPr>
          <p:spPr>
            <a:xfrm>
              <a:off x="3114475" y="2259475"/>
              <a:ext cx="421475" cy="15750"/>
            </a:xfrm>
            <a:custGeom>
              <a:rect b="b" l="l" r="r" t="t"/>
              <a:pathLst>
                <a:path extrusionOk="0" h="630" w="16859">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49"/>
            <p:cNvSpPr/>
            <p:nvPr/>
          </p:nvSpPr>
          <p:spPr>
            <a:xfrm>
              <a:off x="3114475" y="2351000"/>
              <a:ext cx="421475" cy="15725"/>
            </a:xfrm>
            <a:custGeom>
              <a:rect b="b" l="l" r="r" t="t"/>
              <a:pathLst>
                <a:path extrusionOk="0" h="629" w="16859">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49"/>
            <p:cNvSpPr/>
            <p:nvPr/>
          </p:nvSpPr>
          <p:spPr>
            <a:xfrm>
              <a:off x="3114475" y="2448025"/>
              <a:ext cx="421475" cy="15750"/>
            </a:xfrm>
            <a:custGeom>
              <a:rect b="b" l="l" r="r" t="t"/>
              <a:pathLst>
                <a:path extrusionOk="0" h="630" w="16859">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49"/>
            <p:cNvSpPr/>
            <p:nvPr/>
          </p:nvSpPr>
          <p:spPr>
            <a:xfrm>
              <a:off x="1902750" y="2663150"/>
              <a:ext cx="1494575" cy="451550"/>
            </a:xfrm>
            <a:custGeom>
              <a:rect b="b" l="l" r="r" t="t"/>
              <a:pathLst>
                <a:path extrusionOk="0" h="18062" w="59783">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49"/>
            <p:cNvSpPr/>
            <p:nvPr/>
          </p:nvSpPr>
          <p:spPr>
            <a:xfrm>
              <a:off x="2210525" y="2716075"/>
              <a:ext cx="91525" cy="91525"/>
            </a:xfrm>
            <a:custGeom>
              <a:rect b="b" l="l" r="r" t="t"/>
              <a:pathLst>
                <a:path extrusionOk="0" h="3661" w="3661">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49"/>
            <p:cNvSpPr/>
            <p:nvPr/>
          </p:nvSpPr>
          <p:spPr>
            <a:xfrm>
              <a:off x="2203150" y="2708675"/>
              <a:ext cx="106300" cy="106325"/>
            </a:xfrm>
            <a:custGeom>
              <a:rect b="b" l="l" r="r" t="t"/>
              <a:pathLst>
                <a:path extrusionOk="0" h="4253" w="4252">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49"/>
            <p:cNvSpPr/>
            <p:nvPr/>
          </p:nvSpPr>
          <p:spPr>
            <a:xfrm>
              <a:off x="2679125" y="2748425"/>
              <a:ext cx="91550" cy="91525"/>
            </a:xfrm>
            <a:custGeom>
              <a:rect b="b" l="l" r="r" t="t"/>
              <a:pathLst>
                <a:path extrusionOk="0" h="3661" w="3662">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49"/>
            <p:cNvSpPr/>
            <p:nvPr/>
          </p:nvSpPr>
          <p:spPr>
            <a:xfrm>
              <a:off x="2671750" y="2741025"/>
              <a:ext cx="106300" cy="106325"/>
            </a:xfrm>
            <a:custGeom>
              <a:rect b="b" l="l" r="r" t="t"/>
              <a:pathLst>
                <a:path extrusionOk="0" h="4253" w="4252">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49"/>
            <p:cNvSpPr/>
            <p:nvPr/>
          </p:nvSpPr>
          <p:spPr>
            <a:xfrm>
              <a:off x="2998000" y="2989650"/>
              <a:ext cx="91525" cy="91525"/>
            </a:xfrm>
            <a:custGeom>
              <a:rect b="b" l="l" r="r" t="t"/>
              <a:pathLst>
                <a:path extrusionOk="0" h="3661" w="3661">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49"/>
            <p:cNvSpPr/>
            <p:nvPr/>
          </p:nvSpPr>
          <p:spPr>
            <a:xfrm>
              <a:off x="2990625" y="2982275"/>
              <a:ext cx="106300" cy="106300"/>
            </a:xfrm>
            <a:custGeom>
              <a:rect b="b" l="l" r="r" t="t"/>
              <a:pathLst>
                <a:path extrusionOk="0" h="4252" w="4252">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49"/>
            <p:cNvSpPr/>
            <p:nvPr/>
          </p:nvSpPr>
          <p:spPr>
            <a:xfrm>
              <a:off x="3336300" y="2625500"/>
              <a:ext cx="91525" cy="90600"/>
            </a:xfrm>
            <a:custGeom>
              <a:rect b="b" l="l" r="r" t="t"/>
              <a:pathLst>
                <a:path extrusionOk="0" h="3624" w="3661">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49"/>
            <p:cNvSpPr/>
            <p:nvPr/>
          </p:nvSpPr>
          <p:spPr>
            <a:xfrm>
              <a:off x="3328900" y="2617175"/>
              <a:ext cx="106300" cy="107250"/>
            </a:xfrm>
            <a:custGeom>
              <a:rect b="b" l="l" r="r" t="t"/>
              <a:pathLst>
                <a:path extrusionOk="0" h="4290" w="4252">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49"/>
            <p:cNvSpPr/>
            <p:nvPr/>
          </p:nvSpPr>
          <p:spPr>
            <a:xfrm>
              <a:off x="1865775" y="3060825"/>
              <a:ext cx="90600" cy="91525"/>
            </a:xfrm>
            <a:custGeom>
              <a:rect b="b" l="l" r="r" t="t"/>
              <a:pathLst>
                <a:path extrusionOk="0" h="3661" w="3624">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49"/>
            <p:cNvSpPr/>
            <p:nvPr/>
          </p:nvSpPr>
          <p:spPr>
            <a:xfrm>
              <a:off x="1857475" y="3053425"/>
              <a:ext cx="107225" cy="106325"/>
            </a:xfrm>
            <a:custGeom>
              <a:rect b="b" l="l" r="r" t="t"/>
              <a:pathLst>
                <a:path extrusionOk="0" h="4253" w="4289">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49"/>
            <p:cNvSpPr/>
            <p:nvPr/>
          </p:nvSpPr>
          <p:spPr>
            <a:xfrm>
              <a:off x="2464700" y="2931425"/>
              <a:ext cx="90600" cy="90600"/>
            </a:xfrm>
            <a:custGeom>
              <a:rect b="b" l="l" r="r" t="t"/>
              <a:pathLst>
                <a:path extrusionOk="0" h="3624" w="3624">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49"/>
            <p:cNvSpPr/>
            <p:nvPr/>
          </p:nvSpPr>
          <p:spPr>
            <a:xfrm>
              <a:off x="2456400" y="2923100"/>
              <a:ext cx="107225" cy="106325"/>
            </a:xfrm>
            <a:custGeom>
              <a:rect b="b" l="l" r="r" t="t"/>
              <a:pathLst>
                <a:path extrusionOk="0" h="4253" w="4289">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49"/>
            <p:cNvSpPr/>
            <p:nvPr/>
          </p:nvSpPr>
          <p:spPr>
            <a:xfrm>
              <a:off x="3707850" y="1843575"/>
              <a:ext cx="52700" cy="1651675"/>
            </a:xfrm>
            <a:custGeom>
              <a:rect b="b" l="l" r="r" t="t"/>
              <a:pathLst>
                <a:path extrusionOk="0" h="66067" w="2108">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49"/>
            <p:cNvSpPr/>
            <p:nvPr/>
          </p:nvSpPr>
          <p:spPr>
            <a:xfrm>
              <a:off x="3700450" y="1836175"/>
              <a:ext cx="67500" cy="1666475"/>
            </a:xfrm>
            <a:custGeom>
              <a:rect b="b" l="l" r="r" t="t"/>
              <a:pathLst>
                <a:path extrusionOk="0" h="66659" w="270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49"/>
            <p:cNvSpPr/>
            <p:nvPr/>
          </p:nvSpPr>
          <p:spPr>
            <a:xfrm>
              <a:off x="4015625" y="2157825"/>
              <a:ext cx="307800" cy="14800"/>
            </a:xfrm>
            <a:custGeom>
              <a:rect b="b" l="l" r="r" t="t"/>
              <a:pathLst>
                <a:path extrusionOk="0" h="592" w="12312">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49"/>
            <p:cNvSpPr/>
            <p:nvPr/>
          </p:nvSpPr>
          <p:spPr>
            <a:xfrm>
              <a:off x="3805825" y="2157825"/>
              <a:ext cx="118325" cy="14800"/>
            </a:xfrm>
            <a:custGeom>
              <a:rect b="b" l="l" r="r" t="t"/>
              <a:pathLst>
                <a:path extrusionOk="0" h="592" w="4733">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49"/>
            <p:cNvSpPr/>
            <p:nvPr/>
          </p:nvSpPr>
          <p:spPr>
            <a:xfrm>
              <a:off x="4256850" y="2234525"/>
              <a:ext cx="66575" cy="15750"/>
            </a:xfrm>
            <a:custGeom>
              <a:rect b="b" l="l" r="r" t="t"/>
              <a:pathLst>
                <a:path extrusionOk="0" h="630" w="2663">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49"/>
            <p:cNvSpPr/>
            <p:nvPr/>
          </p:nvSpPr>
          <p:spPr>
            <a:xfrm>
              <a:off x="4112675" y="2234525"/>
              <a:ext cx="118325" cy="15750"/>
            </a:xfrm>
            <a:custGeom>
              <a:rect b="b" l="l" r="r" t="t"/>
              <a:pathLst>
                <a:path extrusionOk="0" h="630" w="4733">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49"/>
            <p:cNvSpPr/>
            <p:nvPr/>
          </p:nvSpPr>
          <p:spPr>
            <a:xfrm>
              <a:off x="3805825" y="2234525"/>
              <a:ext cx="253275" cy="15750"/>
            </a:xfrm>
            <a:custGeom>
              <a:rect b="b" l="l" r="r" t="t"/>
              <a:pathLst>
                <a:path extrusionOk="0" h="630" w="10131">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49"/>
            <p:cNvSpPr/>
            <p:nvPr/>
          </p:nvSpPr>
          <p:spPr>
            <a:xfrm>
              <a:off x="4047975" y="2312175"/>
              <a:ext cx="275450" cy="15725"/>
            </a:xfrm>
            <a:custGeom>
              <a:rect b="b" l="l" r="r" t="t"/>
              <a:pathLst>
                <a:path extrusionOk="0" h="629" w="11018">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49"/>
            <p:cNvSpPr/>
            <p:nvPr/>
          </p:nvSpPr>
          <p:spPr>
            <a:xfrm>
              <a:off x="3805825" y="2312175"/>
              <a:ext cx="201500" cy="15725"/>
            </a:xfrm>
            <a:custGeom>
              <a:rect b="b" l="l" r="r" t="t"/>
              <a:pathLst>
                <a:path extrusionOk="0" h="629" w="806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49"/>
            <p:cNvSpPr/>
            <p:nvPr/>
          </p:nvSpPr>
          <p:spPr>
            <a:xfrm>
              <a:off x="4196775" y="2389800"/>
              <a:ext cx="126650" cy="14825"/>
            </a:xfrm>
            <a:custGeom>
              <a:rect b="b" l="l" r="r" t="t"/>
              <a:pathLst>
                <a:path extrusionOk="0" h="593" w="5066">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49"/>
            <p:cNvSpPr/>
            <p:nvPr/>
          </p:nvSpPr>
          <p:spPr>
            <a:xfrm>
              <a:off x="3917650" y="2389800"/>
              <a:ext cx="247725" cy="14825"/>
            </a:xfrm>
            <a:custGeom>
              <a:rect b="b" l="l" r="r" t="t"/>
              <a:pathLst>
                <a:path extrusionOk="0" h="593" w="9909">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49"/>
            <p:cNvSpPr/>
            <p:nvPr/>
          </p:nvSpPr>
          <p:spPr>
            <a:xfrm>
              <a:off x="3805825" y="2389800"/>
              <a:ext cx="75800" cy="14825"/>
            </a:xfrm>
            <a:custGeom>
              <a:rect b="b" l="l" r="r" t="t"/>
              <a:pathLst>
                <a:path extrusionOk="0" h="593" w="3032">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49"/>
            <p:cNvSpPr/>
            <p:nvPr/>
          </p:nvSpPr>
          <p:spPr>
            <a:xfrm>
              <a:off x="4015625" y="2457275"/>
              <a:ext cx="307800" cy="14825"/>
            </a:xfrm>
            <a:custGeom>
              <a:rect b="b" l="l" r="r" t="t"/>
              <a:pathLst>
                <a:path extrusionOk="0" h="593" w="12312">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49"/>
            <p:cNvSpPr/>
            <p:nvPr/>
          </p:nvSpPr>
          <p:spPr>
            <a:xfrm>
              <a:off x="3805825" y="2457275"/>
              <a:ext cx="118325" cy="14825"/>
            </a:xfrm>
            <a:custGeom>
              <a:rect b="b" l="l" r="r" t="t"/>
              <a:pathLst>
                <a:path extrusionOk="0" h="593" w="4733">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49"/>
            <p:cNvSpPr/>
            <p:nvPr/>
          </p:nvSpPr>
          <p:spPr>
            <a:xfrm>
              <a:off x="4256850" y="2534000"/>
              <a:ext cx="66575" cy="15725"/>
            </a:xfrm>
            <a:custGeom>
              <a:rect b="b" l="l" r="r" t="t"/>
              <a:pathLst>
                <a:path extrusionOk="0" h="629" w="2663">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49"/>
            <p:cNvSpPr/>
            <p:nvPr/>
          </p:nvSpPr>
          <p:spPr>
            <a:xfrm>
              <a:off x="4112675" y="2534000"/>
              <a:ext cx="118325" cy="15725"/>
            </a:xfrm>
            <a:custGeom>
              <a:rect b="b" l="l" r="r" t="t"/>
              <a:pathLst>
                <a:path extrusionOk="0" h="629" w="4733">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49"/>
            <p:cNvSpPr/>
            <p:nvPr/>
          </p:nvSpPr>
          <p:spPr>
            <a:xfrm>
              <a:off x="3805825" y="2534000"/>
              <a:ext cx="253275" cy="15725"/>
            </a:xfrm>
            <a:custGeom>
              <a:rect b="b" l="l" r="r" t="t"/>
              <a:pathLst>
                <a:path extrusionOk="0" h="629" w="10131">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49"/>
            <p:cNvSpPr/>
            <p:nvPr/>
          </p:nvSpPr>
          <p:spPr>
            <a:xfrm>
              <a:off x="4047975" y="2611625"/>
              <a:ext cx="275450" cy="15750"/>
            </a:xfrm>
            <a:custGeom>
              <a:rect b="b" l="l" r="r" t="t"/>
              <a:pathLst>
                <a:path extrusionOk="0" h="630" w="11018">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49"/>
            <p:cNvSpPr/>
            <p:nvPr/>
          </p:nvSpPr>
          <p:spPr>
            <a:xfrm>
              <a:off x="3805825" y="2611625"/>
              <a:ext cx="201500" cy="15750"/>
            </a:xfrm>
            <a:custGeom>
              <a:rect b="b" l="l" r="r" t="t"/>
              <a:pathLst>
                <a:path extrusionOk="0" h="630" w="806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49"/>
            <p:cNvSpPr/>
            <p:nvPr/>
          </p:nvSpPr>
          <p:spPr>
            <a:xfrm>
              <a:off x="4196775" y="2688350"/>
              <a:ext cx="126650" cy="15725"/>
            </a:xfrm>
            <a:custGeom>
              <a:rect b="b" l="l" r="r" t="t"/>
              <a:pathLst>
                <a:path extrusionOk="0" h="629" w="5066">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49"/>
            <p:cNvSpPr/>
            <p:nvPr/>
          </p:nvSpPr>
          <p:spPr>
            <a:xfrm>
              <a:off x="3917650" y="2688350"/>
              <a:ext cx="247725" cy="15725"/>
            </a:xfrm>
            <a:custGeom>
              <a:rect b="b" l="l" r="r" t="t"/>
              <a:pathLst>
                <a:path extrusionOk="0" h="629" w="9909">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49"/>
            <p:cNvSpPr/>
            <p:nvPr/>
          </p:nvSpPr>
          <p:spPr>
            <a:xfrm>
              <a:off x="3805825" y="2688350"/>
              <a:ext cx="75800" cy="15725"/>
            </a:xfrm>
            <a:custGeom>
              <a:rect b="b" l="l" r="r" t="t"/>
              <a:pathLst>
                <a:path extrusionOk="0" h="629" w="3032">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49"/>
            <p:cNvSpPr/>
            <p:nvPr/>
          </p:nvSpPr>
          <p:spPr>
            <a:xfrm>
              <a:off x="4015625" y="2756750"/>
              <a:ext cx="307800" cy="14800"/>
            </a:xfrm>
            <a:custGeom>
              <a:rect b="b" l="l" r="r" t="t"/>
              <a:pathLst>
                <a:path extrusionOk="0" h="592" w="12312">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49"/>
            <p:cNvSpPr/>
            <p:nvPr/>
          </p:nvSpPr>
          <p:spPr>
            <a:xfrm>
              <a:off x="3805825" y="2756750"/>
              <a:ext cx="118325" cy="14800"/>
            </a:xfrm>
            <a:custGeom>
              <a:rect b="b" l="l" r="r" t="t"/>
              <a:pathLst>
                <a:path extrusionOk="0" h="592" w="4733">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49"/>
            <p:cNvSpPr/>
            <p:nvPr/>
          </p:nvSpPr>
          <p:spPr>
            <a:xfrm>
              <a:off x="4256850" y="2833450"/>
              <a:ext cx="66575" cy="15750"/>
            </a:xfrm>
            <a:custGeom>
              <a:rect b="b" l="l" r="r" t="t"/>
              <a:pathLst>
                <a:path extrusionOk="0" h="630" w="2663">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49"/>
            <p:cNvSpPr/>
            <p:nvPr/>
          </p:nvSpPr>
          <p:spPr>
            <a:xfrm>
              <a:off x="4112675" y="2833450"/>
              <a:ext cx="118325" cy="15750"/>
            </a:xfrm>
            <a:custGeom>
              <a:rect b="b" l="l" r="r" t="t"/>
              <a:pathLst>
                <a:path extrusionOk="0" h="630" w="4733">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49"/>
            <p:cNvSpPr/>
            <p:nvPr/>
          </p:nvSpPr>
          <p:spPr>
            <a:xfrm>
              <a:off x="3805825" y="2833450"/>
              <a:ext cx="253275" cy="15750"/>
            </a:xfrm>
            <a:custGeom>
              <a:rect b="b" l="l" r="r" t="t"/>
              <a:pathLst>
                <a:path extrusionOk="0" h="630" w="10131">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49"/>
            <p:cNvSpPr/>
            <p:nvPr/>
          </p:nvSpPr>
          <p:spPr>
            <a:xfrm>
              <a:off x="4047975" y="2911100"/>
              <a:ext cx="275450" cy="15725"/>
            </a:xfrm>
            <a:custGeom>
              <a:rect b="b" l="l" r="r" t="t"/>
              <a:pathLst>
                <a:path extrusionOk="0" h="629" w="11018">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49"/>
            <p:cNvSpPr/>
            <p:nvPr/>
          </p:nvSpPr>
          <p:spPr>
            <a:xfrm>
              <a:off x="3805825" y="2911100"/>
              <a:ext cx="201500" cy="15725"/>
            </a:xfrm>
            <a:custGeom>
              <a:rect b="b" l="l" r="r" t="t"/>
              <a:pathLst>
                <a:path extrusionOk="0" h="629" w="806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49"/>
            <p:cNvSpPr/>
            <p:nvPr/>
          </p:nvSpPr>
          <p:spPr>
            <a:xfrm>
              <a:off x="4196775" y="2987800"/>
              <a:ext cx="126650" cy="15750"/>
            </a:xfrm>
            <a:custGeom>
              <a:rect b="b" l="l" r="r" t="t"/>
              <a:pathLst>
                <a:path extrusionOk="0" h="630" w="5066">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49"/>
            <p:cNvSpPr/>
            <p:nvPr/>
          </p:nvSpPr>
          <p:spPr>
            <a:xfrm>
              <a:off x="3917650" y="2987800"/>
              <a:ext cx="247725" cy="15750"/>
            </a:xfrm>
            <a:custGeom>
              <a:rect b="b" l="l" r="r" t="t"/>
              <a:pathLst>
                <a:path extrusionOk="0" h="630" w="9909">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49"/>
            <p:cNvSpPr/>
            <p:nvPr/>
          </p:nvSpPr>
          <p:spPr>
            <a:xfrm>
              <a:off x="3805825" y="2987800"/>
              <a:ext cx="75800" cy="15750"/>
            </a:xfrm>
            <a:custGeom>
              <a:rect b="b" l="l" r="r" t="t"/>
              <a:pathLst>
                <a:path extrusionOk="0" h="630" w="3032">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49"/>
            <p:cNvSpPr/>
            <p:nvPr/>
          </p:nvSpPr>
          <p:spPr>
            <a:xfrm>
              <a:off x="4015625" y="3056200"/>
              <a:ext cx="307800" cy="14825"/>
            </a:xfrm>
            <a:custGeom>
              <a:rect b="b" l="l" r="r" t="t"/>
              <a:pathLst>
                <a:path extrusionOk="0" h="593" w="12312">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49"/>
            <p:cNvSpPr/>
            <p:nvPr/>
          </p:nvSpPr>
          <p:spPr>
            <a:xfrm>
              <a:off x="3805825" y="3056200"/>
              <a:ext cx="118325" cy="14825"/>
            </a:xfrm>
            <a:custGeom>
              <a:rect b="b" l="l" r="r" t="t"/>
              <a:pathLst>
                <a:path extrusionOk="0" h="593" w="4733">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49"/>
            <p:cNvSpPr/>
            <p:nvPr/>
          </p:nvSpPr>
          <p:spPr>
            <a:xfrm>
              <a:off x="4256850" y="3132925"/>
              <a:ext cx="66575" cy="15725"/>
            </a:xfrm>
            <a:custGeom>
              <a:rect b="b" l="l" r="r" t="t"/>
              <a:pathLst>
                <a:path extrusionOk="0" h="629" w="2663">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49"/>
            <p:cNvSpPr/>
            <p:nvPr/>
          </p:nvSpPr>
          <p:spPr>
            <a:xfrm>
              <a:off x="4112675" y="3132925"/>
              <a:ext cx="118325" cy="15725"/>
            </a:xfrm>
            <a:custGeom>
              <a:rect b="b" l="l" r="r" t="t"/>
              <a:pathLst>
                <a:path extrusionOk="0" h="629" w="4733">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49"/>
            <p:cNvSpPr/>
            <p:nvPr/>
          </p:nvSpPr>
          <p:spPr>
            <a:xfrm>
              <a:off x="3805825" y="3132925"/>
              <a:ext cx="253275" cy="15725"/>
            </a:xfrm>
            <a:custGeom>
              <a:rect b="b" l="l" r="r" t="t"/>
              <a:pathLst>
                <a:path extrusionOk="0" h="629" w="10131">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49"/>
            <p:cNvSpPr/>
            <p:nvPr/>
          </p:nvSpPr>
          <p:spPr>
            <a:xfrm>
              <a:off x="4047975" y="3210550"/>
              <a:ext cx="275450" cy="14825"/>
            </a:xfrm>
            <a:custGeom>
              <a:rect b="b" l="l" r="r" t="t"/>
              <a:pathLst>
                <a:path extrusionOk="0" h="593" w="11018">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49"/>
            <p:cNvSpPr/>
            <p:nvPr/>
          </p:nvSpPr>
          <p:spPr>
            <a:xfrm>
              <a:off x="3805825" y="3210550"/>
              <a:ext cx="201500" cy="14825"/>
            </a:xfrm>
            <a:custGeom>
              <a:rect b="b" l="l" r="r" t="t"/>
              <a:pathLst>
                <a:path extrusionOk="0" h="593" w="806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49"/>
            <p:cNvSpPr/>
            <p:nvPr/>
          </p:nvSpPr>
          <p:spPr>
            <a:xfrm>
              <a:off x="4196775" y="3287275"/>
              <a:ext cx="126650" cy="15725"/>
            </a:xfrm>
            <a:custGeom>
              <a:rect b="b" l="l" r="r" t="t"/>
              <a:pathLst>
                <a:path extrusionOk="0" h="629" w="5066">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49"/>
            <p:cNvSpPr/>
            <p:nvPr/>
          </p:nvSpPr>
          <p:spPr>
            <a:xfrm>
              <a:off x="3917650" y="3287275"/>
              <a:ext cx="247725" cy="15725"/>
            </a:xfrm>
            <a:custGeom>
              <a:rect b="b" l="l" r="r" t="t"/>
              <a:pathLst>
                <a:path extrusionOk="0" h="629" w="9909">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49"/>
            <p:cNvSpPr/>
            <p:nvPr/>
          </p:nvSpPr>
          <p:spPr>
            <a:xfrm>
              <a:off x="3805825" y="3287275"/>
              <a:ext cx="75800" cy="15725"/>
            </a:xfrm>
            <a:custGeom>
              <a:rect b="b" l="l" r="r" t="t"/>
              <a:pathLst>
                <a:path extrusionOk="0" h="629" w="3032">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49"/>
            <p:cNvSpPr/>
            <p:nvPr/>
          </p:nvSpPr>
          <p:spPr>
            <a:xfrm>
              <a:off x="1700350" y="3333475"/>
              <a:ext cx="69325" cy="154400"/>
            </a:xfrm>
            <a:custGeom>
              <a:rect b="b" l="l" r="r" t="t"/>
              <a:pathLst>
                <a:path extrusionOk="0" h="6176" w="2773">
                  <a:moveTo>
                    <a:pt x="0" y="1"/>
                  </a:moveTo>
                  <a:lnTo>
                    <a:pt x="0" y="6175"/>
                  </a:lnTo>
                  <a:lnTo>
                    <a:pt x="2773" y="6175"/>
                  </a:lnTo>
                  <a:lnTo>
                    <a:pt x="277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49"/>
            <p:cNvSpPr/>
            <p:nvPr/>
          </p:nvSpPr>
          <p:spPr>
            <a:xfrm>
              <a:off x="1838975" y="3401875"/>
              <a:ext cx="69350" cy="86000"/>
            </a:xfrm>
            <a:custGeom>
              <a:rect b="b" l="l" r="r" t="t"/>
              <a:pathLst>
                <a:path extrusionOk="0" h="3440" w="2774">
                  <a:moveTo>
                    <a:pt x="1" y="1"/>
                  </a:moveTo>
                  <a:lnTo>
                    <a:pt x="1" y="3439"/>
                  </a:lnTo>
                  <a:lnTo>
                    <a:pt x="2774" y="3439"/>
                  </a:lnTo>
                  <a:lnTo>
                    <a:pt x="27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49"/>
            <p:cNvSpPr/>
            <p:nvPr/>
          </p:nvSpPr>
          <p:spPr>
            <a:xfrm>
              <a:off x="1977625" y="3441625"/>
              <a:ext cx="69350" cy="46250"/>
            </a:xfrm>
            <a:custGeom>
              <a:rect b="b" l="l" r="r" t="t"/>
              <a:pathLst>
                <a:path extrusionOk="0" h="1850" w="2774">
                  <a:moveTo>
                    <a:pt x="0" y="0"/>
                  </a:moveTo>
                  <a:lnTo>
                    <a:pt x="0" y="1849"/>
                  </a:lnTo>
                  <a:lnTo>
                    <a:pt x="2773" y="1849"/>
                  </a:lnTo>
                  <a:lnTo>
                    <a:pt x="277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49"/>
            <p:cNvSpPr/>
            <p:nvPr/>
          </p:nvSpPr>
          <p:spPr>
            <a:xfrm>
              <a:off x="2116250" y="3378775"/>
              <a:ext cx="69350" cy="109100"/>
            </a:xfrm>
            <a:custGeom>
              <a:rect b="b" l="l" r="r" t="t"/>
              <a:pathLst>
                <a:path extrusionOk="0" h="4364" w="2774">
                  <a:moveTo>
                    <a:pt x="1" y="0"/>
                  </a:moveTo>
                  <a:lnTo>
                    <a:pt x="1" y="4363"/>
                  </a:lnTo>
                  <a:lnTo>
                    <a:pt x="2774" y="4363"/>
                  </a:lnTo>
                  <a:lnTo>
                    <a:pt x="27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49"/>
            <p:cNvSpPr/>
            <p:nvPr/>
          </p:nvSpPr>
          <p:spPr>
            <a:xfrm>
              <a:off x="2254900" y="3418525"/>
              <a:ext cx="69350" cy="69350"/>
            </a:xfrm>
            <a:custGeom>
              <a:rect b="b" l="l" r="r" t="t"/>
              <a:pathLst>
                <a:path extrusionOk="0" h="2774" w="2774">
                  <a:moveTo>
                    <a:pt x="0" y="0"/>
                  </a:moveTo>
                  <a:lnTo>
                    <a:pt x="0" y="2773"/>
                  </a:lnTo>
                  <a:lnTo>
                    <a:pt x="2773" y="2773"/>
                  </a:lnTo>
                  <a:lnTo>
                    <a:pt x="277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49"/>
            <p:cNvSpPr/>
            <p:nvPr/>
          </p:nvSpPr>
          <p:spPr>
            <a:xfrm>
              <a:off x="2393550" y="3373225"/>
              <a:ext cx="69325" cy="114650"/>
            </a:xfrm>
            <a:custGeom>
              <a:rect b="b" l="l" r="r" t="t"/>
              <a:pathLst>
                <a:path extrusionOk="0" h="4586" w="2773">
                  <a:moveTo>
                    <a:pt x="0" y="1"/>
                  </a:moveTo>
                  <a:lnTo>
                    <a:pt x="0" y="4585"/>
                  </a:lnTo>
                  <a:lnTo>
                    <a:pt x="2773" y="4585"/>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49"/>
            <p:cNvSpPr/>
            <p:nvPr/>
          </p:nvSpPr>
          <p:spPr>
            <a:xfrm>
              <a:off x="2532175" y="3468425"/>
              <a:ext cx="69350" cy="19450"/>
            </a:xfrm>
            <a:custGeom>
              <a:rect b="b" l="l" r="r" t="t"/>
              <a:pathLst>
                <a:path extrusionOk="0" h="778" w="2774">
                  <a:moveTo>
                    <a:pt x="1" y="1"/>
                  </a:moveTo>
                  <a:lnTo>
                    <a:pt x="1" y="777"/>
                  </a:lnTo>
                  <a:lnTo>
                    <a:pt x="2773" y="777"/>
                  </a:lnTo>
                  <a:lnTo>
                    <a:pt x="277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49"/>
            <p:cNvSpPr/>
            <p:nvPr/>
          </p:nvSpPr>
          <p:spPr>
            <a:xfrm>
              <a:off x="2670825" y="3333475"/>
              <a:ext cx="69350" cy="154400"/>
            </a:xfrm>
            <a:custGeom>
              <a:rect b="b" l="l" r="r" t="t"/>
              <a:pathLst>
                <a:path extrusionOk="0" h="6176" w="2774">
                  <a:moveTo>
                    <a:pt x="0" y="1"/>
                  </a:moveTo>
                  <a:lnTo>
                    <a:pt x="0" y="6175"/>
                  </a:lnTo>
                  <a:lnTo>
                    <a:pt x="2773" y="6175"/>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49"/>
            <p:cNvSpPr/>
            <p:nvPr/>
          </p:nvSpPr>
          <p:spPr>
            <a:xfrm>
              <a:off x="2809450" y="3431450"/>
              <a:ext cx="69350" cy="56425"/>
            </a:xfrm>
            <a:custGeom>
              <a:rect b="b" l="l" r="r" t="t"/>
              <a:pathLst>
                <a:path extrusionOk="0" h="2257" w="2774">
                  <a:moveTo>
                    <a:pt x="1" y="1"/>
                  </a:moveTo>
                  <a:lnTo>
                    <a:pt x="1" y="2256"/>
                  </a:lnTo>
                  <a:lnTo>
                    <a:pt x="2774" y="2256"/>
                  </a:lnTo>
                  <a:lnTo>
                    <a:pt x="277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49"/>
            <p:cNvSpPr/>
            <p:nvPr/>
          </p:nvSpPr>
          <p:spPr>
            <a:xfrm>
              <a:off x="2948100" y="3465650"/>
              <a:ext cx="69350" cy="22225"/>
            </a:xfrm>
            <a:custGeom>
              <a:rect b="b" l="l" r="r" t="t"/>
              <a:pathLst>
                <a:path extrusionOk="0" h="889" w="2774">
                  <a:moveTo>
                    <a:pt x="0" y="1"/>
                  </a:moveTo>
                  <a:lnTo>
                    <a:pt x="0" y="888"/>
                  </a:lnTo>
                  <a:lnTo>
                    <a:pt x="2773" y="888"/>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49"/>
            <p:cNvSpPr/>
            <p:nvPr/>
          </p:nvSpPr>
          <p:spPr>
            <a:xfrm>
              <a:off x="3086750" y="3437000"/>
              <a:ext cx="69325" cy="50875"/>
            </a:xfrm>
            <a:custGeom>
              <a:rect b="b" l="l" r="r" t="t"/>
              <a:pathLst>
                <a:path extrusionOk="0" h="2035" w="2773">
                  <a:moveTo>
                    <a:pt x="0" y="1"/>
                  </a:moveTo>
                  <a:lnTo>
                    <a:pt x="0" y="2034"/>
                  </a:lnTo>
                  <a:lnTo>
                    <a:pt x="2773" y="2034"/>
                  </a:lnTo>
                  <a:lnTo>
                    <a:pt x="277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49"/>
            <p:cNvSpPr/>
            <p:nvPr/>
          </p:nvSpPr>
          <p:spPr>
            <a:xfrm>
              <a:off x="3225375" y="3333475"/>
              <a:ext cx="69350" cy="154400"/>
            </a:xfrm>
            <a:custGeom>
              <a:rect b="b" l="l" r="r" t="t"/>
              <a:pathLst>
                <a:path extrusionOk="0" h="6176" w="2774">
                  <a:moveTo>
                    <a:pt x="1" y="1"/>
                  </a:moveTo>
                  <a:lnTo>
                    <a:pt x="1" y="6175"/>
                  </a:lnTo>
                  <a:lnTo>
                    <a:pt x="2773" y="6175"/>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49"/>
            <p:cNvSpPr/>
            <p:nvPr/>
          </p:nvSpPr>
          <p:spPr>
            <a:xfrm>
              <a:off x="3364025" y="3364900"/>
              <a:ext cx="69325" cy="122975"/>
            </a:xfrm>
            <a:custGeom>
              <a:rect b="b" l="l" r="r" t="t"/>
              <a:pathLst>
                <a:path extrusionOk="0" h="4919" w="2773">
                  <a:moveTo>
                    <a:pt x="0" y="1"/>
                  </a:moveTo>
                  <a:lnTo>
                    <a:pt x="0" y="4918"/>
                  </a:lnTo>
                  <a:lnTo>
                    <a:pt x="2773" y="4918"/>
                  </a:lnTo>
                  <a:lnTo>
                    <a:pt x="277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49"/>
            <p:cNvSpPr/>
            <p:nvPr/>
          </p:nvSpPr>
          <p:spPr>
            <a:xfrm>
              <a:off x="3502650" y="3386175"/>
              <a:ext cx="69350" cy="101700"/>
            </a:xfrm>
            <a:custGeom>
              <a:rect b="b" l="l" r="r" t="t"/>
              <a:pathLst>
                <a:path extrusionOk="0" h="4068" w="2774">
                  <a:moveTo>
                    <a:pt x="1" y="0"/>
                  </a:moveTo>
                  <a:lnTo>
                    <a:pt x="1" y="4067"/>
                  </a:lnTo>
                  <a:lnTo>
                    <a:pt x="2774" y="4067"/>
                  </a:lnTo>
                  <a:lnTo>
                    <a:pt x="27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49"/>
            <p:cNvSpPr/>
            <p:nvPr/>
          </p:nvSpPr>
          <p:spPr>
            <a:xfrm>
              <a:off x="3855725" y="1244650"/>
              <a:ext cx="170100" cy="822625"/>
            </a:xfrm>
            <a:custGeom>
              <a:rect b="b" l="l" r="r" t="t"/>
              <a:pathLst>
                <a:path extrusionOk="0" h="32905" w="6804">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49"/>
            <p:cNvSpPr/>
            <p:nvPr/>
          </p:nvSpPr>
          <p:spPr>
            <a:xfrm>
              <a:off x="4130225" y="1239100"/>
              <a:ext cx="302275" cy="14800"/>
            </a:xfrm>
            <a:custGeom>
              <a:rect b="b" l="l" r="r" t="t"/>
              <a:pathLst>
                <a:path extrusionOk="0" h="592" w="12091">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49"/>
            <p:cNvSpPr/>
            <p:nvPr/>
          </p:nvSpPr>
          <p:spPr>
            <a:xfrm>
              <a:off x="4130225" y="1330600"/>
              <a:ext cx="302275" cy="15725"/>
            </a:xfrm>
            <a:custGeom>
              <a:rect b="b" l="l" r="r" t="t"/>
              <a:pathLst>
                <a:path extrusionOk="0" h="629" w="12091">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49"/>
            <p:cNvSpPr/>
            <p:nvPr/>
          </p:nvSpPr>
          <p:spPr>
            <a:xfrm>
              <a:off x="4130225" y="1422100"/>
              <a:ext cx="302275" cy="15725"/>
            </a:xfrm>
            <a:custGeom>
              <a:rect b="b" l="l" r="r" t="t"/>
              <a:pathLst>
                <a:path extrusionOk="0" h="629" w="12091">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49"/>
            <p:cNvSpPr/>
            <p:nvPr/>
          </p:nvSpPr>
          <p:spPr>
            <a:xfrm>
              <a:off x="1709575" y="4545200"/>
              <a:ext cx="317975" cy="15750"/>
            </a:xfrm>
            <a:custGeom>
              <a:rect b="b" l="l" r="r" t="t"/>
              <a:pathLst>
                <a:path extrusionOk="0" h="630" w="12719">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49"/>
            <p:cNvSpPr/>
            <p:nvPr/>
          </p:nvSpPr>
          <p:spPr>
            <a:xfrm>
              <a:off x="1709575" y="4631150"/>
              <a:ext cx="317975" cy="15750"/>
            </a:xfrm>
            <a:custGeom>
              <a:rect b="b" l="l" r="r" t="t"/>
              <a:pathLst>
                <a:path extrusionOk="0" h="630" w="12719">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49"/>
            <p:cNvSpPr/>
            <p:nvPr/>
          </p:nvSpPr>
          <p:spPr>
            <a:xfrm>
              <a:off x="1709575" y="4717125"/>
              <a:ext cx="317975" cy="15725"/>
            </a:xfrm>
            <a:custGeom>
              <a:rect b="b" l="l" r="r" t="t"/>
              <a:pathLst>
                <a:path extrusionOk="0" h="629" w="12719">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49"/>
            <p:cNvSpPr/>
            <p:nvPr/>
          </p:nvSpPr>
          <p:spPr>
            <a:xfrm>
              <a:off x="1709575" y="4803075"/>
              <a:ext cx="317975" cy="14800"/>
            </a:xfrm>
            <a:custGeom>
              <a:rect b="b" l="l" r="r" t="t"/>
              <a:pathLst>
                <a:path extrusionOk="0" h="592" w="12719">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49"/>
            <p:cNvSpPr/>
            <p:nvPr/>
          </p:nvSpPr>
          <p:spPr>
            <a:xfrm>
              <a:off x="2163400" y="3753100"/>
              <a:ext cx="949250" cy="949250"/>
            </a:xfrm>
            <a:custGeom>
              <a:rect b="b" l="l" r="r" t="t"/>
              <a:pathLst>
                <a:path extrusionOk="0" h="37970" w="3797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49"/>
            <p:cNvSpPr/>
            <p:nvPr/>
          </p:nvSpPr>
          <p:spPr>
            <a:xfrm>
              <a:off x="2155075" y="3744775"/>
              <a:ext cx="965875" cy="965900"/>
            </a:xfrm>
            <a:custGeom>
              <a:rect b="b" l="l" r="r" t="t"/>
              <a:pathLst>
                <a:path extrusionOk="0" h="38636" w="38635">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49"/>
            <p:cNvSpPr/>
            <p:nvPr/>
          </p:nvSpPr>
          <p:spPr>
            <a:xfrm>
              <a:off x="2283550" y="3873250"/>
              <a:ext cx="708950" cy="708950"/>
            </a:xfrm>
            <a:custGeom>
              <a:rect b="b" l="l" r="r" t="t"/>
              <a:pathLst>
                <a:path extrusionOk="0" h="28358" w="28358">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49"/>
            <p:cNvSpPr/>
            <p:nvPr/>
          </p:nvSpPr>
          <p:spPr>
            <a:xfrm>
              <a:off x="2275225" y="3864950"/>
              <a:ext cx="725575" cy="725575"/>
            </a:xfrm>
            <a:custGeom>
              <a:rect b="b" l="l" r="r" t="t"/>
              <a:pathLst>
                <a:path extrusionOk="0" h="29023" w="29023">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49"/>
            <p:cNvSpPr/>
            <p:nvPr/>
          </p:nvSpPr>
          <p:spPr>
            <a:xfrm>
              <a:off x="2413875" y="4003575"/>
              <a:ext cx="448300" cy="448300"/>
            </a:xfrm>
            <a:custGeom>
              <a:rect b="b" l="l" r="r" t="t"/>
              <a:pathLst>
                <a:path extrusionOk="0" h="17932" w="17932">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49"/>
            <p:cNvSpPr/>
            <p:nvPr/>
          </p:nvSpPr>
          <p:spPr>
            <a:xfrm>
              <a:off x="2406475" y="3996175"/>
              <a:ext cx="463075" cy="463100"/>
            </a:xfrm>
            <a:custGeom>
              <a:rect b="b" l="l" r="r" t="t"/>
              <a:pathLst>
                <a:path extrusionOk="0" h="18524" w="18523">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49"/>
            <p:cNvSpPr/>
            <p:nvPr/>
          </p:nvSpPr>
          <p:spPr>
            <a:xfrm>
              <a:off x="1636575" y="3993425"/>
              <a:ext cx="469550" cy="468625"/>
            </a:xfrm>
            <a:custGeom>
              <a:rect b="b" l="l" r="r" t="t"/>
              <a:pathLst>
                <a:path extrusionOk="0" h="18745" w="18782">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49"/>
            <p:cNvSpPr/>
            <p:nvPr/>
          </p:nvSpPr>
          <p:spPr>
            <a:xfrm>
              <a:off x="1629175" y="3985100"/>
              <a:ext cx="484325" cy="485250"/>
            </a:xfrm>
            <a:custGeom>
              <a:rect b="b" l="l" r="r" t="t"/>
              <a:pathLst>
                <a:path extrusionOk="0" h="19410" w="19373">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49"/>
            <p:cNvSpPr/>
            <p:nvPr/>
          </p:nvSpPr>
          <p:spPr>
            <a:xfrm>
              <a:off x="1740075" y="4096925"/>
              <a:ext cx="262525" cy="262525"/>
            </a:xfrm>
            <a:custGeom>
              <a:rect b="b" l="l" r="r" t="t"/>
              <a:pathLst>
                <a:path extrusionOk="0" h="10501" w="10501">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49"/>
            <p:cNvSpPr/>
            <p:nvPr/>
          </p:nvSpPr>
          <p:spPr>
            <a:xfrm>
              <a:off x="1732700" y="4088600"/>
              <a:ext cx="277300" cy="278250"/>
            </a:xfrm>
            <a:custGeom>
              <a:rect b="b" l="l" r="r" t="t"/>
              <a:pathLst>
                <a:path extrusionOk="0" h="11130" w="11092">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49"/>
            <p:cNvSpPr/>
            <p:nvPr/>
          </p:nvSpPr>
          <p:spPr>
            <a:xfrm>
              <a:off x="1304750" y="4090450"/>
              <a:ext cx="274525" cy="274550"/>
            </a:xfrm>
            <a:custGeom>
              <a:rect b="b" l="l" r="r" t="t"/>
              <a:pathLst>
                <a:path extrusionOk="0" h="10982" w="10981">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49"/>
            <p:cNvSpPr/>
            <p:nvPr/>
          </p:nvSpPr>
          <p:spPr>
            <a:xfrm>
              <a:off x="1297350" y="4083075"/>
              <a:ext cx="290250" cy="289300"/>
            </a:xfrm>
            <a:custGeom>
              <a:rect b="b" l="l" r="r" t="t"/>
              <a:pathLst>
                <a:path extrusionOk="0" h="11572" w="1161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49"/>
            <p:cNvSpPr/>
            <p:nvPr/>
          </p:nvSpPr>
          <p:spPr>
            <a:xfrm>
              <a:off x="1364825" y="4150550"/>
              <a:ext cx="154375" cy="154375"/>
            </a:xfrm>
            <a:custGeom>
              <a:rect b="b" l="l" r="r" t="t"/>
              <a:pathLst>
                <a:path extrusionOk="0" h="6175" w="6175">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49"/>
            <p:cNvSpPr/>
            <p:nvPr/>
          </p:nvSpPr>
          <p:spPr>
            <a:xfrm>
              <a:off x="1357450" y="4143150"/>
              <a:ext cx="169150" cy="169150"/>
            </a:xfrm>
            <a:custGeom>
              <a:rect b="b" l="l" r="r" t="t"/>
              <a:pathLst>
                <a:path extrusionOk="0" h="6766" w="6766">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49"/>
            <p:cNvSpPr/>
            <p:nvPr/>
          </p:nvSpPr>
          <p:spPr>
            <a:xfrm>
              <a:off x="1150400" y="4228175"/>
              <a:ext cx="1488100" cy="25"/>
            </a:xfrm>
            <a:custGeom>
              <a:rect b="b" l="l" r="r" t="t"/>
              <a:pathLst>
                <a:path extrusionOk="0" h="1" w="59524">
                  <a:moveTo>
                    <a:pt x="59523" y="1"/>
                  </a:moveTo>
                  <a:lnTo>
                    <a:pt x="1"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49"/>
            <p:cNvSpPr/>
            <p:nvPr/>
          </p:nvSpPr>
          <p:spPr>
            <a:xfrm>
              <a:off x="1143000" y="4219850"/>
              <a:ext cx="1502900" cy="15750"/>
            </a:xfrm>
            <a:custGeom>
              <a:rect b="b" l="l" r="r" t="t"/>
              <a:pathLst>
                <a:path extrusionOk="0" h="630" w="60116">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49"/>
            <p:cNvSpPr/>
            <p:nvPr/>
          </p:nvSpPr>
          <p:spPr>
            <a:xfrm>
              <a:off x="2662500" y="939625"/>
              <a:ext cx="943700" cy="739450"/>
            </a:xfrm>
            <a:custGeom>
              <a:rect b="b" l="l" r="r" t="t"/>
              <a:pathLst>
                <a:path extrusionOk="0" h="29578" w="37748">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49"/>
            <p:cNvSpPr/>
            <p:nvPr/>
          </p:nvSpPr>
          <p:spPr>
            <a:xfrm>
              <a:off x="2752150" y="1489575"/>
              <a:ext cx="854050" cy="189500"/>
            </a:xfrm>
            <a:custGeom>
              <a:rect b="b" l="l" r="r" t="t"/>
              <a:pathLst>
                <a:path extrusionOk="0" h="7580" w="34162">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49"/>
            <p:cNvSpPr/>
            <p:nvPr/>
          </p:nvSpPr>
          <p:spPr>
            <a:xfrm>
              <a:off x="2662500" y="1694750"/>
              <a:ext cx="943700" cy="74900"/>
            </a:xfrm>
            <a:custGeom>
              <a:rect b="b" l="l" r="r" t="t"/>
              <a:pathLst>
                <a:path extrusionOk="0" h="2996" w="37748">
                  <a:moveTo>
                    <a:pt x="1" y="1"/>
                  </a:moveTo>
                  <a:lnTo>
                    <a:pt x="1" y="2995"/>
                  </a:lnTo>
                  <a:lnTo>
                    <a:pt x="37747" y="2995"/>
                  </a:lnTo>
                  <a:lnTo>
                    <a:pt x="377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49"/>
            <p:cNvSpPr/>
            <p:nvPr/>
          </p:nvSpPr>
          <p:spPr>
            <a:xfrm>
              <a:off x="2662500" y="1679050"/>
              <a:ext cx="943700" cy="15725"/>
            </a:xfrm>
            <a:custGeom>
              <a:rect b="b" l="l" r="r" t="t"/>
              <a:pathLst>
                <a:path extrusionOk="0" h="629" w="37748">
                  <a:moveTo>
                    <a:pt x="1" y="0"/>
                  </a:moveTo>
                  <a:lnTo>
                    <a:pt x="1" y="629"/>
                  </a:lnTo>
                  <a:lnTo>
                    <a:pt x="37747" y="629"/>
                  </a:lnTo>
                  <a:lnTo>
                    <a:pt x="3774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49"/>
            <p:cNvSpPr/>
            <p:nvPr/>
          </p:nvSpPr>
          <p:spPr>
            <a:xfrm>
              <a:off x="2655100" y="932250"/>
              <a:ext cx="959425" cy="844800"/>
            </a:xfrm>
            <a:custGeom>
              <a:rect b="b" l="l" r="r" t="t"/>
              <a:pathLst>
                <a:path extrusionOk="0" h="33792" w="38377">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49"/>
            <p:cNvSpPr/>
            <p:nvPr/>
          </p:nvSpPr>
          <p:spPr>
            <a:xfrm>
              <a:off x="2662500" y="939625"/>
              <a:ext cx="943700" cy="141450"/>
            </a:xfrm>
            <a:custGeom>
              <a:rect b="b" l="l" r="r" t="t"/>
              <a:pathLst>
                <a:path extrusionOk="0" h="5658" w="37748">
                  <a:moveTo>
                    <a:pt x="1" y="1"/>
                  </a:moveTo>
                  <a:lnTo>
                    <a:pt x="1" y="5657"/>
                  </a:lnTo>
                  <a:lnTo>
                    <a:pt x="37747" y="5657"/>
                  </a:lnTo>
                  <a:lnTo>
                    <a:pt x="3774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49"/>
            <p:cNvSpPr/>
            <p:nvPr/>
          </p:nvSpPr>
          <p:spPr>
            <a:xfrm>
              <a:off x="2655100" y="932250"/>
              <a:ext cx="959425" cy="156225"/>
            </a:xfrm>
            <a:custGeom>
              <a:rect b="b" l="l" r="r" t="t"/>
              <a:pathLst>
                <a:path extrusionOk="0" h="6249" w="38377">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49"/>
            <p:cNvSpPr/>
            <p:nvPr/>
          </p:nvSpPr>
          <p:spPr>
            <a:xfrm>
              <a:off x="2942550" y="1191950"/>
              <a:ext cx="389150" cy="389150"/>
            </a:xfrm>
            <a:custGeom>
              <a:rect b="b" l="l" r="r" t="t"/>
              <a:pathLst>
                <a:path extrusionOk="0" h="15566" w="15566">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49"/>
            <p:cNvSpPr/>
            <p:nvPr/>
          </p:nvSpPr>
          <p:spPr>
            <a:xfrm>
              <a:off x="2935150" y="1183650"/>
              <a:ext cx="404850" cy="404850"/>
            </a:xfrm>
            <a:custGeom>
              <a:rect b="b" l="l" r="r" t="t"/>
              <a:pathLst>
                <a:path extrusionOk="0" h="16194" w="16194">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49"/>
            <p:cNvSpPr/>
            <p:nvPr/>
          </p:nvSpPr>
          <p:spPr>
            <a:xfrm>
              <a:off x="3046075" y="1257575"/>
              <a:ext cx="228325" cy="263450"/>
            </a:xfrm>
            <a:custGeom>
              <a:rect b="b" l="l" r="r" t="t"/>
              <a:pathLst>
                <a:path extrusionOk="0" h="10538" w="9133">
                  <a:moveTo>
                    <a:pt x="0" y="1"/>
                  </a:moveTo>
                  <a:lnTo>
                    <a:pt x="0" y="10537"/>
                  </a:lnTo>
                  <a:lnTo>
                    <a:pt x="9132" y="5288"/>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49"/>
            <p:cNvSpPr/>
            <p:nvPr/>
          </p:nvSpPr>
          <p:spPr>
            <a:xfrm>
              <a:off x="3038675" y="1250425"/>
              <a:ext cx="243100" cy="278675"/>
            </a:xfrm>
            <a:custGeom>
              <a:rect b="b" l="l" r="r" t="t"/>
              <a:pathLst>
                <a:path extrusionOk="0" h="11147" w="9724">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3" name="Shape 3023"/>
        <p:cNvGrpSpPr/>
        <p:nvPr/>
      </p:nvGrpSpPr>
      <p:grpSpPr>
        <a:xfrm>
          <a:off x="0" y="0"/>
          <a:ext cx="0" cy="0"/>
          <a:chOff x="0" y="0"/>
          <a:chExt cx="0" cy="0"/>
        </a:xfrm>
      </p:grpSpPr>
      <p:sp>
        <p:nvSpPr>
          <p:cNvPr id="3024" name="Google Shape;3024;p50"/>
          <p:cNvSpPr txBox="1"/>
          <p:nvPr>
            <p:ph type="title"/>
          </p:nvPr>
        </p:nvSpPr>
        <p:spPr>
          <a:xfrm>
            <a:off x="1807671" y="338325"/>
            <a:ext cx="5528700" cy="61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PROS AND CONS</a:t>
            </a:r>
            <a:endParaRPr/>
          </a:p>
        </p:txBody>
      </p:sp>
      <p:sp>
        <p:nvSpPr>
          <p:cNvPr id="3025" name="Google Shape;3025;p50"/>
          <p:cNvSpPr/>
          <p:nvPr/>
        </p:nvSpPr>
        <p:spPr>
          <a:xfrm>
            <a:off x="4665800" y="1135707"/>
            <a:ext cx="2676000" cy="3222300"/>
          </a:xfrm>
          <a:prstGeom prst="roundRect">
            <a:avLst>
              <a:gd fmla="val 16667" name="adj"/>
            </a:avLst>
          </a:prstGeom>
          <a:solidFill>
            <a:schemeClr val="accen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50"/>
          <p:cNvSpPr/>
          <p:nvPr/>
        </p:nvSpPr>
        <p:spPr>
          <a:xfrm>
            <a:off x="4850900" y="1329357"/>
            <a:ext cx="2305800" cy="2835000"/>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0"/>
          <p:cNvSpPr/>
          <p:nvPr/>
        </p:nvSpPr>
        <p:spPr>
          <a:xfrm>
            <a:off x="1802225" y="1135707"/>
            <a:ext cx="2676000" cy="3222300"/>
          </a:xfrm>
          <a:prstGeom prst="roundRect">
            <a:avLst>
              <a:gd fmla="val 16667" name="adj"/>
            </a:avLst>
          </a:prstGeom>
          <a:solidFill>
            <a:schemeClr val="accent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50"/>
          <p:cNvSpPr/>
          <p:nvPr/>
        </p:nvSpPr>
        <p:spPr>
          <a:xfrm>
            <a:off x="1987325" y="1329357"/>
            <a:ext cx="2305800" cy="2835000"/>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50"/>
          <p:cNvSpPr txBox="1"/>
          <p:nvPr>
            <p:ph idx="1" type="subTitle"/>
          </p:nvPr>
        </p:nvSpPr>
        <p:spPr>
          <a:xfrm>
            <a:off x="4960700" y="2021204"/>
            <a:ext cx="2084700" cy="181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1700">
                <a:solidFill>
                  <a:srgbClr val="30394B"/>
                </a:solidFill>
              </a:rPr>
              <a:t>Complex implementation</a:t>
            </a:r>
            <a:endParaRPr sz="1700">
              <a:solidFill>
                <a:srgbClr val="30394B"/>
              </a:solidFill>
            </a:endParaRPr>
          </a:p>
          <a:p>
            <a:pPr indent="0" lvl="0" marL="0" rtl="0" algn="ctr">
              <a:spcBef>
                <a:spcPts val="0"/>
              </a:spcBef>
              <a:spcAft>
                <a:spcPts val="0"/>
              </a:spcAft>
              <a:buNone/>
            </a:pPr>
            <a:r>
              <a:t/>
            </a:r>
            <a:endParaRPr sz="1700">
              <a:solidFill>
                <a:srgbClr val="30394B"/>
              </a:solidFill>
            </a:endParaRPr>
          </a:p>
          <a:p>
            <a:pPr indent="0" lvl="0" marL="0" rtl="0" algn="ctr">
              <a:spcBef>
                <a:spcPts val="0"/>
              </a:spcBef>
              <a:spcAft>
                <a:spcPts val="0"/>
              </a:spcAft>
              <a:buNone/>
            </a:pPr>
            <a:r>
              <a:rPr lang="ro" sz="1700">
                <a:solidFill>
                  <a:srgbClr val="30394B"/>
                </a:solidFill>
              </a:rPr>
              <a:t>Additional indirection</a:t>
            </a:r>
            <a:endParaRPr sz="1700">
              <a:solidFill>
                <a:srgbClr val="30394B"/>
              </a:solidFill>
            </a:endParaRPr>
          </a:p>
          <a:p>
            <a:pPr indent="0" lvl="0" marL="0" rtl="0" algn="ctr">
              <a:spcBef>
                <a:spcPts val="0"/>
              </a:spcBef>
              <a:spcAft>
                <a:spcPts val="0"/>
              </a:spcAft>
              <a:buNone/>
            </a:pPr>
            <a:r>
              <a:t/>
            </a:r>
            <a:endParaRPr sz="1700">
              <a:solidFill>
                <a:srgbClr val="30394B"/>
              </a:solidFill>
            </a:endParaRPr>
          </a:p>
          <a:p>
            <a:pPr indent="0" lvl="0" marL="0" rtl="0" algn="ctr">
              <a:spcBef>
                <a:spcPts val="0"/>
              </a:spcBef>
              <a:spcAft>
                <a:spcPts val="0"/>
              </a:spcAft>
              <a:buNone/>
            </a:pPr>
            <a:r>
              <a:rPr lang="ro" sz="1700">
                <a:solidFill>
                  <a:srgbClr val="30394B"/>
                </a:solidFill>
              </a:rPr>
              <a:t>High degree of dependence at interface</a:t>
            </a:r>
            <a:endParaRPr sz="1700">
              <a:solidFill>
                <a:srgbClr val="30394B"/>
              </a:solidFill>
            </a:endParaRPr>
          </a:p>
          <a:p>
            <a:pPr indent="0" lvl="0" marL="0" rtl="0" algn="r">
              <a:spcBef>
                <a:spcPts val="0"/>
              </a:spcBef>
              <a:spcAft>
                <a:spcPts val="0"/>
              </a:spcAft>
              <a:buNone/>
            </a:pPr>
            <a:r>
              <a:t/>
            </a:r>
            <a:endParaRPr/>
          </a:p>
        </p:txBody>
      </p:sp>
      <p:sp>
        <p:nvSpPr>
          <p:cNvPr id="3030" name="Google Shape;3030;p50"/>
          <p:cNvSpPr txBox="1"/>
          <p:nvPr>
            <p:ph idx="2" type="subTitle"/>
          </p:nvPr>
        </p:nvSpPr>
        <p:spPr>
          <a:xfrm>
            <a:off x="2093975" y="2084829"/>
            <a:ext cx="2084700" cy="18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sz="1700">
                <a:solidFill>
                  <a:srgbClr val="30394B"/>
                </a:solidFill>
              </a:rPr>
              <a:t>Reduced complexity</a:t>
            </a:r>
            <a:endParaRPr sz="1700">
              <a:solidFill>
                <a:srgbClr val="30394B"/>
              </a:solidFill>
            </a:endParaRPr>
          </a:p>
          <a:p>
            <a:pPr indent="0" lvl="0" marL="0" rtl="0" algn="l">
              <a:spcBef>
                <a:spcPts val="0"/>
              </a:spcBef>
              <a:spcAft>
                <a:spcPts val="0"/>
              </a:spcAft>
              <a:buNone/>
            </a:pPr>
            <a:r>
              <a:t/>
            </a:r>
            <a:endParaRPr sz="1700">
              <a:solidFill>
                <a:srgbClr val="30394B"/>
              </a:solidFill>
            </a:endParaRPr>
          </a:p>
          <a:p>
            <a:pPr indent="0" lvl="0" marL="0" rtl="0" algn="l">
              <a:spcBef>
                <a:spcPts val="0"/>
              </a:spcBef>
              <a:spcAft>
                <a:spcPts val="0"/>
              </a:spcAft>
              <a:buNone/>
            </a:pPr>
            <a:r>
              <a:rPr lang="ro" sz="1700">
                <a:solidFill>
                  <a:srgbClr val="30394B"/>
                </a:solidFill>
              </a:rPr>
              <a:t>Promote the Principle of Loose Coupling</a:t>
            </a:r>
            <a:endParaRPr sz="1700">
              <a:solidFill>
                <a:srgbClr val="30394B"/>
              </a:solidFill>
            </a:endParaRPr>
          </a:p>
          <a:p>
            <a:pPr indent="0" lvl="0" marL="0" rtl="0" algn="l">
              <a:spcBef>
                <a:spcPts val="0"/>
              </a:spcBef>
              <a:spcAft>
                <a:spcPts val="0"/>
              </a:spcAft>
              <a:buNone/>
            </a:pPr>
            <a:r>
              <a:t/>
            </a:r>
            <a:endParaRPr sz="1700">
              <a:solidFill>
                <a:srgbClr val="30394B"/>
              </a:solidFill>
            </a:endParaRPr>
          </a:p>
          <a:p>
            <a:pPr indent="0" lvl="0" marL="0" rtl="0" algn="l">
              <a:spcBef>
                <a:spcPts val="0"/>
              </a:spcBef>
              <a:spcAft>
                <a:spcPts val="0"/>
              </a:spcAft>
              <a:buNone/>
            </a:pPr>
            <a:r>
              <a:rPr lang="ro" sz="1700">
                <a:solidFill>
                  <a:srgbClr val="30394B"/>
                </a:solidFill>
              </a:rPr>
              <a:t>The system is flexible and expandable</a:t>
            </a:r>
            <a:endParaRPr sz="1700">
              <a:solidFill>
                <a:srgbClr val="30394B"/>
              </a:solidFill>
            </a:endParaRPr>
          </a:p>
        </p:txBody>
      </p:sp>
      <p:sp>
        <p:nvSpPr>
          <p:cNvPr id="3031" name="Google Shape;3031;p50"/>
          <p:cNvSpPr txBox="1"/>
          <p:nvPr>
            <p:ph idx="5" type="title"/>
          </p:nvPr>
        </p:nvSpPr>
        <p:spPr>
          <a:xfrm>
            <a:off x="2779776" y="1627632"/>
            <a:ext cx="7224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t>+</a:t>
            </a:r>
            <a:endParaRPr/>
          </a:p>
        </p:txBody>
      </p:sp>
      <p:sp>
        <p:nvSpPr>
          <p:cNvPr id="3032" name="Google Shape;3032;p50"/>
          <p:cNvSpPr txBox="1"/>
          <p:nvPr>
            <p:ph idx="6" type="title"/>
          </p:nvPr>
        </p:nvSpPr>
        <p:spPr>
          <a:xfrm>
            <a:off x="5641848" y="1627632"/>
            <a:ext cx="7224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6" name="Shape 3036"/>
        <p:cNvGrpSpPr/>
        <p:nvPr/>
      </p:nvGrpSpPr>
      <p:grpSpPr>
        <a:xfrm>
          <a:off x="0" y="0"/>
          <a:ext cx="0" cy="0"/>
          <a:chOff x="0" y="0"/>
          <a:chExt cx="0" cy="0"/>
        </a:xfrm>
      </p:grpSpPr>
      <p:sp>
        <p:nvSpPr>
          <p:cNvPr id="3037" name="Google Shape;3037;p51"/>
          <p:cNvSpPr txBox="1"/>
          <p:nvPr>
            <p:ph idx="2" type="title"/>
          </p:nvPr>
        </p:nvSpPr>
        <p:spPr>
          <a:xfrm>
            <a:off x="2031000" y="1846150"/>
            <a:ext cx="5082000" cy="1069800"/>
          </a:xfrm>
          <a:prstGeom prst="rect">
            <a:avLst/>
          </a:prstGeom>
        </p:spPr>
        <p:txBody>
          <a:bodyPr anchorCtr="0" anchor="ctr" bIns="91425" lIns="91425" spcFirstLastPara="1" rIns="91425" wrap="square" tIns="91425">
            <a:noAutofit/>
          </a:bodyPr>
          <a:lstStyle/>
          <a:p>
            <a:pPr indent="0" lvl="0" marL="0" rtl="0" algn="ctr">
              <a:lnSpc>
                <a:spcPct val="50000"/>
              </a:lnSpc>
              <a:spcBef>
                <a:spcPts val="0"/>
              </a:spcBef>
              <a:spcAft>
                <a:spcPts val="0"/>
              </a:spcAft>
              <a:buNone/>
            </a:pPr>
            <a:r>
              <a:rPr lang="ro"/>
              <a:t>02</a:t>
            </a:r>
            <a:endParaRPr/>
          </a:p>
          <a:p>
            <a:pPr indent="0" lvl="0" marL="0" rtl="0" algn="ctr">
              <a:spcBef>
                <a:spcPts val="0"/>
              </a:spcBef>
              <a:spcAft>
                <a:spcPts val="0"/>
              </a:spcAft>
              <a:buNone/>
            </a:pPr>
            <a:r>
              <a:rPr lang="ro" sz="6200"/>
              <a:t>First Example</a:t>
            </a:r>
            <a:endParaRPr sz="1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1" name="Shape 3041"/>
        <p:cNvGrpSpPr/>
        <p:nvPr/>
      </p:nvGrpSpPr>
      <p:grpSpPr>
        <a:xfrm>
          <a:off x="0" y="0"/>
          <a:ext cx="0" cy="0"/>
          <a:chOff x="0" y="0"/>
          <a:chExt cx="0" cy="0"/>
        </a:xfrm>
      </p:grpSpPr>
      <p:sp>
        <p:nvSpPr>
          <p:cNvPr id="3042" name="Google Shape;3042;p52"/>
          <p:cNvSpPr txBox="1"/>
          <p:nvPr/>
        </p:nvSpPr>
        <p:spPr>
          <a:xfrm>
            <a:off x="2813625" y="1203288"/>
            <a:ext cx="5343300" cy="24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ro" sz="1900">
                <a:solidFill>
                  <a:schemeClr val="dk2"/>
                </a:solidFill>
                <a:latin typeface="Barlow Semi Condensed"/>
                <a:ea typeface="Barlow Semi Condensed"/>
                <a:cs typeface="Barlow Semi Condensed"/>
                <a:sym typeface="Barlow Semi Condensed"/>
              </a:rPr>
              <a:t>The main Eureka client used for service discovery.</a:t>
            </a:r>
            <a:endParaRPr sz="1900">
              <a:solidFill>
                <a:schemeClr val="dk2"/>
              </a:solidFill>
              <a:latin typeface="Barlow Semi Condensed"/>
              <a:ea typeface="Barlow Semi Condensed"/>
              <a:cs typeface="Barlow Semi Condensed"/>
              <a:sym typeface="Barlow Semi Condensed"/>
            </a:endParaRPr>
          </a:p>
          <a:p>
            <a:pPr indent="0" lvl="0" marL="0" rtl="0" algn="l">
              <a:lnSpc>
                <a:spcPct val="100000"/>
              </a:lnSpc>
              <a:spcBef>
                <a:spcPts val="0"/>
              </a:spcBef>
              <a:spcAft>
                <a:spcPts val="0"/>
              </a:spcAft>
              <a:buNone/>
            </a:pPr>
            <a:r>
              <a:rPr lang="ro" sz="1900">
                <a:solidFill>
                  <a:schemeClr val="dk2"/>
                </a:solidFill>
                <a:latin typeface="Barlow Semi Condensed"/>
                <a:ea typeface="Barlow Semi Condensed"/>
                <a:cs typeface="Barlow Semi Condensed"/>
                <a:sym typeface="Barlow Semi Condensed"/>
              </a:rPr>
              <a:t>Implementation of the EurekaClient interface</a:t>
            </a:r>
            <a:endParaRPr sz="1900">
              <a:solidFill>
                <a:schemeClr val="dk2"/>
              </a:solidFill>
              <a:latin typeface="Barlow Semi Condensed"/>
              <a:ea typeface="Barlow Semi Condensed"/>
              <a:cs typeface="Barlow Semi Condensed"/>
              <a:sym typeface="Barlow Semi Condensed"/>
            </a:endParaRPr>
          </a:p>
          <a:p>
            <a:pPr indent="0" lvl="0" marL="0" rtl="0" algn="l">
              <a:lnSpc>
                <a:spcPct val="100000"/>
              </a:lnSpc>
              <a:spcBef>
                <a:spcPts val="0"/>
              </a:spcBef>
              <a:spcAft>
                <a:spcPts val="0"/>
              </a:spcAft>
              <a:buNone/>
            </a:pPr>
            <a:r>
              <a:t/>
            </a:r>
            <a:endParaRPr sz="1900">
              <a:solidFill>
                <a:schemeClr val="dk2"/>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sz="1600">
              <a:solidFill>
                <a:schemeClr val="dk2"/>
              </a:solidFill>
              <a:latin typeface="Barlow Semi Condensed"/>
              <a:ea typeface="Barlow Semi Condensed"/>
              <a:cs typeface="Barlow Semi Condensed"/>
              <a:sym typeface="Barlow Semi Condensed"/>
            </a:endParaRPr>
          </a:p>
          <a:p>
            <a:pPr indent="0" lvl="0" marL="0" rtl="0" algn="l">
              <a:lnSpc>
                <a:spcPct val="100000"/>
              </a:lnSpc>
              <a:spcBef>
                <a:spcPts val="0"/>
              </a:spcBef>
              <a:spcAft>
                <a:spcPts val="0"/>
              </a:spcAft>
              <a:buNone/>
            </a:pPr>
            <a:r>
              <a:t/>
            </a:r>
            <a:endParaRPr sz="1900">
              <a:solidFill>
                <a:schemeClr val="dk2"/>
              </a:solidFill>
              <a:latin typeface="Barlow Semi Condensed"/>
              <a:ea typeface="Barlow Semi Condensed"/>
              <a:cs typeface="Barlow Semi Condensed"/>
              <a:sym typeface="Barlow Semi Condensed"/>
            </a:endParaRPr>
          </a:p>
          <a:p>
            <a:pPr indent="0" lvl="0" marL="0" rtl="0" algn="l">
              <a:lnSpc>
                <a:spcPct val="100000"/>
              </a:lnSpc>
              <a:spcBef>
                <a:spcPts val="0"/>
              </a:spcBef>
              <a:spcAft>
                <a:spcPts val="0"/>
              </a:spcAft>
              <a:buNone/>
            </a:pPr>
            <a:r>
              <a:t/>
            </a:r>
            <a:endParaRPr sz="1900">
              <a:solidFill>
                <a:schemeClr val="dk2"/>
              </a:solidFill>
              <a:latin typeface="Barlow Semi Condensed"/>
              <a:ea typeface="Barlow Semi Condensed"/>
              <a:cs typeface="Barlow Semi Condensed"/>
              <a:sym typeface="Barlow Semi Condensed"/>
            </a:endParaRPr>
          </a:p>
        </p:txBody>
      </p:sp>
      <p:sp>
        <p:nvSpPr>
          <p:cNvPr id="3043" name="Google Shape;3043;p52"/>
          <p:cNvSpPr/>
          <p:nvPr/>
        </p:nvSpPr>
        <p:spPr>
          <a:xfrm>
            <a:off x="2958963" y="2974700"/>
            <a:ext cx="1474200" cy="112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4" name="Google Shape;3044;p52"/>
          <p:cNvSpPr/>
          <p:nvPr/>
        </p:nvSpPr>
        <p:spPr>
          <a:xfrm>
            <a:off x="5002900" y="2261600"/>
            <a:ext cx="2910900" cy="2552700"/>
          </a:xfrm>
          <a:prstGeom prst="star24">
            <a:avLst>
              <a:gd fmla="val 375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5" name="Google Shape;3045;p52"/>
          <p:cNvSpPr txBox="1"/>
          <p:nvPr>
            <p:ph type="title"/>
          </p:nvPr>
        </p:nvSpPr>
        <p:spPr>
          <a:xfrm>
            <a:off x="1268125" y="115550"/>
            <a:ext cx="6802200" cy="63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DiscoveryClient.java</a:t>
            </a:r>
            <a:endParaRPr/>
          </a:p>
        </p:txBody>
      </p:sp>
      <p:sp>
        <p:nvSpPr>
          <p:cNvPr id="3046" name="Google Shape;3046;p52"/>
          <p:cNvSpPr txBox="1"/>
          <p:nvPr/>
        </p:nvSpPr>
        <p:spPr>
          <a:xfrm>
            <a:off x="2813625" y="567588"/>
            <a:ext cx="3964200" cy="63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i="1" lang="ro" sz="2000">
                <a:solidFill>
                  <a:schemeClr val="dk2"/>
                </a:solidFill>
                <a:latin typeface="Barlow Semi Condensed"/>
                <a:ea typeface="Barlow Semi Condensed"/>
                <a:cs typeface="Barlow Semi Condensed"/>
                <a:sym typeface="Barlow Semi Condensed"/>
              </a:rPr>
              <a:t>From the Netflix Open Source Platform</a:t>
            </a:r>
            <a:endParaRPr i="1" sz="2000">
              <a:solidFill>
                <a:schemeClr val="dk2"/>
              </a:solidFill>
              <a:latin typeface="Barlow Semi Condensed"/>
              <a:ea typeface="Barlow Semi Condensed"/>
              <a:cs typeface="Barlow Semi Condensed"/>
              <a:sym typeface="Barlow Semi Condensed"/>
            </a:endParaRPr>
          </a:p>
        </p:txBody>
      </p:sp>
      <p:sp>
        <p:nvSpPr>
          <p:cNvPr id="3047" name="Google Shape;3047;p52"/>
          <p:cNvSpPr txBox="1"/>
          <p:nvPr>
            <p:ph idx="3" type="subTitle"/>
          </p:nvPr>
        </p:nvSpPr>
        <p:spPr>
          <a:xfrm>
            <a:off x="993202" y="1203298"/>
            <a:ext cx="17649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2100"/>
              <a:t>What is it?</a:t>
            </a:r>
            <a:endParaRPr sz="2100"/>
          </a:p>
        </p:txBody>
      </p:sp>
      <p:sp>
        <p:nvSpPr>
          <p:cNvPr id="3048" name="Google Shape;3048;p52"/>
          <p:cNvSpPr txBox="1"/>
          <p:nvPr>
            <p:ph idx="3" type="subTitle"/>
          </p:nvPr>
        </p:nvSpPr>
        <p:spPr>
          <a:xfrm>
            <a:off x="2813614" y="3343673"/>
            <a:ext cx="17649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ro" sz="1700">
                <a:latin typeface="Barlow Semi Condensed"/>
                <a:ea typeface="Barlow Semi Condensed"/>
                <a:cs typeface="Barlow Semi Condensed"/>
                <a:sym typeface="Barlow Semi Condensed"/>
              </a:rPr>
              <a:t>DiscoveryClient</a:t>
            </a:r>
            <a:endParaRPr b="1" sz="1700">
              <a:latin typeface="Barlow Semi Condensed"/>
              <a:ea typeface="Barlow Semi Condensed"/>
              <a:cs typeface="Barlow Semi Condensed"/>
              <a:sym typeface="Barlow Semi Condensed"/>
            </a:endParaRPr>
          </a:p>
        </p:txBody>
      </p:sp>
      <p:sp>
        <p:nvSpPr>
          <p:cNvPr id="3049" name="Google Shape;3049;p52"/>
          <p:cNvSpPr/>
          <p:nvPr/>
        </p:nvSpPr>
        <p:spPr>
          <a:xfrm>
            <a:off x="5441200" y="2595050"/>
            <a:ext cx="1013100" cy="635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o" sz="1000">
                <a:solidFill>
                  <a:schemeClr val="dk2"/>
                </a:solidFill>
              </a:rPr>
              <a:t>Thread Management</a:t>
            </a:r>
            <a:endParaRPr sz="1000">
              <a:solidFill>
                <a:schemeClr val="dk2"/>
              </a:solidFill>
            </a:endParaRPr>
          </a:p>
        </p:txBody>
      </p:sp>
      <p:cxnSp>
        <p:nvCxnSpPr>
          <p:cNvPr id="3050" name="Google Shape;3050;p52"/>
          <p:cNvCxnSpPr/>
          <p:nvPr/>
        </p:nvCxnSpPr>
        <p:spPr>
          <a:xfrm flipH="1" rot="10800000">
            <a:off x="2593175" y="1445688"/>
            <a:ext cx="185700" cy="1200"/>
          </a:xfrm>
          <a:prstGeom prst="straightConnector1">
            <a:avLst/>
          </a:prstGeom>
          <a:noFill/>
          <a:ln cap="flat" cmpd="sng" w="9525">
            <a:solidFill>
              <a:schemeClr val="dk2"/>
            </a:solidFill>
            <a:prstDash val="solid"/>
            <a:round/>
            <a:headEnd len="med" w="med" type="none"/>
            <a:tailEnd len="med" w="med" type="triangle"/>
          </a:ln>
        </p:spPr>
      </p:cxnSp>
      <p:sp>
        <p:nvSpPr>
          <p:cNvPr id="3051" name="Google Shape;3051;p52"/>
          <p:cNvSpPr/>
          <p:nvPr/>
        </p:nvSpPr>
        <p:spPr>
          <a:xfrm>
            <a:off x="1216550" y="3220100"/>
            <a:ext cx="1318200" cy="635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2" name="Google Shape;3052;p52"/>
          <p:cNvSpPr/>
          <p:nvPr/>
        </p:nvSpPr>
        <p:spPr>
          <a:xfrm>
            <a:off x="1216550" y="4036800"/>
            <a:ext cx="1318200" cy="635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3" name="Google Shape;3053;p52"/>
          <p:cNvSpPr/>
          <p:nvPr/>
        </p:nvSpPr>
        <p:spPr>
          <a:xfrm>
            <a:off x="6610675" y="2857625"/>
            <a:ext cx="877200" cy="635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o" sz="1100">
                <a:solidFill>
                  <a:schemeClr val="dk2"/>
                </a:solidFill>
              </a:rPr>
              <a:t>Instance</a:t>
            </a:r>
            <a:r>
              <a:rPr lang="ro" sz="1100">
                <a:solidFill>
                  <a:schemeClr val="dk2"/>
                </a:solidFill>
              </a:rPr>
              <a:t> Registry</a:t>
            </a:r>
            <a:endParaRPr sz="1100">
              <a:solidFill>
                <a:schemeClr val="dk2"/>
              </a:solidFill>
            </a:endParaRPr>
          </a:p>
        </p:txBody>
      </p:sp>
      <p:sp>
        <p:nvSpPr>
          <p:cNvPr id="3054" name="Google Shape;3054;p52"/>
          <p:cNvSpPr/>
          <p:nvPr/>
        </p:nvSpPr>
        <p:spPr>
          <a:xfrm>
            <a:off x="1216550" y="2403375"/>
            <a:ext cx="1318200" cy="635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5" name="Google Shape;3055;p52"/>
          <p:cNvSpPr/>
          <p:nvPr/>
        </p:nvSpPr>
        <p:spPr>
          <a:xfrm>
            <a:off x="6380900" y="3691625"/>
            <a:ext cx="877200" cy="635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o" sz="1100">
                <a:solidFill>
                  <a:schemeClr val="dk2"/>
                </a:solidFill>
              </a:rPr>
              <a:t>Eureka Transport</a:t>
            </a:r>
            <a:endParaRPr sz="1100">
              <a:solidFill>
                <a:schemeClr val="dk2"/>
              </a:solidFill>
            </a:endParaRPr>
          </a:p>
        </p:txBody>
      </p:sp>
      <p:sp>
        <p:nvSpPr>
          <p:cNvPr id="3056" name="Google Shape;3056;p52"/>
          <p:cNvSpPr/>
          <p:nvPr/>
        </p:nvSpPr>
        <p:spPr>
          <a:xfrm>
            <a:off x="5441200" y="3401100"/>
            <a:ext cx="877200" cy="635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ro" sz="1300">
                <a:solidFill>
                  <a:schemeClr val="dk2"/>
                </a:solidFill>
              </a:rPr>
              <a:t>HTTP Client</a:t>
            </a:r>
            <a:endParaRPr sz="1300">
              <a:solidFill>
                <a:schemeClr val="dk2"/>
              </a:solidFill>
            </a:endParaRPr>
          </a:p>
        </p:txBody>
      </p:sp>
      <p:sp>
        <p:nvSpPr>
          <p:cNvPr id="3057" name="Google Shape;3057;p52"/>
          <p:cNvSpPr txBox="1"/>
          <p:nvPr/>
        </p:nvSpPr>
        <p:spPr>
          <a:xfrm>
            <a:off x="1202575" y="2538513"/>
            <a:ext cx="1896000" cy="45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ro" sz="1600">
                <a:solidFill>
                  <a:schemeClr val="dk2"/>
                </a:solidFill>
                <a:latin typeface="Barlow Semi Condensed"/>
                <a:ea typeface="Barlow Semi Condensed"/>
                <a:cs typeface="Barlow Semi Condensed"/>
                <a:sym typeface="Barlow Semi Condensed"/>
              </a:rPr>
              <a:t>Microservice 1</a:t>
            </a:r>
            <a:endParaRPr sz="1600">
              <a:solidFill>
                <a:schemeClr val="dk2"/>
              </a:solidFill>
              <a:latin typeface="Barlow Semi Condensed"/>
              <a:ea typeface="Barlow Semi Condensed"/>
              <a:cs typeface="Barlow Semi Condensed"/>
              <a:sym typeface="Barlow Semi Condensed"/>
            </a:endParaRPr>
          </a:p>
        </p:txBody>
      </p:sp>
      <p:sp>
        <p:nvSpPr>
          <p:cNvPr id="3058" name="Google Shape;3058;p52"/>
          <p:cNvSpPr txBox="1"/>
          <p:nvPr/>
        </p:nvSpPr>
        <p:spPr>
          <a:xfrm>
            <a:off x="1202575" y="3309338"/>
            <a:ext cx="1896000" cy="45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ro" sz="1600">
                <a:solidFill>
                  <a:schemeClr val="dk2"/>
                </a:solidFill>
                <a:latin typeface="Barlow Semi Condensed"/>
                <a:ea typeface="Barlow Semi Condensed"/>
                <a:cs typeface="Barlow Semi Condensed"/>
                <a:sym typeface="Barlow Semi Condensed"/>
              </a:rPr>
              <a:t>Microservice 2</a:t>
            </a:r>
            <a:endParaRPr sz="1600">
              <a:solidFill>
                <a:schemeClr val="dk2"/>
              </a:solidFill>
              <a:latin typeface="Barlow Semi Condensed"/>
              <a:ea typeface="Barlow Semi Condensed"/>
              <a:cs typeface="Barlow Semi Condensed"/>
              <a:sym typeface="Barlow Semi Condensed"/>
            </a:endParaRPr>
          </a:p>
        </p:txBody>
      </p:sp>
      <p:sp>
        <p:nvSpPr>
          <p:cNvPr id="3059" name="Google Shape;3059;p52"/>
          <p:cNvSpPr txBox="1"/>
          <p:nvPr/>
        </p:nvSpPr>
        <p:spPr>
          <a:xfrm>
            <a:off x="1202575" y="4148813"/>
            <a:ext cx="1896000" cy="45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ro" sz="1600">
                <a:solidFill>
                  <a:schemeClr val="dk2"/>
                </a:solidFill>
                <a:latin typeface="Barlow Semi Condensed"/>
                <a:ea typeface="Barlow Semi Condensed"/>
                <a:cs typeface="Barlow Semi Condensed"/>
                <a:sym typeface="Barlow Semi Condensed"/>
              </a:rPr>
              <a:t>Microservice 3</a:t>
            </a:r>
            <a:endParaRPr sz="1600">
              <a:solidFill>
                <a:schemeClr val="dk2"/>
              </a:solidFill>
              <a:latin typeface="Barlow Semi Condensed"/>
              <a:ea typeface="Barlow Semi Condensed"/>
              <a:cs typeface="Barlow Semi Condensed"/>
              <a:sym typeface="Barlow Semi Condensed"/>
            </a:endParaRPr>
          </a:p>
        </p:txBody>
      </p:sp>
      <p:sp>
        <p:nvSpPr>
          <p:cNvPr id="3060" name="Google Shape;3060;p52"/>
          <p:cNvSpPr txBox="1"/>
          <p:nvPr/>
        </p:nvSpPr>
        <p:spPr>
          <a:xfrm>
            <a:off x="5826625" y="1849538"/>
            <a:ext cx="2243700" cy="45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ro" sz="1600">
                <a:solidFill>
                  <a:schemeClr val="dk2"/>
                </a:solidFill>
                <a:latin typeface="Barlow Semi Condensed"/>
                <a:ea typeface="Barlow Semi Condensed"/>
                <a:cs typeface="Barlow Semi Condensed"/>
                <a:sym typeface="Barlow Semi Condensed"/>
              </a:rPr>
              <a:t>Eureka Server</a:t>
            </a:r>
            <a:endParaRPr b="1" sz="1600">
              <a:solidFill>
                <a:schemeClr val="dk2"/>
              </a:solidFill>
              <a:latin typeface="Barlow Semi Condensed"/>
              <a:ea typeface="Barlow Semi Condensed"/>
              <a:cs typeface="Barlow Semi Condensed"/>
              <a:sym typeface="Barlow Semi Condensed"/>
            </a:endParaRPr>
          </a:p>
        </p:txBody>
      </p:sp>
      <p:cxnSp>
        <p:nvCxnSpPr>
          <p:cNvPr id="3061" name="Google Shape;3061;p52"/>
          <p:cNvCxnSpPr/>
          <p:nvPr/>
        </p:nvCxnSpPr>
        <p:spPr>
          <a:xfrm>
            <a:off x="2496700" y="2770900"/>
            <a:ext cx="476400" cy="360900"/>
          </a:xfrm>
          <a:prstGeom prst="straightConnector1">
            <a:avLst/>
          </a:prstGeom>
          <a:noFill/>
          <a:ln cap="flat" cmpd="sng" w="9525">
            <a:solidFill>
              <a:schemeClr val="dk2"/>
            </a:solidFill>
            <a:prstDash val="solid"/>
            <a:round/>
            <a:headEnd len="med" w="med" type="none"/>
            <a:tailEnd len="med" w="med" type="triangle"/>
          </a:ln>
        </p:spPr>
      </p:cxnSp>
      <p:cxnSp>
        <p:nvCxnSpPr>
          <p:cNvPr id="3062" name="Google Shape;3062;p52"/>
          <p:cNvCxnSpPr/>
          <p:nvPr/>
        </p:nvCxnSpPr>
        <p:spPr>
          <a:xfrm>
            <a:off x="2539975" y="3535838"/>
            <a:ext cx="372000" cy="2400"/>
          </a:xfrm>
          <a:prstGeom prst="straightConnector1">
            <a:avLst/>
          </a:prstGeom>
          <a:noFill/>
          <a:ln cap="flat" cmpd="sng" w="9525">
            <a:solidFill>
              <a:schemeClr val="dk2"/>
            </a:solidFill>
            <a:prstDash val="solid"/>
            <a:round/>
            <a:headEnd len="med" w="med" type="none"/>
            <a:tailEnd len="med" w="med" type="triangle"/>
          </a:ln>
        </p:spPr>
      </p:cxnSp>
      <p:cxnSp>
        <p:nvCxnSpPr>
          <p:cNvPr id="3063" name="Google Shape;3063;p52"/>
          <p:cNvCxnSpPr/>
          <p:nvPr/>
        </p:nvCxnSpPr>
        <p:spPr>
          <a:xfrm flipH="1" rot="10800000">
            <a:off x="2554425" y="4012075"/>
            <a:ext cx="461700" cy="288600"/>
          </a:xfrm>
          <a:prstGeom prst="straightConnector1">
            <a:avLst/>
          </a:prstGeom>
          <a:noFill/>
          <a:ln cap="flat" cmpd="sng" w="9525">
            <a:solidFill>
              <a:schemeClr val="dk2"/>
            </a:solidFill>
            <a:prstDash val="solid"/>
            <a:round/>
            <a:headEnd len="med" w="med" type="none"/>
            <a:tailEnd len="med" w="med" type="triangle"/>
          </a:ln>
        </p:spPr>
      </p:cxnSp>
      <p:cxnSp>
        <p:nvCxnSpPr>
          <p:cNvPr id="3064" name="Google Shape;3064;p52"/>
          <p:cNvCxnSpPr>
            <a:endCxn id="3044" idx="1"/>
          </p:cNvCxnSpPr>
          <p:nvPr/>
        </p:nvCxnSpPr>
        <p:spPr>
          <a:xfrm flipH="1" rot="10800000">
            <a:off x="4443100" y="3537950"/>
            <a:ext cx="559800" cy="11400"/>
          </a:xfrm>
          <a:prstGeom prst="straightConnector1">
            <a:avLst/>
          </a:prstGeom>
          <a:noFill/>
          <a:ln cap="flat" cmpd="sng" w="9525">
            <a:solidFill>
              <a:schemeClr val="dk2"/>
            </a:solidFill>
            <a:prstDash val="solid"/>
            <a:round/>
            <a:headEnd len="med" w="med" type="none"/>
            <a:tailEnd len="med" w="med" type="triangle"/>
          </a:ln>
        </p:spPr>
      </p:cxnSp>
      <p:cxnSp>
        <p:nvCxnSpPr>
          <p:cNvPr id="3065" name="Google Shape;3065;p52"/>
          <p:cNvCxnSpPr/>
          <p:nvPr/>
        </p:nvCxnSpPr>
        <p:spPr>
          <a:xfrm flipH="1" rot="10800000">
            <a:off x="2593175" y="1762113"/>
            <a:ext cx="185700" cy="1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9" name="Shape 3069"/>
        <p:cNvGrpSpPr/>
        <p:nvPr/>
      </p:nvGrpSpPr>
      <p:grpSpPr>
        <a:xfrm>
          <a:off x="0" y="0"/>
          <a:ext cx="0" cy="0"/>
          <a:chOff x="0" y="0"/>
          <a:chExt cx="0" cy="0"/>
        </a:xfrm>
      </p:grpSpPr>
      <p:sp>
        <p:nvSpPr>
          <p:cNvPr id="3070" name="Google Shape;3070;p53"/>
          <p:cNvSpPr txBox="1"/>
          <p:nvPr>
            <p:ph type="title"/>
          </p:nvPr>
        </p:nvSpPr>
        <p:spPr>
          <a:xfrm>
            <a:off x="1807671" y="338325"/>
            <a:ext cx="5528700" cy="61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Behind the scenes</a:t>
            </a:r>
            <a:endParaRPr/>
          </a:p>
        </p:txBody>
      </p:sp>
      <p:sp>
        <p:nvSpPr>
          <p:cNvPr id="3071" name="Google Shape;3071;p53"/>
          <p:cNvSpPr txBox="1"/>
          <p:nvPr>
            <p:ph idx="1" type="subTitle"/>
          </p:nvPr>
        </p:nvSpPr>
        <p:spPr>
          <a:xfrm>
            <a:off x="352301" y="1024425"/>
            <a:ext cx="85236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sz="1800">
                <a:latin typeface="Barlow Semi Condensed"/>
                <a:ea typeface="Barlow Semi Condensed"/>
                <a:cs typeface="Barlow Semi Condensed"/>
                <a:sym typeface="Barlow Semi Condensed"/>
              </a:rPr>
              <a:t>Thread Safety</a:t>
            </a:r>
            <a:endParaRPr>
              <a:solidFill>
                <a:schemeClr val="dk1"/>
              </a:solidFill>
            </a:endParaRPr>
          </a:p>
        </p:txBody>
      </p:sp>
      <p:sp>
        <p:nvSpPr>
          <p:cNvPr id="3072" name="Google Shape;3072;p53"/>
          <p:cNvSpPr txBox="1"/>
          <p:nvPr>
            <p:ph idx="1" type="subTitle"/>
          </p:nvPr>
        </p:nvSpPr>
        <p:spPr>
          <a:xfrm>
            <a:off x="352281" y="2245500"/>
            <a:ext cx="87918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sz="1800">
                <a:latin typeface="Barlow Semi Condensed"/>
                <a:ea typeface="Barlow Semi Condensed"/>
                <a:cs typeface="Barlow Semi Condensed"/>
                <a:sym typeface="Barlow Semi Condensed"/>
              </a:rPr>
              <a:t>Remote Communication</a:t>
            </a:r>
            <a:endParaRPr>
              <a:solidFill>
                <a:schemeClr val="dk1"/>
              </a:solidFill>
            </a:endParaRPr>
          </a:p>
        </p:txBody>
      </p:sp>
      <p:sp>
        <p:nvSpPr>
          <p:cNvPr id="3073" name="Google Shape;3073;p53"/>
          <p:cNvSpPr txBox="1"/>
          <p:nvPr>
            <p:ph idx="1" type="subTitle"/>
          </p:nvPr>
        </p:nvSpPr>
        <p:spPr>
          <a:xfrm>
            <a:off x="483383" y="3264768"/>
            <a:ext cx="26151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sz="1800">
                <a:latin typeface="Barlow Semi Condensed"/>
                <a:ea typeface="Barlow Semi Condensed"/>
                <a:cs typeface="Barlow Semi Condensed"/>
                <a:sym typeface="Barlow Semi Condensed"/>
              </a:rPr>
              <a:t>Cache management</a:t>
            </a:r>
            <a:endParaRPr b="1" sz="1800">
              <a:latin typeface="Barlow Semi Condensed"/>
              <a:ea typeface="Barlow Semi Condensed"/>
              <a:cs typeface="Barlow Semi Condensed"/>
              <a:sym typeface="Barlow Semi Condensed"/>
            </a:endParaRPr>
          </a:p>
        </p:txBody>
      </p:sp>
      <p:sp>
        <p:nvSpPr>
          <p:cNvPr id="3074" name="Google Shape;3074;p53"/>
          <p:cNvSpPr txBox="1"/>
          <p:nvPr/>
        </p:nvSpPr>
        <p:spPr>
          <a:xfrm>
            <a:off x="555350" y="1339775"/>
            <a:ext cx="95724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final AtomicReference&lt;Applications&gt; localRegionApps = new AtomicReference&lt;&gt;();</a:t>
            </a:r>
            <a:endParaRPr sz="13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final Lock fetchRegistryUpdateLock = new ReentrantLock();</a:t>
            </a:r>
            <a:endParaRPr sz="13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final Map&lt;String, Applications&gt; remoteRegionVsApps = new ConcurrentHashMap&lt;&gt;();</a:t>
            </a:r>
            <a:endParaRPr sz="13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sz="1300">
              <a:solidFill>
                <a:schemeClr val="dk1"/>
              </a:solidFill>
              <a:latin typeface="Barlow Semi Condensed"/>
              <a:ea typeface="Barlow Semi Condensed"/>
              <a:cs typeface="Barlow Semi Condensed"/>
              <a:sym typeface="Barlow Semi Condensed"/>
            </a:endParaRPr>
          </a:p>
        </p:txBody>
      </p:sp>
      <p:sp>
        <p:nvSpPr>
          <p:cNvPr id="3075" name="Google Shape;3075;p53"/>
          <p:cNvSpPr txBox="1"/>
          <p:nvPr/>
        </p:nvSpPr>
        <p:spPr>
          <a:xfrm>
            <a:off x="483375" y="2568275"/>
            <a:ext cx="73365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final EurekaTransport eurekaTransport;</a:t>
            </a:r>
            <a:endParaRPr sz="13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final EurekaHttpClient registrationClient;</a:t>
            </a:r>
            <a:endParaRPr sz="13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final EurekaHttpClient queryClient;</a:t>
            </a:r>
            <a:endParaRPr sz="1300">
              <a:solidFill>
                <a:schemeClr val="dk1"/>
              </a:solidFill>
              <a:latin typeface="Barlow Semi Condensed"/>
              <a:ea typeface="Barlow Semi Condensed"/>
              <a:cs typeface="Barlow Semi Condensed"/>
              <a:sym typeface="Barlow Semi Condensed"/>
            </a:endParaRPr>
          </a:p>
        </p:txBody>
      </p:sp>
      <p:sp>
        <p:nvSpPr>
          <p:cNvPr id="3076" name="Google Shape;3076;p53"/>
          <p:cNvSpPr txBox="1"/>
          <p:nvPr/>
        </p:nvSpPr>
        <p:spPr>
          <a:xfrm>
            <a:off x="555350" y="3626250"/>
            <a:ext cx="6160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boolean fetchRegistry(boolean forceFullRegistryFetch)</a:t>
            </a:r>
            <a:endParaRPr sz="1300">
              <a:solidFill>
                <a:schemeClr val="dk1"/>
              </a:solidFill>
              <a:latin typeface="Barlow Semi Condensed"/>
              <a:ea typeface="Barlow Semi Condensed"/>
              <a:cs typeface="Barlow Semi Condensed"/>
              <a:sym typeface="Barlow Semi Condensed"/>
            </a:endParaRPr>
          </a:p>
        </p:txBody>
      </p:sp>
      <p:sp>
        <p:nvSpPr>
          <p:cNvPr id="3077" name="Google Shape;3077;p53"/>
          <p:cNvSpPr txBox="1"/>
          <p:nvPr>
            <p:ph idx="1" type="subTitle"/>
          </p:nvPr>
        </p:nvSpPr>
        <p:spPr>
          <a:xfrm>
            <a:off x="483383" y="3996218"/>
            <a:ext cx="26151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sz="1800">
                <a:latin typeface="Barlow Semi Condensed"/>
                <a:ea typeface="Barlow Semi Condensed"/>
                <a:cs typeface="Barlow Semi Condensed"/>
                <a:sym typeface="Barlow Semi Condensed"/>
              </a:rPr>
              <a:t>Background Tasks</a:t>
            </a:r>
            <a:endParaRPr b="1" sz="1800">
              <a:latin typeface="Barlow Semi Condensed"/>
              <a:ea typeface="Barlow Semi Condensed"/>
              <a:cs typeface="Barlow Semi Condensed"/>
              <a:sym typeface="Barlow Semi Condensed"/>
            </a:endParaRPr>
          </a:p>
        </p:txBody>
      </p:sp>
      <p:sp>
        <p:nvSpPr>
          <p:cNvPr id="3078" name="Google Shape;3078;p53"/>
          <p:cNvSpPr txBox="1"/>
          <p:nvPr/>
        </p:nvSpPr>
        <p:spPr>
          <a:xfrm>
            <a:off x="555350" y="4284050"/>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void initScheduledTasks()</a:t>
            </a:r>
            <a:endParaRPr sz="1300">
              <a:solidFill>
                <a:schemeClr val="dk1"/>
              </a:solidFill>
              <a:latin typeface="Barlow Semi Condensed"/>
              <a:ea typeface="Barlow Semi Condensed"/>
              <a:cs typeface="Barlow Semi Condensed"/>
              <a:sym typeface="Barlow Semi Condensed"/>
            </a:endParaRPr>
          </a:p>
        </p:txBody>
      </p:sp>
      <p:grpSp>
        <p:nvGrpSpPr>
          <p:cNvPr id="3079" name="Google Shape;3079;p53"/>
          <p:cNvGrpSpPr/>
          <p:nvPr/>
        </p:nvGrpSpPr>
        <p:grpSpPr>
          <a:xfrm>
            <a:off x="6094648" y="2509110"/>
            <a:ext cx="1951492" cy="1581008"/>
            <a:chOff x="556125" y="238075"/>
            <a:chExt cx="6466175" cy="5235125"/>
          </a:xfrm>
        </p:grpSpPr>
        <p:sp>
          <p:nvSpPr>
            <p:cNvPr id="3080" name="Google Shape;3080;p53"/>
            <p:cNvSpPr/>
            <p:nvPr/>
          </p:nvSpPr>
          <p:spPr>
            <a:xfrm>
              <a:off x="966475" y="238075"/>
              <a:ext cx="5595525" cy="3934875"/>
            </a:xfrm>
            <a:custGeom>
              <a:rect b="b" l="l" r="r" t="t"/>
              <a:pathLst>
                <a:path extrusionOk="0" h="157395" w="223821">
                  <a:moveTo>
                    <a:pt x="129272" y="1"/>
                  </a:moveTo>
                  <a:cubicBezTo>
                    <a:pt x="113376" y="1"/>
                    <a:pt x="101060" y="6804"/>
                    <a:pt x="89618" y="15862"/>
                  </a:cubicBezTo>
                  <a:cubicBezTo>
                    <a:pt x="79562" y="23811"/>
                    <a:pt x="68655" y="31205"/>
                    <a:pt x="55605" y="34570"/>
                  </a:cubicBezTo>
                  <a:cubicBezTo>
                    <a:pt x="42665" y="37897"/>
                    <a:pt x="29688" y="39930"/>
                    <a:pt x="21037" y="50208"/>
                  </a:cubicBezTo>
                  <a:cubicBezTo>
                    <a:pt x="1" y="75237"/>
                    <a:pt x="2071" y="110951"/>
                    <a:pt x="32498" y="130287"/>
                  </a:cubicBezTo>
                  <a:cubicBezTo>
                    <a:pt x="61552" y="148815"/>
                    <a:pt x="113119" y="157395"/>
                    <a:pt x="136916" y="157395"/>
                  </a:cubicBezTo>
                  <a:cubicBezTo>
                    <a:pt x="139948" y="157395"/>
                    <a:pt x="142530" y="157255"/>
                    <a:pt x="144556" y="156980"/>
                  </a:cubicBezTo>
                  <a:cubicBezTo>
                    <a:pt x="144556" y="156980"/>
                    <a:pt x="146598" y="157363"/>
                    <a:pt x="150067" y="157363"/>
                  </a:cubicBezTo>
                  <a:cubicBezTo>
                    <a:pt x="158698" y="157363"/>
                    <a:pt x="176162" y="154992"/>
                    <a:pt x="192987" y="138457"/>
                  </a:cubicBezTo>
                  <a:cubicBezTo>
                    <a:pt x="216612" y="115277"/>
                    <a:pt x="223821" y="72871"/>
                    <a:pt x="208589" y="44552"/>
                  </a:cubicBezTo>
                  <a:cubicBezTo>
                    <a:pt x="193357" y="16232"/>
                    <a:pt x="162635" y="298"/>
                    <a:pt x="129657" y="2"/>
                  </a:cubicBezTo>
                  <a:cubicBezTo>
                    <a:pt x="129528" y="1"/>
                    <a:pt x="129400" y="1"/>
                    <a:pt x="1292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3"/>
            <p:cNvSpPr/>
            <p:nvPr/>
          </p:nvSpPr>
          <p:spPr>
            <a:xfrm>
              <a:off x="1144875" y="238125"/>
              <a:ext cx="5235975" cy="3934625"/>
            </a:xfrm>
            <a:custGeom>
              <a:rect b="b" l="l" r="r" t="t"/>
              <a:pathLst>
                <a:path extrusionOk="0" h="157385" w="209439">
                  <a:moveTo>
                    <a:pt x="122040" y="0"/>
                  </a:moveTo>
                  <a:cubicBezTo>
                    <a:pt x="106180" y="0"/>
                    <a:pt x="93906" y="6840"/>
                    <a:pt x="82482" y="15860"/>
                  </a:cubicBezTo>
                  <a:cubicBezTo>
                    <a:pt x="72426" y="23809"/>
                    <a:pt x="61519" y="31203"/>
                    <a:pt x="48469" y="34568"/>
                  </a:cubicBezTo>
                  <a:cubicBezTo>
                    <a:pt x="35529" y="37895"/>
                    <a:pt x="22552" y="39928"/>
                    <a:pt x="13901" y="50206"/>
                  </a:cubicBezTo>
                  <a:cubicBezTo>
                    <a:pt x="4770" y="61076"/>
                    <a:pt x="0" y="73941"/>
                    <a:pt x="0" y="86622"/>
                  </a:cubicBezTo>
                  <a:cubicBezTo>
                    <a:pt x="0" y="103148"/>
                    <a:pt x="8134" y="119341"/>
                    <a:pt x="25362" y="130285"/>
                  </a:cubicBezTo>
                  <a:cubicBezTo>
                    <a:pt x="54421" y="148807"/>
                    <a:pt x="105921" y="157384"/>
                    <a:pt x="129730" y="157384"/>
                  </a:cubicBezTo>
                  <a:cubicBezTo>
                    <a:pt x="132799" y="157384"/>
                    <a:pt x="135387" y="157236"/>
                    <a:pt x="137420" y="156978"/>
                  </a:cubicBezTo>
                  <a:cubicBezTo>
                    <a:pt x="137420" y="156978"/>
                    <a:pt x="139453" y="157347"/>
                    <a:pt x="142929" y="157347"/>
                  </a:cubicBezTo>
                  <a:cubicBezTo>
                    <a:pt x="151580" y="157347"/>
                    <a:pt x="169030" y="154981"/>
                    <a:pt x="185851" y="138455"/>
                  </a:cubicBezTo>
                  <a:cubicBezTo>
                    <a:pt x="201046" y="123556"/>
                    <a:pt x="209439" y="100671"/>
                    <a:pt x="209439" y="78674"/>
                  </a:cubicBezTo>
                  <a:cubicBezTo>
                    <a:pt x="209439" y="66510"/>
                    <a:pt x="206888" y="54643"/>
                    <a:pt x="201453" y="44550"/>
                  </a:cubicBezTo>
                  <a:cubicBezTo>
                    <a:pt x="186221" y="16230"/>
                    <a:pt x="155499" y="296"/>
                    <a:pt x="1225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3"/>
            <p:cNvSpPr/>
            <p:nvPr/>
          </p:nvSpPr>
          <p:spPr>
            <a:xfrm>
              <a:off x="2809475" y="4833575"/>
              <a:ext cx="2029700" cy="639625"/>
            </a:xfrm>
            <a:custGeom>
              <a:rect b="b" l="l" r="r" t="t"/>
              <a:pathLst>
                <a:path extrusionOk="0" h="25585" w="81188">
                  <a:moveTo>
                    <a:pt x="40594" y="0"/>
                  </a:moveTo>
                  <a:cubicBezTo>
                    <a:pt x="18190" y="0"/>
                    <a:pt x="0" y="5731"/>
                    <a:pt x="0" y="12792"/>
                  </a:cubicBezTo>
                  <a:cubicBezTo>
                    <a:pt x="0" y="19854"/>
                    <a:pt x="18190" y="25584"/>
                    <a:pt x="40594" y="25584"/>
                  </a:cubicBezTo>
                  <a:cubicBezTo>
                    <a:pt x="63035" y="25584"/>
                    <a:pt x="81188" y="19854"/>
                    <a:pt x="81188" y="12792"/>
                  </a:cubicBezTo>
                  <a:cubicBezTo>
                    <a:pt x="81188" y="5731"/>
                    <a:pt x="63035" y="0"/>
                    <a:pt x="405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3"/>
            <p:cNvSpPr/>
            <p:nvPr/>
          </p:nvSpPr>
          <p:spPr>
            <a:xfrm>
              <a:off x="2809475" y="4833575"/>
              <a:ext cx="2029700" cy="639625"/>
            </a:xfrm>
            <a:custGeom>
              <a:rect b="b" l="l" r="r" t="t"/>
              <a:pathLst>
                <a:path extrusionOk="0" h="25585" w="81188">
                  <a:moveTo>
                    <a:pt x="40594" y="0"/>
                  </a:moveTo>
                  <a:cubicBezTo>
                    <a:pt x="18190" y="0"/>
                    <a:pt x="0" y="5731"/>
                    <a:pt x="0" y="12792"/>
                  </a:cubicBezTo>
                  <a:cubicBezTo>
                    <a:pt x="0" y="19854"/>
                    <a:pt x="18190" y="25584"/>
                    <a:pt x="40594" y="25584"/>
                  </a:cubicBezTo>
                  <a:cubicBezTo>
                    <a:pt x="63035" y="25584"/>
                    <a:pt x="81188" y="19854"/>
                    <a:pt x="81188" y="12792"/>
                  </a:cubicBezTo>
                  <a:cubicBezTo>
                    <a:pt x="81188" y="5731"/>
                    <a:pt x="63035" y="0"/>
                    <a:pt x="4059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53"/>
            <p:cNvSpPr/>
            <p:nvPr/>
          </p:nvSpPr>
          <p:spPr>
            <a:xfrm>
              <a:off x="2061750" y="1360175"/>
              <a:ext cx="3403150" cy="1928050"/>
            </a:xfrm>
            <a:custGeom>
              <a:rect b="b" l="l" r="r" t="t"/>
              <a:pathLst>
                <a:path extrusionOk="0" h="77122" w="136126">
                  <a:moveTo>
                    <a:pt x="68063" y="0"/>
                  </a:moveTo>
                  <a:cubicBezTo>
                    <a:pt x="30464" y="0"/>
                    <a:pt x="0" y="30501"/>
                    <a:pt x="0" y="68101"/>
                  </a:cubicBezTo>
                  <a:cubicBezTo>
                    <a:pt x="0" y="71132"/>
                    <a:pt x="185" y="74164"/>
                    <a:pt x="592" y="77121"/>
                  </a:cubicBezTo>
                  <a:lnTo>
                    <a:pt x="135534" y="77121"/>
                  </a:lnTo>
                  <a:cubicBezTo>
                    <a:pt x="135904" y="74164"/>
                    <a:pt x="136126" y="71132"/>
                    <a:pt x="136126" y="68101"/>
                  </a:cubicBezTo>
                  <a:cubicBezTo>
                    <a:pt x="136126" y="30501"/>
                    <a:pt x="105662" y="0"/>
                    <a:pt x="680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53"/>
            <p:cNvSpPr/>
            <p:nvPr/>
          </p:nvSpPr>
          <p:spPr>
            <a:xfrm>
              <a:off x="2053425" y="1352775"/>
              <a:ext cx="3418875" cy="1942850"/>
            </a:xfrm>
            <a:custGeom>
              <a:rect b="b" l="l" r="r" t="t"/>
              <a:pathLst>
                <a:path extrusionOk="0" h="77714" w="136755">
                  <a:moveTo>
                    <a:pt x="68396" y="629"/>
                  </a:moveTo>
                  <a:cubicBezTo>
                    <a:pt x="87103" y="629"/>
                    <a:pt x="104036" y="8208"/>
                    <a:pt x="116310" y="20482"/>
                  </a:cubicBezTo>
                  <a:cubicBezTo>
                    <a:pt x="128584" y="32720"/>
                    <a:pt x="136163" y="49652"/>
                    <a:pt x="136163" y="68397"/>
                  </a:cubicBezTo>
                  <a:cubicBezTo>
                    <a:pt x="136163" y="71327"/>
                    <a:pt x="135956" y="74223"/>
                    <a:pt x="135608" y="77085"/>
                  </a:cubicBezTo>
                  <a:lnTo>
                    <a:pt x="1184" y="77085"/>
                  </a:lnTo>
                  <a:cubicBezTo>
                    <a:pt x="836" y="74223"/>
                    <a:pt x="629" y="71327"/>
                    <a:pt x="629" y="68397"/>
                  </a:cubicBezTo>
                  <a:cubicBezTo>
                    <a:pt x="629" y="49652"/>
                    <a:pt x="8208" y="32720"/>
                    <a:pt x="20482" y="20482"/>
                  </a:cubicBezTo>
                  <a:cubicBezTo>
                    <a:pt x="32756" y="8208"/>
                    <a:pt x="49689" y="629"/>
                    <a:pt x="68396" y="629"/>
                  </a:cubicBezTo>
                  <a:close/>
                  <a:moveTo>
                    <a:pt x="68396" y="1"/>
                  </a:moveTo>
                  <a:cubicBezTo>
                    <a:pt x="30612" y="1"/>
                    <a:pt x="0" y="30612"/>
                    <a:pt x="0" y="68397"/>
                  </a:cubicBezTo>
                  <a:cubicBezTo>
                    <a:pt x="0" y="71465"/>
                    <a:pt x="222" y="74497"/>
                    <a:pt x="629" y="77454"/>
                  </a:cubicBezTo>
                  <a:cubicBezTo>
                    <a:pt x="629" y="77602"/>
                    <a:pt x="777" y="77713"/>
                    <a:pt x="925" y="77713"/>
                  </a:cubicBezTo>
                  <a:lnTo>
                    <a:pt x="135867" y="77713"/>
                  </a:lnTo>
                  <a:cubicBezTo>
                    <a:pt x="136015" y="77713"/>
                    <a:pt x="136163" y="77602"/>
                    <a:pt x="136163" y="77454"/>
                  </a:cubicBezTo>
                  <a:cubicBezTo>
                    <a:pt x="136570" y="74497"/>
                    <a:pt x="136755" y="71465"/>
                    <a:pt x="136755" y="68397"/>
                  </a:cubicBezTo>
                  <a:cubicBezTo>
                    <a:pt x="136755" y="30612"/>
                    <a:pt x="106143" y="1"/>
                    <a:pt x="683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3"/>
            <p:cNvSpPr/>
            <p:nvPr/>
          </p:nvSpPr>
          <p:spPr>
            <a:xfrm>
              <a:off x="2028475" y="3650500"/>
              <a:ext cx="3505750" cy="644250"/>
            </a:xfrm>
            <a:custGeom>
              <a:rect b="b" l="l" r="r" t="t"/>
              <a:pathLst>
                <a:path extrusionOk="0" h="25770" w="140230">
                  <a:moveTo>
                    <a:pt x="0" y="1"/>
                  </a:moveTo>
                  <a:lnTo>
                    <a:pt x="0" y="25769"/>
                  </a:lnTo>
                  <a:lnTo>
                    <a:pt x="140230" y="25769"/>
                  </a:lnTo>
                  <a:lnTo>
                    <a:pt x="1402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53"/>
            <p:cNvSpPr/>
            <p:nvPr/>
          </p:nvSpPr>
          <p:spPr>
            <a:xfrm>
              <a:off x="2021075" y="3643125"/>
              <a:ext cx="3521475" cy="659025"/>
            </a:xfrm>
            <a:custGeom>
              <a:rect b="b" l="l" r="r" t="t"/>
              <a:pathLst>
                <a:path extrusionOk="0" h="26361" w="140859">
                  <a:moveTo>
                    <a:pt x="140230" y="629"/>
                  </a:moveTo>
                  <a:lnTo>
                    <a:pt x="140230" y="25732"/>
                  </a:lnTo>
                  <a:lnTo>
                    <a:pt x="592" y="25732"/>
                  </a:lnTo>
                  <a:lnTo>
                    <a:pt x="592" y="629"/>
                  </a:lnTo>
                  <a:close/>
                  <a:moveTo>
                    <a:pt x="296" y="0"/>
                  </a:moveTo>
                  <a:cubicBezTo>
                    <a:pt x="222" y="0"/>
                    <a:pt x="148" y="37"/>
                    <a:pt x="74" y="74"/>
                  </a:cubicBezTo>
                  <a:cubicBezTo>
                    <a:pt x="37" y="148"/>
                    <a:pt x="0" y="222"/>
                    <a:pt x="0" y="296"/>
                  </a:cubicBezTo>
                  <a:lnTo>
                    <a:pt x="0" y="26064"/>
                  </a:lnTo>
                  <a:cubicBezTo>
                    <a:pt x="0" y="26138"/>
                    <a:pt x="37" y="26212"/>
                    <a:pt x="74" y="26286"/>
                  </a:cubicBezTo>
                  <a:cubicBezTo>
                    <a:pt x="148" y="26323"/>
                    <a:pt x="222" y="26360"/>
                    <a:pt x="296" y="26360"/>
                  </a:cubicBezTo>
                  <a:lnTo>
                    <a:pt x="140526" y="26360"/>
                  </a:lnTo>
                  <a:cubicBezTo>
                    <a:pt x="140637" y="26360"/>
                    <a:pt x="140711" y="26323"/>
                    <a:pt x="140747" y="26286"/>
                  </a:cubicBezTo>
                  <a:cubicBezTo>
                    <a:pt x="140821" y="26212"/>
                    <a:pt x="140858" y="26138"/>
                    <a:pt x="140858" y="26064"/>
                  </a:cubicBezTo>
                  <a:lnTo>
                    <a:pt x="140858" y="296"/>
                  </a:lnTo>
                  <a:cubicBezTo>
                    <a:pt x="140858" y="222"/>
                    <a:pt x="140821" y="148"/>
                    <a:pt x="140747" y="74"/>
                  </a:cubicBezTo>
                  <a:cubicBezTo>
                    <a:pt x="140711" y="37"/>
                    <a:pt x="140637" y="0"/>
                    <a:pt x="140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53"/>
            <p:cNvSpPr/>
            <p:nvPr/>
          </p:nvSpPr>
          <p:spPr>
            <a:xfrm>
              <a:off x="3464775" y="920225"/>
              <a:ext cx="596175" cy="1592525"/>
            </a:xfrm>
            <a:custGeom>
              <a:rect b="b" l="l" r="r" t="t"/>
              <a:pathLst>
                <a:path extrusionOk="0" h="63701" w="23847">
                  <a:moveTo>
                    <a:pt x="0" y="0"/>
                  </a:moveTo>
                  <a:lnTo>
                    <a:pt x="0" y="63701"/>
                  </a:lnTo>
                  <a:lnTo>
                    <a:pt x="23847" y="63701"/>
                  </a:lnTo>
                  <a:lnTo>
                    <a:pt x="2384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53"/>
            <p:cNvSpPr/>
            <p:nvPr/>
          </p:nvSpPr>
          <p:spPr>
            <a:xfrm>
              <a:off x="3457375" y="912825"/>
              <a:ext cx="611900" cy="1607325"/>
            </a:xfrm>
            <a:custGeom>
              <a:rect b="b" l="l" r="r" t="t"/>
              <a:pathLst>
                <a:path extrusionOk="0" h="64293" w="24476">
                  <a:moveTo>
                    <a:pt x="23847" y="592"/>
                  </a:moveTo>
                  <a:lnTo>
                    <a:pt x="23847" y="63664"/>
                  </a:lnTo>
                  <a:lnTo>
                    <a:pt x="629" y="63664"/>
                  </a:lnTo>
                  <a:lnTo>
                    <a:pt x="629" y="592"/>
                  </a:lnTo>
                  <a:close/>
                  <a:moveTo>
                    <a:pt x="296" y="1"/>
                  </a:moveTo>
                  <a:cubicBezTo>
                    <a:pt x="223" y="1"/>
                    <a:pt x="149" y="38"/>
                    <a:pt x="75" y="75"/>
                  </a:cubicBezTo>
                  <a:cubicBezTo>
                    <a:pt x="38" y="149"/>
                    <a:pt x="1" y="222"/>
                    <a:pt x="1" y="296"/>
                  </a:cubicBezTo>
                  <a:lnTo>
                    <a:pt x="1" y="63997"/>
                  </a:lnTo>
                  <a:cubicBezTo>
                    <a:pt x="1" y="64071"/>
                    <a:pt x="38" y="64145"/>
                    <a:pt x="75" y="64219"/>
                  </a:cubicBezTo>
                  <a:cubicBezTo>
                    <a:pt x="149" y="64256"/>
                    <a:pt x="223" y="64293"/>
                    <a:pt x="296" y="64293"/>
                  </a:cubicBezTo>
                  <a:lnTo>
                    <a:pt x="24143" y="64293"/>
                  </a:lnTo>
                  <a:cubicBezTo>
                    <a:pt x="24253" y="64293"/>
                    <a:pt x="24327" y="64256"/>
                    <a:pt x="24364" y="64219"/>
                  </a:cubicBezTo>
                  <a:cubicBezTo>
                    <a:pt x="24438" y="64145"/>
                    <a:pt x="24475" y="64071"/>
                    <a:pt x="24475" y="63997"/>
                  </a:cubicBezTo>
                  <a:lnTo>
                    <a:pt x="24475" y="296"/>
                  </a:lnTo>
                  <a:cubicBezTo>
                    <a:pt x="24475" y="222"/>
                    <a:pt x="24438" y="149"/>
                    <a:pt x="24364" y="75"/>
                  </a:cubicBezTo>
                  <a:cubicBezTo>
                    <a:pt x="24327" y="38"/>
                    <a:pt x="24253" y="1"/>
                    <a:pt x="24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53"/>
            <p:cNvSpPr/>
            <p:nvPr/>
          </p:nvSpPr>
          <p:spPr>
            <a:xfrm>
              <a:off x="3464775" y="920225"/>
              <a:ext cx="596175" cy="1349450"/>
            </a:xfrm>
            <a:custGeom>
              <a:rect b="b" l="l" r="r" t="t"/>
              <a:pathLst>
                <a:path extrusionOk="0" h="53978" w="23847">
                  <a:moveTo>
                    <a:pt x="0" y="0"/>
                  </a:moveTo>
                  <a:lnTo>
                    <a:pt x="0" y="53978"/>
                  </a:lnTo>
                  <a:lnTo>
                    <a:pt x="23847" y="53978"/>
                  </a:lnTo>
                  <a:lnTo>
                    <a:pt x="238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3"/>
            <p:cNvSpPr/>
            <p:nvPr/>
          </p:nvSpPr>
          <p:spPr>
            <a:xfrm>
              <a:off x="3457375" y="912825"/>
              <a:ext cx="611900" cy="1365175"/>
            </a:xfrm>
            <a:custGeom>
              <a:rect b="b" l="l" r="r" t="t"/>
              <a:pathLst>
                <a:path extrusionOk="0" h="54607" w="24476">
                  <a:moveTo>
                    <a:pt x="23847" y="592"/>
                  </a:moveTo>
                  <a:lnTo>
                    <a:pt x="23847" y="53978"/>
                  </a:lnTo>
                  <a:lnTo>
                    <a:pt x="629" y="53978"/>
                  </a:lnTo>
                  <a:lnTo>
                    <a:pt x="629" y="592"/>
                  </a:lnTo>
                  <a:close/>
                  <a:moveTo>
                    <a:pt x="296" y="1"/>
                  </a:moveTo>
                  <a:cubicBezTo>
                    <a:pt x="223" y="1"/>
                    <a:pt x="149" y="38"/>
                    <a:pt x="75" y="75"/>
                  </a:cubicBezTo>
                  <a:cubicBezTo>
                    <a:pt x="38" y="149"/>
                    <a:pt x="1" y="222"/>
                    <a:pt x="1" y="296"/>
                  </a:cubicBezTo>
                  <a:lnTo>
                    <a:pt x="1" y="54274"/>
                  </a:lnTo>
                  <a:cubicBezTo>
                    <a:pt x="1" y="54385"/>
                    <a:pt x="38" y="54458"/>
                    <a:pt x="75" y="54495"/>
                  </a:cubicBezTo>
                  <a:cubicBezTo>
                    <a:pt x="149" y="54569"/>
                    <a:pt x="223" y="54606"/>
                    <a:pt x="296" y="54606"/>
                  </a:cubicBezTo>
                  <a:lnTo>
                    <a:pt x="24143" y="54606"/>
                  </a:lnTo>
                  <a:cubicBezTo>
                    <a:pt x="24253" y="54606"/>
                    <a:pt x="24327" y="54569"/>
                    <a:pt x="24364" y="54495"/>
                  </a:cubicBezTo>
                  <a:cubicBezTo>
                    <a:pt x="24438" y="54458"/>
                    <a:pt x="24475" y="54385"/>
                    <a:pt x="24475" y="54274"/>
                  </a:cubicBezTo>
                  <a:lnTo>
                    <a:pt x="24475" y="296"/>
                  </a:lnTo>
                  <a:cubicBezTo>
                    <a:pt x="24475" y="222"/>
                    <a:pt x="24438" y="149"/>
                    <a:pt x="24364" y="75"/>
                  </a:cubicBezTo>
                  <a:cubicBezTo>
                    <a:pt x="24327" y="38"/>
                    <a:pt x="24253" y="1"/>
                    <a:pt x="24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3"/>
            <p:cNvSpPr/>
            <p:nvPr/>
          </p:nvSpPr>
          <p:spPr>
            <a:xfrm>
              <a:off x="2712425" y="920225"/>
              <a:ext cx="2101800" cy="1269975"/>
            </a:xfrm>
            <a:custGeom>
              <a:rect b="b" l="l" r="r" t="t"/>
              <a:pathLst>
                <a:path extrusionOk="0" h="50799" w="84072">
                  <a:moveTo>
                    <a:pt x="0" y="0"/>
                  </a:moveTo>
                  <a:lnTo>
                    <a:pt x="0" y="44365"/>
                  </a:lnTo>
                  <a:cubicBezTo>
                    <a:pt x="0" y="47914"/>
                    <a:pt x="2884" y="50798"/>
                    <a:pt x="6433" y="50798"/>
                  </a:cubicBezTo>
                  <a:lnTo>
                    <a:pt x="77639" y="50798"/>
                  </a:lnTo>
                  <a:cubicBezTo>
                    <a:pt x="81188" y="50798"/>
                    <a:pt x="84072" y="47914"/>
                    <a:pt x="84072" y="44365"/>
                  </a:cubicBezTo>
                  <a:lnTo>
                    <a:pt x="8407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3"/>
            <p:cNvSpPr/>
            <p:nvPr/>
          </p:nvSpPr>
          <p:spPr>
            <a:xfrm>
              <a:off x="2705025" y="912825"/>
              <a:ext cx="2116600" cy="1284750"/>
            </a:xfrm>
            <a:custGeom>
              <a:rect b="b" l="l" r="r" t="t"/>
              <a:pathLst>
                <a:path extrusionOk="0" h="51390" w="84664">
                  <a:moveTo>
                    <a:pt x="84072" y="592"/>
                  </a:moveTo>
                  <a:lnTo>
                    <a:pt x="84072" y="44661"/>
                  </a:lnTo>
                  <a:cubicBezTo>
                    <a:pt x="84072" y="46362"/>
                    <a:pt x="83369" y="47878"/>
                    <a:pt x="82260" y="48987"/>
                  </a:cubicBezTo>
                  <a:cubicBezTo>
                    <a:pt x="81151" y="50096"/>
                    <a:pt x="79635" y="50761"/>
                    <a:pt x="77935" y="50761"/>
                  </a:cubicBezTo>
                  <a:lnTo>
                    <a:pt x="6729" y="50761"/>
                  </a:lnTo>
                  <a:cubicBezTo>
                    <a:pt x="5029" y="50761"/>
                    <a:pt x="3513" y="50096"/>
                    <a:pt x="2404" y="48987"/>
                  </a:cubicBezTo>
                  <a:cubicBezTo>
                    <a:pt x="1295" y="47878"/>
                    <a:pt x="592" y="46362"/>
                    <a:pt x="592" y="44661"/>
                  </a:cubicBezTo>
                  <a:lnTo>
                    <a:pt x="592" y="592"/>
                  </a:lnTo>
                  <a:close/>
                  <a:moveTo>
                    <a:pt x="296" y="1"/>
                  </a:moveTo>
                  <a:cubicBezTo>
                    <a:pt x="222" y="1"/>
                    <a:pt x="112" y="38"/>
                    <a:pt x="75" y="75"/>
                  </a:cubicBezTo>
                  <a:cubicBezTo>
                    <a:pt x="1" y="149"/>
                    <a:pt x="1" y="222"/>
                    <a:pt x="1" y="296"/>
                  </a:cubicBezTo>
                  <a:lnTo>
                    <a:pt x="1" y="44661"/>
                  </a:lnTo>
                  <a:cubicBezTo>
                    <a:pt x="1" y="48358"/>
                    <a:pt x="2995" y="51390"/>
                    <a:pt x="6729" y="51390"/>
                  </a:cubicBezTo>
                  <a:lnTo>
                    <a:pt x="77935" y="51390"/>
                  </a:lnTo>
                  <a:cubicBezTo>
                    <a:pt x="81669" y="51390"/>
                    <a:pt x="84663" y="48358"/>
                    <a:pt x="84663" y="44661"/>
                  </a:cubicBezTo>
                  <a:lnTo>
                    <a:pt x="84663" y="296"/>
                  </a:lnTo>
                  <a:cubicBezTo>
                    <a:pt x="84663" y="222"/>
                    <a:pt x="84626" y="149"/>
                    <a:pt x="84589" y="75"/>
                  </a:cubicBezTo>
                  <a:cubicBezTo>
                    <a:pt x="84515" y="38"/>
                    <a:pt x="84441" y="1"/>
                    <a:pt x="843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3"/>
            <p:cNvSpPr/>
            <p:nvPr/>
          </p:nvSpPr>
          <p:spPr>
            <a:xfrm>
              <a:off x="2535900" y="774200"/>
              <a:ext cx="2453925" cy="1269025"/>
            </a:xfrm>
            <a:custGeom>
              <a:rect b="b" l="l" r="r" t="t"/>
              <a:pathLst>
                <a:path extrusionOk="0" h="50761" w="98157">
                  <a:moveTo>
                    <a:pt x="3327" y="0"/>
                  </a:moveTo>
                  <a:cubicBezTo>
                    <a:pt x="1516" y="0"/>
                    <a:pt x="0" y="1479"/>
                    <a:pt x="0" y="3290"/>
                  </a:cubicBezTo>
                  <a:lnTo>
                    <a:pt x="0" y="47433"/>
                  </a:lnTo>
                  <a:cubicBezTo>
                    <a:pt x="0" y="49282"/>
                    <a:pt x="1516" y="50761"/>
                    <a:pt x="3327" y="50761"/>
                  </a:cubicBezTo>
                  <a:lnTo>
                    <a:pt x="94867" y="50761"/>
                  </a:lnTo>
                  <a:cubicBezTo>
                    <a:pt x="96678" y="50761"/>
                    <a:pt x="98157" y="49282"/>
                    <a:pt x="98157" y="47433"/>
                  </a:cubicBezTo>
                  <a:lnTo>
                    <a:pt x="98157" y="3290"/>
                  </a:lnTo>
                  <a:cubicBezTo>
                    <a:pt x="98157" y="1479"/>
                    <a:pt x="96678" y="0"/>
                    <a:pt x="948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3"/>
            <p:cNvSpPr/>
            <p:nvPr/>
          </p:nvSpPr>
          <p:spPr>
            <a:xfrm>
              <a:off x="2528500" y="765875"/>
              <a:ext cx="2469650" cy="1284750"/>
            </a:xfrm>
            <a:custGeom>
              <a:rect b="b" l="l" r="r" t="t"/>
              <a:pathLst>
                <a:path extrusionOk="0" h="51390" w="98786">
                  <a:moveTo>
                    <a:pt x="95163" y="629"/>
                  </a:moveTo>
                  <a:cubicBezTo>
                    <a:pt x="95976" y="629"/>
                    <a:pt x="96715" y="962"/>
                    <a:pt x="97270" y="1516"/>
                  </a:cubicBezTo>
                  <a:cubicBezTo>
                    <a:pt x="97824" y="2034"/>
                    <a:pt x="98157" y="2810"/>
                    <a:pt x="98157" y="3623"/>
                  </a:cubicBezTo>
                  <a:lnTo>
                    <a:pt x="98157" y="47766"/>
                  </a:lnTo>
                  <a:cubicBezTo>
                    <a:pt x="98157" y="48617"/>
                    <a:pt x="97824" y="49356"/>
                    <a:pt x="97270" y="49911"/>
                  </a:cubicBezTo>
                  <a:cubicBezTo>
                    <a:pt x="96715" y="50428"/>
                    <a:pt x="95976" y="50798"/>
                    <a:pt x="95163" y="50798"/>
                  </a:cubicBezTo>
                  <a:lnTo>
                    <a:pt x="3623" y="50798"/>
                  </a:lnTo>
                  <a:cubicBezTo>
                    <a:pt x="2810" y="50798"/>
                    <a:pt x="2034" y="50428"/>
                    <a:pt x="1516" y="49911"/>
                  </a:cubicBezTo>
                  <a:cubicBezTo>
                    <a:pt x="962" y="49356"/>
                    <a:pt x="629" y="48617"/>
                    <a:pt x="629" y="47766"/>
                  </a:cubicBezTo>
                  <a:lnTo>
                    <a:pt x="629" y="3623"/>
                  </a:lnTo>
                  <a:cubicBezTo>
                    <a:pt x="629" y="2810"/>
                    <a:pt x="962" y="2034"/>
                    <a:pt x="1516" y="1516"/>
                  </a:cubicBezTo>
                  <a:cubicBezTo>
                    <a:pt x="2034" y="962"/>
                    <a:pt x="2810" y="629"/>
                    <a:pt x="3623" y="629"/>
                  </a:cubicBezTo>
                  <a:close/>
                  <a:moveTo>
                    <a:pt x="3623" y="0"/>
                  </a:moveTo>
                  <a:cubicBezTo>
                    <a:pt x="1627" y="0"/>
                    <a:pt x="0" y="1627"/>
                    <a:pt x="0" y="3623"/>
                  </a:cubicBezTo>
                  <a:lnTo>
                    <a:pt x="0" y="47766"/>
                  </a:lnTo>
                  <a:cubicBezTo>
                    <a:pt x="0" y="49763"/>
                    <a:pt x="1627" y="51390"/>
                    <a:pt x="3623" y="51390"/>
                  </a:cubicBezTo>
                  <a:lnTo>
                    <a:pt x="95163" y="51390"/>
                  </a:lnTo>
                  <a:cubicBezTo>
                    <a:pt x="97159" y="51390"/>
                    <a:pt x="98786" y="49763"/>
                    <a:pt x="98786" y="47766"/>
                  </a:cubicBezTo>
                  <a:lnTo>
                    <a:pt x="98786" y="3623"/>
                  </a:lnTo>
                  <a:cubicBezTo>
                    <a:pt x="98786" y="1627"/>
                    <a:pt x="97159" y="0"/>
                    <a:pt x="951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3"/>
            <p:cNvSpPr/>
            <p:nvPr/>
          </p:nvSpPr>
          <p:spPr>
            <a:xfrm>
              <a:off x="2673600" y="862000"/>
              <a:ext cx="2179450" cy="1093425"/>
            </a:xfrm>
            <a:custGeom>
              <a:rect b="b" l="l" r="r" t="t"/>
              <a:pathLst>
                <a:path extrusionOk="0" h="43737" w="87178">
                  <a:moveTo>
                    <a:pt x="2552" y="0"/>
                  </a:moveTo>
                  <a:cubicBezTo>
                    <a:pt x="1147" y="0"/>
                    <a:pt x="1" y="1146"/>
                    <a:pt x="1" y="2588"/>
                  </a:cubicBezTo>
                  <a:lnTo>
                    <a:pt x="1" y="41149"/>
                  </a:lnTo>
                  <a:cubicBezTo>
                    <a:pt x="1" y="42554"/>
                    <a:pt x="1147" y="43737"/>
                    <a:pt x="2552" y="43737"/>
                  </a:cubicBezTo>
                  <a:lnTo>
                    <a:pt x="84589" y="43737"/>
                  </a:lnTo>
                  <a:cubicBezTo>
                    <a:pt x="86031" y="43737"/>
                    <a:pt x="87177" y="42554"/>
                    <a:pt x="87177" y="41149"/>
                  </a:cubicBezTo>
                  <a:lnTo>
                    <a:pt x="87177" y="2588"/>
                  </a:lnTo>
                  <a:cubicBezTo>
                    <a:pt x="87177" y="1146"/>
                    <a:pt x="86031" y="0"/>
                    <a:pt x="845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53"/>
            <p:cNvSpPr/>
            <p:nvPr/>
          </p:nvSpPr>
          <p:spPr>
            <a:xfrm>
              <a:off x="2665275" y="853675"/>
              <a:ext cx="2196100" cy="1109150"/>
            </a:xfrm>
            <a:custGeom>
              <a:rect b="b" l="l" r="r" t="t"/>
              <a:pathLst>
                <a:path extrusionOk="0" h="44366" w="87844">
                  <a:moveTo>
                    <a:pt x="84922" y="629"/>
                  </a:moveTo>
                  <a:cubicBezTo>
                    <a:pt x="86179" y="629"/>
                    <a:pt x="87215" y="1664"/>
                    <a:pt x="87215" y="2921"/>
                  </a:cubicBezTo>
                  <a:lnTo>
                    <a:pt x="87215" y="41482"/>
                  </a:lnTo>
                  <a:cubicBezTo>
                    <a:pt x="87215" y="42739"/>
                    <a:pt x="86179" y="43737"/>
                    <a:pt x="84922" y="43737"/>
                  </a:cubicBezTo>
                  <a:lnTo>
                    <a:pt x="2885" y="43737"/>
                  </a:lnTo>
                  <a:cubicBezTo>
                    <a:pt x="1628" y="43737"/>
                    <a:pt x="629" y="42739"/>
                    <a:pt x="629" y="41482"/>
                  </a:cubicBezTo>
                  <a:lnTo>
                    <a:pt x="629" y="2921"/>
                  </a:lnTo>
                  <a:cubicBezTo>
                    <a:pt x="629" y="1664"/>
                    <a:pt x="1628" y="629"/>
                    <a:pt x="2885" y="629"/>
                  </a:cubicBezTo>
                  <a:close/>
                  <a:moveTo>
                    <a:pt x="2885" y="0"/>
                  </a:moveTo>
                  <a:cubicBezTo>
                    <a:pt x="1295" y="0"/>
                    <a:pt x="1" y="1294"/>
                    <a:pt x="1" y="2921"/>
                  </a:cubicBezTo>
                  <a:lnTo>
                    <a:pt x="1" y="41482"/>
                  </a:lnTo>
                  <a:cubicBezTo>
                    <a:pt x="1" y="43071"/>
                    <a:pt x="1295" y="44365"/>
                    <a:pt x="2885" y="44365"/>
                  </a:cubicBezTo>
                  <a:lnTo>
                    <a:pt x="84922" y="44365"/>
                  </a:lnTo>
                  <a:cubicBezTo>
                    <a:pt x="86549" y="44365"/>
                    <a:pt x="87843" y="43071"/>
                    <a:pt x="87843" y="41482"/>
                  </a:cubicBezTo>
                  <a:lnTo>
                    <a:pt x="87843" y="2921"/>
                  </a:lnTo>
                  <a:cubicBezTo>
                    <a:pt x="87843" y="1294"/>
                    <a:pt x="86549" y="0"/>
                    <a:pt x="849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53"/>
            <p:cNvSpPr/>
            <p:nvPr/>
          </p:nvSpPr>
          <p:spPr>
            <a:xfrm>
              <a:off x="4701450" y="975675"/>
              <a:ext cx="62875" cy="15750"/>
            </a:xfrm>
            <a:custGeom>
              <a:rect b="b" l="l" r="r" t="t"/>
              <a:pathLst>
                <a:path extrusionOk="0" h="630" w="2515">
                  <a:moveTo>
                    <a:pt x="296" y="1"/>
                  </a:moveTo>
                  <a:cubicBezTo>
                    <a:pt x="111" y="1"/>
                    <a:pt x="0" y="149"/>
                    <a:pt x="0" y="296"/>
                  </a:cubicBezTo>
                  <a:cubicBezTo>
                    <a:pt x="0" y="481"/>
                    <a:pt x="111" y="629"/>
                    <a:pt x="296" y="629"/>
                  </a:cubicBezTo>
                  <a:lnTo>
                    <a:pt x="2218" y="629"/>
                  </a:lnTo>
                  <a:cubicBezTo>
                    <a:pt x="2366" y="629"/>
                    <a:pt x="2514" y="481"/>
                    <a:pt x="2514" y="296"/>
                  </a:cubicBezTo>
                  <a:cubicBezTo>
                    <a:pt x="2514" y="149"/>
                    <a:pt x="2366" y="1"/>
                    <a:pt x="22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53"/>
            <p:cNvSpPr/>
            <p:nvPr/>
          </p:nvSpPr>
          <p:spPr>
            <a:xfrm>
              <a:off x="4382575" y="975675"/>
              <a:ext cx="274525" cy="15750"/>
            </a:xfrm>
            <a:custGeom>
              <a:rect b="b" l="l" r="r" t="t"/>
              <a:pathLst>
                <a:path extrusionOk="0" h="630" w="10981">
                  <a:moveTo>
                    <a:pt x="333" y="1"/>
                  </a:moveTo>
                  <a:cubicBezTo>
                    <a:pt x="148" y="1"/>
                    <a:pt x="0" y="149"/>
                    <a:pt x="0" y="296"/>
                  </a:cubicBezTo>
                  <a:cubicBezTo>
                    <a:pt x="0" y="481"/>
                    <a:pt x="148" y="629"/>
                    <a:pt x="333" y="629"/>
                  </a:cubicBezTo>
                  <a:lnTo>
                    <a:pt x="10685" y="629"/>
                  </a:lnTo>
                  <a:cubicBezTo>
                    <a:pt x="10833" y="629"/>
                    <a:pt x="10981" y="481"/>
                    <a:pt x="10981" y="296"/>
                  </a:cubicBezTo>
                  <a:cubicBezTo>
                    <a:pt x="10981" y="149"/>
                    <a:pt x="10833" y="1"/>
                    <a:pt x="106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53"/>
            <p:cNvSpPr/>
            <p:nvPr/>
          </p:nvSpPr>
          <p:spPr>
            <a:xfrm>
              <a:off x="3640375" y="975675"/>
              <a:ext cx="672900" cy="15750"/>
            </a:xfrm>
            <a:custGeom>
              <a:rect b="b" l="l" r="r" t="t"/>
              <a:pathLst>
                <a:path extrusionOk="0" h="630" w="26916">
                  <a:moveTo>
                    <a:pt x="334" y="1"/>
                  </a:moveTo>
                  <a:cubicBezTo>
                    <a:pt x="149" y="1"/>
                    <a:pt x="1" y="149"/>
                    <a:pt x="1" y="296"/>
                  </a:cubicBezTo>
                  <a:cubicBezTo>
                    <a:pt x="1" y="481"/>
                    <a:pt x="149" y="629"/>
                    <a:pt x="334" y="629"/>
                  </a:cubicBezTo>
                  <a:lnTo>
                    <a:pt x="26620" y="629"/>
                  </a:lnTo>
                  <a:cubicBezTo>
                    <a:pt x="26805" y="629"/>
                    <a:pt x="26915" y="481"/>
                    <a:pt x="26915" y="296"/>
                  </a:cubicBezTo>
                  <a:cubicBezTo>
                    <a:pt x="26915" y="149"/>
                    <a:pt x="26805" y="1"/>
                    <a:pt x="266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53"/>
            <p:cNvSpPr/>
            <p:nvPr/>
          </p:nvSpPr>
          <p:spPr>
            <a:xfrm>
              <a:off x="2927775" y="975675"/>
              <a:ext cx="664575" cy="15750"/>
            </a:xfrm>
            <a:custGeom>
              <a:rect b="b" l="l" r="r" t="t"/>
              <a:pathLst>
                <a:path extrusionOk="0" h="630" w="26583">
                  <a:moveTo>
                    <a:pt x="296" y="1"/>
                  </a:moveTo>
                  <a:cubicBezTo>
                    <a:pt x="148" y="1"/>
                    <a:pt x="1" y="149"/>
                    <a:pt x="1" y="296"/>
                  </a:cubicBezTo>
                  <a:cubicBezTo>
                    <a:pt x="1" y="481"/>
                    <a:pt x="148" y="629"/>
                    <a:pt x="296" y="629"/>
                  </a:cubicBezTo>
                  <a:lnTo>
                    <a:pt x="26287" y="629"/>
                  </a:lnTo>
                  <a:cubicBezTo>
                    <a:pt x="26435" y="629"/>
                    <a:pt x="26582" y="481"/>
                    <a:pt x="26582" y="296"/>
                  </a:cubicBezTo>
                  <a:cubicBezTo>
                    <a:pt x="26582" y="149"/>
                    <a:pt x="26435" y="1"/>
                    <a:pt x="262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53"/>
            <p:cNvSpPr/>
            <p:nvPr/>
          </p:nvSpPr>
          <p:spPr>
            <a:xfrm>
              <a:off x="2762325" y="975675"/>
              <a:ext cx="87850" cy="15750"/>
            </a:xfrm>
            <a:custGeom>
              <a:rect b="b" l="l" r="r" t="t"/>
              <a:pathLst>
                <a:path extrusionOk="0" h="630" w="3514">
                  <a:moveTo>
                    <a:pt x="297" y="1"/>
                  </a:moveTo>
                  <a:cubicBezTo>
                    <a:pt x="149" y="1"/>
                    <a:pt x="1" y="149"/>
                    <a:pt x="1" y="296"/>
                  </a:cubicBezTo>
                  <a:cubicBezTo>
                    <a:pt x="1" y="481"/>
                    <a:pt x="149" y="629"/>
                    <a:pt x="297" y="629"/>
                  </a:cubicBezTo>
                  <a:lnTo>
                    <a:pt x="3217" y="629"/>
                  </a:lnTo>
                  <a:cubicBezTo>
                    <a:pt x="3365" y="629"/>
                    <a:pt x="3513" y="481"/>
                    <a:pt x="3513" y="296"/>
                  </a:cubicBezTo>
                  <a:cubicBezTo>
                    <a:pt x="3513" y="149"/>
                    <a:pt x="3365" y="1"/>
                    <a:pt x="32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53"/>
            <p:cNvSpPr/>
            <p:nvPr/>
          </p:nvSpPr>
          <p:spPr>
            <a:xfrm>
              <a:off x="4518425" y="1107850"/>
              <a:ext cx="245900" cy="14800"/>
            </a:xfrm>
            <a:custGeom>
              <a:rect b="b" l="l" r="r" t="t"/>
              <a:pathLst>
                <a:path extrusionOk="0" h="592" w="9836">
                  <a:moveTo>
                    <a:pt x="334" y="0"/>
                  </a:moveTo>
                  <a:cubicBezTo>
                    <a:pt x="149" y="0"/>
                    <a:pt x="1" y="111"/>
                    <a:pt x="1" y="296"/>
                  </a:cubicBezTo>
                  <a:cubicBezTo>
                    <a:pt x="1" y="481"/>
                    <a:pt x="149" y="592"/>
                    <a:pt x="334" y="592"/>
                  </a:cubicBezTo>
                  <a:lnTo>
                    <a:pt x="9539" y="592"/>
                  </a:lnTo>
                  <a:cubicBezTo>
                    <a:pt x="9687" y="592"/>
                    <a:pt x="9835" y="481"/>
                    <a:pt x="9835" y="296"/>
                  </a:cubicBezTo>
                  <a:cubicBezTo>
                    <a:pt x="9835" y="111"/>
                    <a:pt x="9687" y="0"/>
                    <a:pt x="9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53"/>
            <p:cNvSpPr/>
            <p:nvPr/>
          </p:nvSpPr>
          <p:spPr>
            <a:xfrm>
              <a:off x="3946325" y="1107850"/>
              <a:ext cx="537025" cy="14800"/>
            </a:xfrm>
            <a:custGeom>
              <a:rect b="b" l="l" r="r" t="t"/>
              <a:pathLst>
                <a:path extrusionOk="0" h="592" w="21481">
                  <a:moveTo>
                    <a:pt x="296" y="0"/>
                  </a:moveTo>
                  <a:cubicBezTo>
                    <a:pt x="111" y="0"/>
                    <a:pt x="0" y="111"/>
                    <a:pt x="0" y="296"/>
                  </a:cubicBezTo>
                  <a:cubicBezTo>
                    <a:pt x="0" y="481"/>
                    <a:pt x="111" y="592"/>
                    <a:pt x="296" y="592"/>
                  </a:cubicBezTo>
                  <a:lnTo>
                    <a:pt x="21184" y="592"/>
                  </a:lnTo>
                  <a:cubicBezTo>
                    <a:pt x="21332" y="592"/>
                    <a:pt x="21480" y="481"/>
                    <a:pt x="21480" y="296"/>
                  </a:cubicBezTo>
                  <a:cubicBezTo>
                    <a:pt x="21480" y="111"/>
                    <a:pt x="21332" y="0"/>
                    <a:pt x="21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53"/>
            <p:cNvSpPr/>
            <p:nvPr/>
          </p:nvSpPr>
          <p:spPr>
            <a:xfrm>
              <a:off x="3805825" y="1107850"/>
              <a:ext cx="83200" cy="14800"/>
            </a:xfrm>
            <a:custGeom>
              <a:rect b="b" l="l" r="r" t="t"/>
              <a:pathLst>
                <a:path extrusionOk="0" h="592" w="3328">
                  <a:moveTo>
                    <a:pt x="333" y="0"/>
                  </a:moveTo>
                  <a:cubicBezTo>
                    <a:pt x="149" y="0"/>
                    <a:pt x="1" y="111"/>
                    <a:pt x="1" y="296"/>
                  </a:cubicBezTo>
                  <a:cubicBezTo>
                    <a:pt x="1" y="481"/>
                    <a:pt x="149" y="592"/>
                    <a:pt x="333" y="592"/>
                  </a:cubicBezTo>
                  <a:lnTo>
                    <a:pt x="3032" y="592"/>
                  </a:lnTo>
                  <a:cubicBezTo>
                    <a:pt x="3217" y="592"/>
                    <a:pt x="3328" y="481"/>
                    <a:pt x="3328" y="296"/>
                  </a:cubicBezTo>
                  <a:cubicBezTo>
                    <a:pt x="3328" y="111"/>
                    <a:pt x="3217" y="0"/>
                    <a:pt x="30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53"/>
            <p:cNvSpPr/>
            <p:nvPr/>
          </p:nvSpPr>
          <p:spPr>
            <a:xfrm>
              <a:off x="3653325" y="1107850"/>
              <a:ext cx="125725" cy="14800"/>
            </a:xfrm>
            <a:custGeom>
              <a:rect b="b" l="l" r="r" t="t"/>
              <a:pathLst>
                <a:path extrusionOk="0" h="592" w="5029">
                  <a:moveTo>
                    <a:pt x="296" y="0"/>
                  </a:moveTo>
                  <a:cubicBezTo>
                    <a:pt x="148" y="0"/>
                    <a:pt x="0" y="111"/>
                    <a:pt x="0" y="296"/>
                  </a:cubicBezTo>
                  <a:cubicBezTo>
                    <a:pt x="0" y="481"/>
                    <a:pt x="148" y="592"/>
                    <a:pt x="296" y="592"/>
                  </a:cubicBezTo>
                  <a:lnTo>
                    <a:pt x="4733" y="592"/>
                  </a:lnTo>
                  <a:cubicBezTo>
                    <a:pt x="4881" y="592"/>
                    <a:pt x="5028" y="481"/>
                    <a:pt x="5028" y="296"/>
                  </a:cubicBezTo>
                  <a:cubicBezTo>
                    <a:pt x="5028" y="111"/>
                    <a:pt x="4881" y="0"/>
                    <a:pt x="4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53"/>
            <p:cNvSpPr/>
            <p:nvPr/>
          </p:nvSpPr>
          <p:spPr>
            <a:xfrm>
              <a:off x="3131125" y="1107850"/>
              <a:ext cx="490800" cy="14800"/>
            </a:xfrm>
            <a:custGeom>
              <a:rect b="b" l="l" r="r" t="t"/>
              <a:pathLst>
                <a:path extrusionOk="0" h="592" w="19632">
                  <a:moveTo>
                    <a:pt x="333" y="0"/>
                  </a:moveTo>
                  <a:cubicBezTo>
                    <a:pt x="148" y="0"/>
                    <a:pt x="0" y="111"/>
                    <a:pt x="0" y="296"/>
                  </a:cubicBezTo>
                  <a:cubicBezTo>
                    <a:pt x="0" y="481"/>
                    <a:pt x="148" y="592"/>
                    <a:pt x="333" y="592"/>
                  </a:cubicBezTo>
                  <a:lnTo>
                    <a:pt x="19336" y="592"/>
                  </a:lnTo>
                  <a:cubicBezTo>
                    <a:pt x="19484" y="592"/>
                    <a:pt x="19631" y="481"/>
                    <a:pt x="19631" y="296"/>
                  </a:cubicBezTo>
                  <a:cubicBezTo>
                    <a:pt x="19631" y="111"/>
                    <a:pt x="19484" y="0"/>
                    <a:pt x="193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53"/>
            <p:cNvSpPr/>
            <p:nvPr/>
          </p:nvSpPr>
          <p:spPr>
            <a:xfrm>
              <a:off x="2762325" y="1107850"/>
              <a:ext cx="320750" cy="14800"/>
            </a:xfrm>
            <a:custGeom>
              <a:rect b="b" l="l" r="r" t="t"/>
              <a:pathLst>
                <a:path extrusionOk="0" h="592" w="12830">
                  <a:moveTo>
                    <a:pt x="297" y="0"/>
                  </a:moveTo>
                  <a:cubicBezTo>
                    <a:pt x="149" y="0"/>
                    <a:pt x="1" y="111"/>
                    <a:pt x="1" y="296"/>
                  </a:cubicBezTo>
                  <a:cubicBezTo>
                    <a:pt x="1" y="481"/>
                    <a:pt x="149" y="592"/>
                    <a:pt x="297" y="592"/>
                  </a:cubicBezTo>
                  <a:lnTo>
                    <a:pt x="12534" y="592"/>
                  </a:lnTo>
                  <a:cubicBezTo>
                    <a:pt x="12719" y="592"/>
                    <a:pt x="12830" y="481"/>
                    <a:pt x="12830" y="296"/>
                  </a:cubicBezTo>
                  <a:cubicBezTo>
                    <a:pt x="12830" y="111"/>
                    <a:pt x="12719" y="0"/>
                    <a:pt x="125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53"/>
            <p:cNvSpPr/>
            <p:nvPr/>
          </p:nvSpPr>
          <p:spPr>
            <a:xfrm>
              <a:off x="4696825" y="1239100"/>
              <a:ext cx="67500" cy="15725"/>
            </a:xfrm>
            <a:custGeom>
              <a:rect b="b" l="l" r="r" t="t"/>
              <a:pathLst>
                <a:path extrusionOk="0" h="629" w="2700">
                  <a:moveTo>
                    <a:pt x="296" y="0"/>
                  </a:moveTo>
                  <a:cubicBezTo>
                    <a:pt x="148" y="0"/>
                    <a:pt x="0" y="148"/>
                    <a:pt x="0" y="333"/>
                  </a:cubicBezTo>
                  <a:cubicBezTo>
                    <a:pt x="0" y="481"/>
                    <a:pt x="148" y="629"/>
                    <a:pt x="296" y="629"/>
                  </a:cubicBezTo>
                  <a:lnTo>
                    <a:pt x="2403" y="629"/>
                  </a:lnTo>
                  <a:cubicBezTo>
                    <a:pt x="2551" y="629"/>
                    <a:pt x="2699" y="481"/>
                    <a:pt x="2699" y="333"/>
                  </a:cubicBezTo>
                  <a:cubicBezTo>
                    <a:pt x="2699" y="148"/>
                    <a:pt x="2551" y="0"/>
                    <a:pt x="2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53"/>
            <p:cNvSpPr/>
            <p:nvPr/>
          </p:nvSpPr>
          <p:spPr>
            <a:xfrm>
              <a:off x="3585850" y="1239100"/>
              <a:ext cx="1058300" cy="15725"/>
            </a:xfrm>
            <a:custGeom>
              <a:rect b="b" l="l" r="r" t="t"/>
              <a:pathLst>
                <a:path extrusionOk="0" h="629" w="42332">
                  <a:moveTo>
                    <a:pt x="296" y="0"/>
                  </a:moveTo>
                  <a:cubicBezTo>
                    <a:pt x="112" y="0"/>
                    <a:pt x="1" y="148"/>
                    <a:pt x="1" y="333"/>
                  </a:cubicBezTo>
                  <a:cubicBezTo>
                    <a:pt x="1" y="481"/>
                    <a:pt x="112" y="629"/>
                    <a:pt x="296" y="629"/>
                  </a:cubicBezTo>
                  <a:lnTo>
                    <a:pt x="42036" y="629"/>
                  </a:lnTo>
                  <a:cubicBezTo>
                    <a:pt x="42221" y="629"/>
                    <a:pt x="42332" y="481"/>
                    <a:pt x="42332" y="333"/>
                  </a:cubicBezTo>
                  <a:cubicBezTo>
                    <a:pt x="42332" y="148"/>
                    <a:pt x="42221" y="0"/>
                    <a:pt x="420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53"/>
            <p:cNvSpPr/>
            <p:nvPr/>
          </p:nvSpPr>
          <p:spPr>
            <a:xfrm>
              <a:off x="3327050" y="1239100"/>
              <a:ext cx="201525" cy="15725"/>
            </a:xfrm>
            <a:custGeom>
              <a:rect b="b" l="l" r="r" t="t"/>
              <a:pathLst>
                <a:path extrusionOk="0" h="629" w="8061">
                  <a:moveTo>
                    <a:pt x="297" y="0"/>
                  </a:moveTo>
                  <a:cubicBezTo>
                    <a:pt x="112" y="0"/>
                    <a:pt x="1" y="148"/>
                    <a:pt x="1" y="333"/>
                  </a:cubicBezTo>
                  <a:cubicBezTo>
                    <a:pt x="1" y="481"/>
                    <a:pt x="112" y="629"/>
                    <a:pt x="297" y="629"/>
                  </a:cubicBezTo>
                  <a:lnTo>
                    <a:pt x="7765" y="629"/>
                  </a:lnTo>
                  <a:cubicBezTo>
                    <a:pt x="7913" y="629"/>
                    <a:pt x="8060" y="481"/>
                    <a:pt x="8060" y="333"/>
                  </a:cubicBezTo>
                  <a:cubicBezTo>
                    <a:pt x="8060" y="148"/>
                    <a:pt x="7913" y="0"/>
                    <a:pt x="77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53"/>
            <p:cNvSpPr/>
            <p:nvPr/>
          </p:nvSpPr>
          <p:spPr>
            <a:xfrm>
              <a:off x="2762325" y="1239100"/>
              <a:ext cx="448300" cy="15725"/>
            </a:xfrm>
            <a:custGeom>
              <a:rect b="b" l="l" r="r" t="t"/>
              <a:pathLst>
                <a:path extrusionOk="0" h="629" w="17932">
                  <a:moveTo>
                    <a:pt x="297" y="0"/>
                  </a:moveTo>
                  <a:cubicBezTo>
                    <a:pt x="149" y="0"/>
                    <a:pt x="1" y="148"/>
                    <a:pt x="1" y="333"/>
                  </a:cubicBezTo>
                  <a:cubicBezTo>
                    <a:pt x="1" y="481"/>
                    <a:pt x="149" y="629"/>
                    <a:pt x="297" y="629"/>
                  </a:cubicBezTo>
                  <a:lnTo>
                    <a:pt x="17636" y="629"/>
                  </a:lnTo>
                  <a:cubicBezTo>
                    <a:pt x="17784" y="629"/>
                    <a:pt x="17932" y="481"/>
                    <a:pt x="17932" y="333"/>
                  </a:cubicBezTo>
                  <a:cubicBezTo>
                    <a:pt x="17932" y="148"/>
                    <a:pt x="17784" y="0"/>
                    <a:pt x="176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53"/>
            <p:cNvSpPr/>
            <p:nvPr/>
          </p:nvSpPr>
          <p:spPr>
            <a:xfrm>
              <a:off x="4650600" y="1371275"/>
              <a:ext cx="113725" cy="15725"/>
            </a:xfrm>
            <a:custGeom>
              <a:rect b="b" l="l" r="r" t="t"/>
              <a:pathLst>
                <a:path extrusionOk="0" h="629" w="4549">
                  <a:moveTo>
                    <a:pt x="297" y="0"/>
                  </a:moveTo>
                  <a:cubicBezTo>
                    <a:pt x="112" y="0"/>
                    <a:pt x="1" y="148"/>
                    <a:pt x="1" y="296"/>
                  </a:cubicBezTo>
                  <a:cubicBezTo>
                    <a:pt x="1" y="481"/>
                    <a:pt x="112" y="629"/>
                    <a:pt x="297" y="629"/>
                  </a:cubicBezTo>
                  <a:lnTo>
                    <a:pt x="4252" y="629"/>
                  </a:lnTo>
                  <a:cubicBezTo>
                    <a:pt x="4400" y="629"/>
                    <a:pt x="4548" y="481"/>
                    <a:pt x="4548" y="296"/>
                  </a:cubicBezTo>
                  <a:cubicBezTo>
                    <a:pt x="4548" y="148"/>
                    <a:pt x="4400" y="0"/>
                    <a:pt x="42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53"/>
            <p:cNvSpPr/>
            <p:nvPr/>
          </p:nvSpPr>
          <p:spPr>
            <a:xfrm>
              <a:off x="4408450" y="1371275"/>
              <a:ext cx="134050" cy="15725"/>
            </a:xfrm>
            <a:custGeom>
              <a:rect b="b" l="l" r="r" t="t"/>
              <a:pathLst>
                <a:path extrusionOk="0" h="629" w="5362">
                  <a:moveTo>
                    <a:pt x="296" y="0"/>
                  </a:moveTo>
                  <a:cubicBezTo>
                    <a:pt x="148" y="0"/>
                    <a:pt x="0" y="148"/>
                    <a:pt x="0" y="296"/>
                  </a:cubicBezTo>
                  <a:cubicBezTo>
                    <a:pt x="0" y="481"/>
                    <a:pt x="148" y="629"/>
                    <a:pt x="296" y="629"/>
                  </a:cubicBezTo>
                  <a:lnTo>
                    <a:pt x="5065" y="629"/>
                  </a:lnTo>
                  <a:cubicBezTo>
                    <a:pt x="5213" y="629"/>
                    <a:pt x="5361" y="481"/>
                    <a:pt x="5361" y="296"/>
                  </a:cubicBezTo>
                  <a:cubicBezTo>
                    <a:pt x="5361" y="148"/>
                    <a:pt x="5213" y="0"/>
                    <a:pt x="50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53"/>
            <p:cNvSpPr/>
            <p:nvPr/>
          </p:nvSpPr>
          <p:spPr>
            <a:xfrm>
              <a:off x="4238375" y="1371275"/>
              <a:ext cx="125725" cy="15725"/>
            </a:xfrm>
            <a:custGeom>
              <a:rect b="b" l="l" r="r" t="t"/>
              <a:pathLst>
                <a:path extrusionOk="0" h="629" w="5029">
                  <a:moveTo>
                    <a:pt x="334" y="0"/>
                  </a:moveTo>
                  <a:cubicBezTo>
                    <a:pt x="149" y="0"/>
                    <a:pt x="1" y="148"/>
                    <a:pt x="1" y="296"/>
                  </a:cubicBezTo>
                  <a:cubicBezTo>
                    <a:pt x="1" y="481"/>
                    <a:pt x="149" y="629"/>
                    <a:pt x="334" y="629"/>
                  </a:cubicBezTo>
                  <a:lnTo>
                    <a:pt x="4733" y="629"/>
                  </a:lnTo>
                  <a:cubicBezTo>
                    <a:pt x="4918" y="629"/>
                    <a:pt x="5029" y="481"/>
                    <a:pt x="5029" y="296"/>
                  </a:cubicBezTo>
                  <a:cubicBezTo>
                    <a:pt x="5029" y="148"/>
                    <a:pt x="4918" y="0"/>
                    <a:pt x="4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53"/>
            <p:cNvSpPr/>
            <p:nvPr/>
          </p:nvSpPr>
          <p:spPr>
            <a:xfrm>
              <a:off x="4005475" y="1371275"/>
              <a:ext cx="184875" cy="15725"/>
            </a:xfrm>
            <a:custGeom>
              <a:rect b="b" l="l" r="r" t="t"/>
              <a:pathLst>
                <a:path extrusionOk="0" h="629" w="7395">
                  <a:moveTo>
                    <a:pt x="296" y="0"/>
                  </a:moveTo>
                  <a:cubicBezTo>
                    <a:pt x="148" y="0"/>
                    <a:pt x="0" y="148"/>
                    <a:pt x="0" y="296"/>
                  </a:cubicBezTo>
                  <a:cubicBezTo>
                    <a:pt x="0" y="481"/>
                    <a:pt x="148" y="629"/>
                    <a:pt x="296" y="629"/>
                  </a:cubicBezTo>
                  <a:lnTo>
                    <a:pt x="7099" y="629"/>
                  </a:lnTo>
                  <a:cubicBezTo>
                    <a:pt x="7283" y="629"/>
                    <a:pt x="7394" y="481"/>
                    <a:pt x="7394" y="296"/>
                  </a:cubicBezTo>
                  <a:cubicBezTo>
                    <a:pt x="7394" y="148"/>
                    <a:pt x="7283" y="0"/>
                    <a:pt x="70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53"/>
            <p:cNvSpPr/>
            <p:nvPr/>
          </p:nvSpPr>
          <p:spPr>
            <a:xfrm>
              <a:off x="3823400" y="1371275"/>
              <a:ext cx="146975" cy="15725"/>
            </a:xfrm>
            <a:custGeom>
              <a:rect b="b" l="l" r="r" t="t"/>
              <a:pathLst>
                <a:path extrusionOk="0" h="629" w="5879">
                  <a:moveTo>
                    <a:pt x="296" y="0"/>
                  </a:moveTo>
                  <a:cubicBezTo>
                    <a:pt x="111" y="0"/>
                    <a:pt x="0" y="148"/>
                    <a:pt x="0" y="296"/>
                  </a:cubicBezTo>
                  <a:cubicBezTo>
                    <a:pt x="0" y="481"/>
                    <a:pt x="111" y="629"/>
                    <a:pt x="296" y="629"/>
                  </a:cubicBezTo>
                  <a:lnTo>
                    <a:pt x="5546" y="629"/>
                  </a:lnTo>
                  <a:cubicBezTo>
                    <a:pt x="5731" y="629"/>
                    <a:pt x="5878" y="481"/>
                    <a:pt x="5878" y="296"/>
                  </a:cubicBezTo>
                  <a:cubicBezTo>
                    <a:pt x="5878" y="148"/>
                    <a:pt x="5731" y="0"/>
                    <a:pt x="55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53"/>
            <p:cNvSpPr/>
            <p:nvPr/>
          </p:nvSpPr>
          <p:spPr>
            <a:xfrm>
              <a:off x="3704150" y="1371275"/>
              <a:ext cx="96150" cy="15725"/>
            </a:xfrm>
            <a:custGeom>
              <a:rect b="b" l="l" r="r" t="t"/>
              <a:pathLst>
                <a:path extrusionOk="0" h="629" w="3846">
                  <a:moveTo>
                    <a:pt x="297" y="0"/>
                  </a:moveTo>
                  <a:cubicBezTo>
                    <a:pt x="149" y="0"/>
                    <a:pt x="1" y="148"/>
                    <a:pt x="1" y="296"/>
                  </a:cubicBezTo>
                  <a:cubicBezTo>
                    <a:pt x="1" y="481"/>
                    <a:pt x="149" y="629"/>
                    <a:pt x="297" y="629"/>
                  </a:cubicBezTo>
                  <a:lnTo>
                    <a:pt x="3550" y="629"/>
                  </a:lnTo>
                  <a:cubicBezTo>
                    <a:pt x="3698" y="629"/>
                    <a:pt x="3846" y="481"/>
                    <a:pt x="3846" y="296"/>
                  </a:cubicBezTo>
                  <a:cubicBezTo>
                    <a:pt x="3846" y="148"/>
                    <a:pt x="3698" y="0"/>
                    <a:pt x="35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53"/>
            <p:cNvSpPr/>
            <p:nvPr/>
          </p:nvSpPr>
          <p:spPr>
            <a:xfrm>
              <a:off x="3148675" y="1371275"/>
              <a:ext cx="524075" cy="15725"/>
            </a:xfrm>
            <a:custGeom>
              <a:rect b="b" l="l" r="r" t="t"/>
              <a:pathLst>
                <a:path extrusionOk="0" h="629" w="20963">
                  <a:moveTo>
                    <a:pt x="296" y="0"/>
                  </a:moveTo>
                  <a:cubicBezTo>
                    <a:pt x="148" y="0"/>
                    <a:pt x="1" y="148"/>
                    <a:pt x="1" y="296"/>
                  </a:cubicBezTo>
                  <a:cubicBezTo>
                    <a:pt x="1" y="481"/>
                    <a:pt x="148" y="629"/>
                    <a:pt x="296" y="629"/>
                  </a:cubicBezTo>
                  <a:lnTo>
                    <a:pt x="20667" y="629"/>
                  </a:lnTo>
                  <a:cubicBezTo>
                    <a:pt x="20852" y="629"/>
                    <a:pt x="20963" y="481"/>
                    <a:pt x="20963" y="296"/>
                  </a:cubicBezTo>
                  <a:cubicBezTo>
                    <a:pt x="20963" y="148"/>
                    <a:pt x="20852" y="0"/>
                    <a:pt x="206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53"/>
            <p:cNvSpPr/>
            <p:nvPr/>
          </p:nvSpPr>
          <p:spPr>
            <a:xfrm>
              <a:off x="2762325" y="1371275"/>
              <a:ext cx="359575" cy="15725"/>
            </a:xfrm>
            <a:custGeom>
              <a:rect b="b" l="l" r="r" t="t"/>
              <a:pathLst>
                <a:path extrusionOk="0" h="629" w="14383">
                  <a:moveTo>
                    <a:pt x="297" y="0"/>
                  </a:moveTo>
                  <a:cubicBezTo>
                    <a:pt x="149" y="0"/>
                    <a:pt x="1" y="148"/>
                    <a:pt x="1" y="296"/>
                  </a:cubicBezTo>
                  <a:cubicBezTo>
                    <a:pt x="1" y="481"/>
                    <a:pt x="149" y="629"/>
                    <a:pt x="297" y="629"/>
                  </a:cubicBezTo>
                  <a:lnTo>
                    <a:pt x="14050" y="629"/>
                  </a:lnTo>
                  <a:cubicBezTo>
                    <a:pt x="14235" y="629"/>
                    <a:pt x="14382" y="481"/>
                    <a:pt x="14382" y="296"/>
                  </a:cubicBezTo>
                  <a:cubicBezTo>
                    <a:pt x="14382" y="148"/>
                    <a:pt x="14235" y="0"/>
                    <a:pt x="140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53"/>
            <p:cNvSpPr/>
            <p:nvPr/>
          </p:nvSpPr>
          <p:spPr>
            <a:xfrm>
              <a:off x="3853900" y="1569975"/>
              <a:ext cx="158075" cy="15750"/>
            </a:xfrm>
            <a:custGeom>
              <a:rect b="b" l="l" r="r" t="t"/>
              <a:pathLst>
                <a:path extrusionOk="0" h="630" w="6323">
                  <a:moveTo>
                    <a:pt x="296" y="1"/>
                  </a:moveTo>
                  <a:cubicBezTo>
                    <a:pt x="148" y="1"/>
                    <a:pt x="0" y="149"/>
                    <a:pt x="0" y="297"/>
                  </a:cubicBezTo>
                  <a:cubicBezTo>
                    <a:pt x="0" y="481"/>
                    <a:pt x="148" y="629"/>
                    <a:pt x="296" y="629"/>
                  </a:cubicBezTo>
                  <a:lnTo>
                    <a:pt x="6026" y="629"/>
                  </a:lnTo>
                  <a:cubicBezTo>
                    <a:pt x="6211" y="629"/>
                    <a:pt x="6322" y="481"/>
                    <a:pt x="6322" y="297"/>
                  </a:cubicBezTo>
                  <a:cubicBezTo>
                    <a:pt x="6322" y="149"/>
                    <a:pt x="6211" y="1"/>
                    <a:pt x="60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53"/>
            <p:cNvSpPr/>
            <p:nvPr/>
          </p:nvSpPr>
          <p:spPr>
            <a:xfrm>
              <a:off x="3498050" y="1569975"/>
              <a:ext cx="340150" cy="15750"/>
            </a:xfrm>
            <a:custGeom>
              <a:rect b="b" l="l" r="r" t="t"/>
              <a:pathLst>
                <a:path extrusionOk="0" h="630" w="13606">
                  <a:moveTo>
                    <a:pt x="296" y="1"/>
                  </a:moveTo>
                  <a:cubicBezTo>
                    <a:pt x="148" y="1"/>
                    <a:pt x="0" y="149"/>
                    <a:pt x="0" y="297"/>
                  </a:cubicBezTo>
                  <a:cubicBezTo>
                    <a:pt x="0" y="481"/>
                    <a:pt x="148" y="629"/>
                    <a:pt x="296" y="629"/>
                  </a:cubicBezTo>
                  <a:lnTo>
                    <a:pt x="13273" y="629"/>
                  </a:lnTo>
                  <a:cubicBezTo>
                    <a:pt x="13458" y="629"/>
                    <a:pt x="13606" y="481"/>
                    <a:pt x="13606" y="297"/>
                  </a:cubicBezTo>
                  <a:cubicBezTo>
                    <a:pt x="13606" y="149"/>
                    <a:pt x="13458" y="1"/>
                    <a:pt x="132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53"/>
            <p:cNvSpPr/>
            <p:nvPr/>
          </p:nvSpPr>
          <p:spPr>
            <a:xfrm>
              <a:off x="3411175" y="1569975"/>
              <a:ext cx="57325" cy="15750"/>
            </a:xfrm>
            <a:custGeom>
              <a:rect b="b" l="l" r="r" t="t"/>
              <a:pathLst>
                <a:path extrusionOk="0" h="630" w="2293">
                  <a:moveTo>
                    <a:pt x="296" y="1"/>
                  </a:moveTo>
                  <a:cubicBezTo>
                    <a:pt x="148" y="1"/>
                    <a:pt x="0" y="149"/>
                    <a:pt x="0" y="297"/>
                  </a:cubicBezTo>
                  <a:cubicBezTo>
                    <a:pt x="0" y="481"/>
                    <a:pt x="148" y="629"/>
                    <a:pt x="296" y="629"/>
                  </a:cubicBezTo>
                  <a:lnTo>
                    <a:pt x="1997" y="629"/>
                  </a:lnTo>
                  <a:cubicBezTo>
                    <a:pt x="2144" y="629"/>
                    <a:pt x="2292" y="481"/>
                    <a:pt x="2292" y="297"/>
                  </a:cubicBezTo>
                  <a:cubicBezTo>
                    <a:pt x="2292" y="149"/>
                    <a:pt x="2144" y="1"/>
                    <a:pt x="19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53"/>
            <p:cNvSpPr/>
            <p:nvPr/>
          </p:nvSpPr>
          <p:spPr>
            <a:xfrm>
              <a:off x="3315975" y="1569975"/>
              <a:ext cx="84125" cy="15750"/>
            </a:xfrm>
            <a:custGeom>
              <a:rect b="b" l="l" r="r" t="t"/>
              <a:pathLst>
                <a:path extrusionOk="0" h="630" w="3365">
                  <a:moveTo>
                    <a:pt x="296" y="1"/>
                  </a:moveTo>
                  <a:cubicBezTo>
                    <a:pt x="148" y="1"/>
                    <a:pt x="0" y="149"/>
                    <a:pt x="0" y="297"/>
                  </a:cubicBezTo>
                  <a:cubicBezTo>
                    <a:pt x="0" y="481"/>
                    <a:pt x="148" y="629"/>
                    <a:pt x="296" y="629"/>
                  </a:cubicBezTo>
                  <a:lnTo>
                    <a:pt x="3069" y="629"/>
                  </a:lnTo>
                  <a:cubicBezTo>
                    <a:pt x="3217" y="629"/>
                    <a:pt x="3365" y="481"/>
                    <a:pt x="3365" y="297"/>
                  </a:cubicBezTo>
                  <a:cubicBezTo>
                    <a:pt x="3365" y="149"/>
                    <a:pt x="3217" y="1"/>
                    <a:pt x="30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53"/>
            <p:cNvSpPr/>
            <p:nvPr/>
          </p:nvSpPr>
          <p:spPr>
            <a:xfrm>
              <a:off x="2991550" y="1569975"/>
              <a:ext cx="310575" cy="15750"/>
            </a:xfrm>
            <a:custGeom>
              <a:rect b="b" l="l" r="r" t="t"/>
              <a:pathLst>
                <a:path extrusionOk="0" h="630" w="12423">
                  <a:moveTo>
                    <a:pt x="333" y="1"/>
                  </a:moveTo>
                  <a:cubicBezTo>
                    <a:pt x="148" y="1"/>
                    <a:pt x="1" y="149"/>
                    <a:pt x="1" y="297"/>
                  </a:cubicBezTo>
                  <a:cubicBezTo>
                    <a:pt x="1" y="481"/>
                    <a:pt x="148" y="629"/>
                    <a:pt x="333" y="629"/>
                  </a:cubicBezTo>
                  <a:lnTo>
                    <a:pt x="12127" y="629"/>
                  </a:lnTo>
                  <a:cubicBezTo>
                    <a:pt x="12312" y="629"/>
                    <a:pt x="12423" y="481"/>
                    <a:pt x="12423" y="297"/>
                  </a:cubicBezTo>
                  <a:cubicBezTo>
                    <a:pt x="12423" y="149"/>
                    <a:pt x="12312" y="1"/>
                    <a:pt x="121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53"/>
            <p:cNvSpPr/>
            <p:nvPr/>
          </p:nvSpPr>
          <p:spPr>
            <a:xfrm>
              <a:off x="2762325" y="1569975"/>
              <a:ext cx="205225" cy="15750"/>
            </a:xfrm>
            <a:custGeom>
              <a:rect b="b" l="l" r="r" t="t"/>
              <a:pathLst>
                <a:path extrusionOk="0" h="630" w="8209">
                  <a:moveTo>
                    <a:pt x="297" y="1"/>
                  </a:moveTo>
                  <a:cubicBezTo>
                    <a:pt x="149" y="1"/>
                    <a:pt x="1" y="149"/>
                    <a:pt x="1" y="297"/>
                  </a:cubicBezTo>
                  <a:cubicBezTo>
                    <a:pt x="1" y="481"/>
                    <a:pt x="149" y="629"/>
                    <a:pt x="297" y="629"/>
                  </a:cubicBezTo>
                  <a:lnTo>
                    <a:pt x="7913" y="629"/>
                  </a:lnTo>
                  <a:cubicBezTo>
                    <a:pt x="8060" y="629"/>
                    <a:pt x="8208" y="481"/>
                    <a:pt x="8208" y="297"/>
                  </a:cubicBezTo>
                  <a:cubicBezTo>
                    <a:pt x="8208" y="149"/>
                    <a:pt x="8060" y="1"/>
                    <a:pt x="79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3"/>
            <p:cNvSpPr/>
            <p:nvPr/>
          </p:nvSpPr>
          <p:spPr>
            <a:xfrm>
              <a:off x="3964800" y="1702150"/>
              <a:ext cx="47175" cy="14825"/>
            </a:xfrm>
            <a:custGeom>
              <a:rect b="b" l="l" r="r" t="t"/>
              <a:pathLst>
                <a:path extrusionOk="0" h="593" w="1887">
                  <a:moveTo>
                    <a:pt x="296" y="1"/>
                  </a:moveTo>
                  <a:cubicBezTo>
                    <a:pt x="148" y="1"/>
                    <a:pt x="1" y="112"/>
                    <a:pt x="1" y="296"/>
                  </a:cubicBezTo>
                  <a:cubicBezTo>
                    <a:pt x="1" y="444"/>
                    <a:pt x="148" y="592"/>
                    <a:pt x="296" y="592"/>
                  </a:cubicBezTo>
                  <a:lnTo>
                    <a:pt x="1590" y="592"/>
                  </a:lnTo>
                  <a:cubicBezTo>
                    <a:pt x="1775" y="592"/>
                    <a:pt x="1886" y="444"/>
                    <a:pt x="1886" y="296"/>
                  </a:cubicBezTo>
                  <a:cubicBezTo>
                    <a:pt x="1886" y="112"/>
                    <a:pt x="1775" y="1"/>
                    <a:pt x="15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3"/>
            <p:cNvSpPr/>
            <p:nvPr/>
          </p:nvSpPr>
          <p:spPr>
            <a:xfrm>
              <a:off x="3273450" y="1702150"/>
              <a:ext cx="664575" cy="14825"/>
            </a:xfrm>
            <a:custGeom>
              <a:rect b="b" l="l" r="r" t="t"/>
              <a:pathLst>
                <a:path extrusionOk="0" h="593" w="26583">
                  <a:moveTo>
                    <a:pt x="333" y="1"/>
                  </a:moveTo>
                  <a:cubicBezTo>
                    <a:pt x="148" y="1"/>
                    <a:pt x="1" y="112"/>
                    <a:pt x="1" y="296"/>
                  </a:cubicBezTo>
                  <a:cubicBezTo>
                    <a:pt x="1" y="444"/>
                    <a:pt x="148" y="592"/>
                    <a:pt x="333" y="592"/>
                  </a:cubicBezTo>
                  <a:lnTo>
                    <a:pt x="26287" y="592"/>
                  </a:lnTo>
                  <a:cubicBezTo>
                    <a:pt x="26435" y="592"/>
                    <a:pt x="26582" y="444"/>
                    <a:pt x="26582" y="296"/>
                  </a:cubicBezTo>
                  <a:cubicBezTo>
                    <a:pt x="26582" y="112"/>
                    <a:pt x="26435" y="1"/>
                    <a:pt x="262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53"/>
            <p:cNvSpPr/>
            <p:nvPr/>
          </p:nvSpPr>
          <p:spPr>
            <a:xfrm>
              <a:off x="3112625" y="1702150"/>
              <a:ext cx="132200" cy="14825"/>
            </a:xfrm>
            <a:custGeom>
              <a:rect b="b" l="l" r="r" t="t"/>
              <a:pathLst>
                <a:path extrusionOk="0" h="593" w="5288">
                  <a:moveTo>
                    <a:pt x="333" y="1"/>
                  </a:moveTo>
                  <a:cubicBezTo>
                    <a:pt x="149" y="1"/>
                    <a:pt x="1" y="112"/>
                    <a:pt x="1" y="296"/>
                  </a:cubicBezTo>
                  <a:cubicBezTo>
                    <a:pt x="1" y="444"/>
                    <a:pt x="149" y="592"/>
                    <a:pt x="333" y="592"/>
                  </a:cubicBezTo>
                  <a:lnTo>
                    <a:pt x="4955" y="592"/>
                  </a:lnTo>
                  <a:cubicBezTo>
                    <a:pt x="5140" y="592"/>
                    <a:pt x="5287" y="444"/>
                    <a:pt x="5287" y="296"/>
                  </a:cubicBezTo>
                  <a:cubicBezTo>
                    <a:pt x="5287" y="112"/>
                    <a:pt x="5140" y="1"/>
                    <a:pt x="49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53"/>
            <p:cNvSpPr/>
            <p:nvPr/>
          </p:nvSpPr>
          <p:spPr>
            <a:xfrm>
              <a:off x="2762325" y="1702150"/>
              <a:ext cx="284700" cy="14825"/>
            </a:xfrm>
            <a:custGeom>
              <a:rect b="b" l="l" r="r" t="t"/>
              <a:pathLst>
                <a:path extrusionOk="0" h="593" w="11388">
                  <a:moveTo>
                    <a:pt x="297" y="1"/>
                  </a:moveTo>
                  <a:cubicBezTo>
                    <a:pt x="149" y="1"/>
                    <a:pt x="1" y="112"/>
                    <a:pt x="1" y="296"/>
                  </a:cubicBezTo>
                  <a:cubicBezTo>
                    <a:pt x="1" y="444"/>
                    <a:pt x="149" y="592"/>
                    <a:pt x="297" y="592"/>
                  </a:cubicBezTo>
                  <a:lnTo>
                    <a:pt x="11055" y="592"/>
                  </a:lnTo>
                  <a:cubicBezTo>
                    <a:pt x="11240" y="592"/>
                    <a:pt x="11388" y="444"/>
                    <a:pt x="11388" y="296"/>
                  </a:cubicBezTo>
                  <a:cubicBezTo>
                    <a:pt x="11388" y="112"/>
                    <a:pt x="11240" y="1"/>
                    <a:pt x="110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3"/>
            <p:cNvSpPr/>
            <p:nvPr/>
          </p:nvSpPr>
          <p:spPr>
            <a:xfrm>
              <a:off x="3936150" y="1833400"/>
              <a:ext cx="75825" cy="15725"/>
            </a:xfrm>
            <a:custGeom>
              <a:rect b="b" l="l" r="r" t="t"/>
              <a:pathLst>
                <a:path extrusionOk="0" h="629" w="3033">
                  <a:moveTo>
                    <a:pt x="296" y="0"/>
                  </a:moveTo>
                  <a:cubicBezTo>
                    <a:pt x="111" y="0"/>
                    <a:pt x="0" y="148"/>
                    <a:pt x="0" y="333"/>
                  </a:cubicBezTo>
                  <a:cubicBezTo>
                    <a:pt x="0" y="481"/>
                    <a:pt x="111" y="629"/>
                    <a:pt x="296" y="629"/>
                  </a:cubicBezTo>
                  <a:lnTo>
                    <a:pt x="2736" y="629"/>
                  </a:lnTo>
                  <a:cubicBezTo>
                    <a:pt x="2921" y="629"/>
                    <a:pt x="3032" y="481"/>
                    <a:pt x="3032" y="333"/>
                  </a:cubicBezTo>
                  <a:cubicBezTo>
                    <a:pt x="3032" y="148"/>
                    <a:pt x="2921" y="0"/>
                    <a:pt x="27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53"/>
            <p:cNvSpPr/>
            <p:nvPr/>
          </p:nvSpPr>
          <p:spPr>
            <a:xfrm>
              <a:off x="3785500" y="1833400"/>
              <a:ext cx="88750" cy="15725"/>
            </a:xfrm>
            <a:custGeom>
              <a:rect b="b" l="l" r="r" t="t"/>
              <a:pathLst>
                <a:path extrusionOk="0" h="629" w="3550">
                  <a:moveTo>
                    <a:pt x="296" y="0"/>
                  </a:moveTo>
                  <a:cubicBezTo>
                    <a:pt x="148" y="0"/>
                    <a:pt x="0" y="148"/>
                    <a:pt x="0" y="333"/>
                  </a:cubicBezTo>
                  <a:cubicBezTo>
                    <a:pt x="0" y="481"/>
                    <a:pt x="148" y="629"/>
                    <a:pt x="296" y="629"/>
                  </a:cubicBezTo>
                  <a:lnTo>
                    <a:pt x="3254" y="629"/>
                  </a:lnTo>
                  <a:cubicBezTo>
                    <a:pt x="3439" y="629"/>
                    <a:pt x="3549" y="481"/>
                    <a:pt x="3549" y="333"/>
                  </a:cubicBezTo>
                  <a:cubicBezTo>
                    <a:pt x="3549" y="148"/>
                    <a:pt x="3439" y="0"/>
                    <a:pt x="3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53"/>
            <p:cNvSpPr/>
            <p:nvPr/>
          </p:nvSpPr>
          <p:spPr>
            <a:xfrm>
              <a:off x="3680125" y="1833400"/>
              <a:ext cx="84125" cy="15725"/>
            </a:xfrm>
            <a:custGeom>
              <a:rect b="b" l="l" r="r" t="t"/>
              <a:pathLst>
                <a:path extrusionOk="0" h="629" w="3365">
                  <a:moveTo>
                    <a:pt x="296" y="0"/>
                  </a:moveTo>
                  <a:cubicBezTo>
                    <a:pt x="149" y="0"/>
                    <a:pt x="1" y="148"/>
                    <a:pt x="1" y="333"/>
                  </a:cubicBezTo>
                  <a:cubicBezTo>
                    <a:pt x="1" y="481"/>
                    <a:pt x="149" y="629"/>
                    <a:pt x="296" y="629"/>
                  </a:cubicBezTo>
                  <a:lnTo>
                    <a:pt x="3032" y="629"/>
                  </a:lnTo>
                  <a:cubicBezTo>
                    <a:pt x="3217" y="629"/>
                    <a:pt x="3365" y="481"/>
                    <a:pt x="3365" y="333"/>
                  </a:cubicBezTo>
                  <a:cubicBezTo>
                    <a:pt x="3365" y="148"/>
                    <a:pt x="3217" y="0"/>
                    <a:pt x="30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53"/>
            <p:cNvSpPr/>
            <p:nvPr/>
          </p:nvSpPr>
          <p:spPr>
            <a:xfrm>
              <a:off x="3535025" y="1833400"/>
              <a:ext cx="121100" cy="15725"/>
            </a:xfrm>
            <a:custGeom>
              <a:rect b="b" l="l" r="r" t="t"/>
              <a:pathLst>
                <a:path extrusionOk="0" h="629" w="4844">
                  <a:moveTo>
                    <a:pt x="296" y="0"/>
                  </a:moveTo>
                  <a:cubicBezTo>
                    <a:pt x="148" y="0"/>
                    <a:pt x="0" y="148"/>
                    <a:pt x="0" y="333"/>
                  </a:cubicBezTo>
                  <a:cubicBezTo>
                    <a:pt x="0" y="481"/>
                    <a:pt x="148" y="629"/>
                    <a:pt x="296" y="629"/>
                  </a:cubicBezTo>
                  <a:lnTo>
                    <a:pt x="4511" y="629"/>
                  </a:lnTo>
                  <a:cubicBezTo>
                    <a:pt x="4696" y="629"/>
                    <a:pt x="4843" y="481"/>
                    <a:pt x="4843" y="333"/>
                  </a:cubicBezTo>
                  <a:cubicBezTo>
                    <a:pt x="4843" y="148"/>
                    <a:pt x="4696" y="0"/>
                    <a:pt x="45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53"/>
            <p:cNvSpPr/>
            <p:nvPr/>
          </p:nvSpPr>
          <p:spPr>
            <a:xfrm>
              <a:off x="3421325" y="1833400"/>
              <a:ext cx="97075" cy="15725"/>
            </a:xfrm>
            <a:custGeom>
              <a:rect b="b" l="l" r="r" t="t"/>
              <a:pathLst>
                <a:path extrusionOk="0" h="629" w="3883">
                  <a:moveTo>
                    <a:pt x="334" y="0"/>
                  </a:moveTo>
                  <a:cubicBezTo>
                    <a:pt x="149" y="0"/>
                    <a:pt x="1" y="148"/>
                    <a:pt x="1" y="333"/>
                  </a:cubicBezTo>
                  <a:cubicBezTo>
                    <a:pt x="1" y="481"/>
                    <a:pt x="149" y="629"/>
                    <a:pt x="334" y="629"/>
                  </a:cubicBezTo>
                  <a:lnTo>
                    <a:pt x="3587" y="629"/>
                  </a:lnTo>
                  <a:cubicBezTo>
                    <a:pt x="3772" y="629"/>
                    <a:pt x="3883" y="481"/>
                    <a:pt x="3883" y="333"/>
                  </a:cubicBezTo>
                  <a:cubicBezTo>
                    <a:pt x="3883" y="148"/>
                    <a:pt x="3772" y="0"/>
                    <a:pt x="3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3"/>
            <p:cNvSpPr/>
            <p:nvPr/>
          </p:nvSpPr>
          <p:spPr>
            <a:xfrm>
              <a:off x="3347400" y="1833400"/>
              <a:ext cx="65650" cy="15725"/>
            </a:xfrm>
            <a:custGeom>
              <a:rect b="b" l="l" r="r" t="t"/>
              <a:pathLst>
                <a:path extrusionOk="0" h="629" w="2626">
                  <a:moveTo>
                    <a:pt x="333" y="0"/>
                  </a:moveTo>
                  <a:cubicBezTo>
                    <a:pt x="148" y="0"/>
                    <a:pt x="0" y="148"/>
                    <a:pt x="0" y="333"/>
                  </a:cubicBezTo>
                  <a:cubicBezTo>
                    <a:pt x="0" y="481"/>
                    <a:pt x="148" y="629"/>
                    <a:pt x="333" y="629"/>
                  </a:cubicBezTo>
                  <a:lnTo>
                    <a:pt x="2329" y="629"/>
                  </a:lnTo>
                  <a:cubicBezTo>
                    <a:pt x="2477" y="629"/>
                    <a:pt x="2625" y="481"/>
                    <a:pt x="2625" y="333"/>
                  </a:cubicBezTo>
                  <a:cubicBezTo>
                    <a:pt x="2625" y="148"/>
                    <a:pt x="2477" y="0"/>
                    <a:pt x="23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53"/>
            <p:cNvSpPr/>
            <p:nvPr/>
          </p:nvSpPr>
          <p:spPr>
            <a:xfrm>
              <a:off x="3002650" y="1833400"/>
              <a:ext cx="331825" cy="15725"/>
            </a:xfrm>
            <a:custGeom>
              <a:rect b="b" l="l" r="r" t="t"/>
              <a:pathLst>
                <a:path extrusionOk="0" h="629" w="13273">
                  <a:moveTo>
                    <a:pt x="296" y="0"/>
                  </a:moveTo>
                  <a:cubicBezTo>
                    <a:pt x="111" y="0"/>
                    <a:pt x="0" y="148"/>
                    <a:pt x="0" y="333"/>
                  </a:cubicBezTo>
                  <a:cubicBezTo>
                    <a:pt x="0" y="481"/>
                    <a:pt x="111" y="629"/>
                    <a:pt x="296" y="629"/>
                  </a:cubicBezTo>
                  <a:lnTo>
                    <a:pt x="12940" y="629"/>
                  </a:lnTo>
                  <a:cubicBezTo>
                    <a:pt x="13125" y="629"/>
                    <a:pt x="13273" y="481"/>
                    <a:pt x="13273" y="333"/>
                  </a:cubicBezTo>
                  <a:cubicBezTo>
                    <a:pt x="13273" y="148"/>
                    <a:pt x="13125" y="0"/>
                    <a:pt x="129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53"/>
            <p:cNvSpPr/>
            <p:nvPr/>
          </p:nvSpPr>
          <p:spPr>
            <a:xfrm>
              <a:off x="2762325" y="1833400"/>
              <a:ext cx="229250" cy="15725"/>
            </a:xfrm>
            <a:custGeom>
              <a:rect b="b" l="l" r="r" t="t"/>
              <a:pathLst>
                <a:path extrusionOk="0" h="629" w="9170">
                  <a:moveTo>
                    <a:pt x="297" y="0"/>
                  </a:moveTo>
                  <a:cubicBezTo>
                    <a:pt x="149" y="0"/>
                    <a:pt x="1" y="148"/>
                    <a:pt x="1" y="333"/>
                  </a:cubicBezTo>
                  <a:cubicBezTo>
                    <a:pt x="1" y="481"/>
                    <a:pt x="149" y="629"/>
                    <a:pt x="297" y="629"/>
                  </a:cubicBezTo>
                  <a:lnTo>
                    <a:pt x="8837" y="629"/>
                  </a:lnTo>
                  <a:cubicBezTo>
                    <a:pt x="9022" y="629"/>
                    <a:pt x="9170" y="481"/>
                    <a:pt x="9170" y="333"/>
                  </a:cubicBezTo>
                  <a:cubicBezTo>
                    <a:pt x="9170" y="148"/>
                    <a:pt x="9022" y="0"/>
                    <a:pt x="88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53"/>
            <p:cNvSpPr/>
            <p:nvPr/>
          </p:nvSpPr>
          <p:spPr>
            <a:xfrm>
              <a:off x="3726350" y="2067250"/>
              <a:ext cx="73025" cy="73025"/>
            </a:xfrm>
            <a:custGeom>
              <a:rect b="b" l="l" r="r" t="t"/>
              <a:pathLst>
                <a:path extrusionOk="0" h="2921" w="2921">
                  <a:moveTo>
                    <a:pt x="1479" y="0"/>
                  </a:moveTo>
                  <a:cubicBezTo>
                    <a:pt x="666" y="0"/>
                    <a:pt x="0" y="629"/>
                    <a:pt x="0" y="1442"/>
                  </a:cubicBezTo>
                  <a:cubicBezTo>
                    <a:pt x="0" y="2255"/>
                    <a:pt x="666" y="2921"/>
                    <a:pt x="1479" y="2921"/>
                  </a:cubicBezTo>
                  <a:cubicBezTo>
                    <a:pt x="2292" y="2921"/>
                    <a:pt x="2921" y="2255"/>
                    <a:pt x="2921" y="1442"/>
                  </a:cubicBezTo>
                  <a:cubicBezTo>
                    <a:pt x="2921" y="629"/>
                    <a:pt x="2292" y="0"/>
                    <a:pt x="14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53"/>
            <p:cNvSpPr/>
            <p:nvPr/>
          </p:nvSpPr>
          <p:spPr>
            <a:xfrm>
              <a:off x="3718950" y="2058925"/>
              <a:ext cx="88750" cy="88750"/>
            </a:xfrm>
            <a:custGeom>
              <a:rect b="b" l="l" r="r" t="t"/>
              <a:pathLst>
                <a:path extrusionOk="0" h="3550" w="3550">
                  <a:moveTo>
                    <a:pt x="1775" y="629"/>
                  </a:moveTo>
                  <a:cubicBezTo>
                    <a:pt x="2403" y="629"/>
                    <a:pt x="2921" y="1146"/>
                    <a:pt x="2921" y="1775"/>
                  </a:cubicBezTo>
                  <a:cubicBezTo>
                    <a:pt x="2921" y="2403"/>
                    <a:pt x="2403" y="2921"/>
                    <a:pt x="1775" y="2921"/>
                  </a:cubicBezTo>
                  <a:cubicBezTo>
                    <a:pt x="1146" y="2921"/>
                    <a:pt x="629" y="2403"/>
                    <a:pt x="629" y="1775"/>
                  </a:cubicBezTo>
                  <a:cubicBezTo>
                    <a:pt x="629" y="1146"/>
                    <a:pt x="1146" y="629"/>
                    <a:pt x="1775" y="629"/>
                  </a:cubicBezTo>
                  <a:close/>
                  <a:moveTo>
                    <a:pt x="1775" y="0"/>
                  </a:moveTo>
                  <a:cubicBezTo>
                    <a:pt x="814" y="0"/>
                    <a:pt x="0" y="814"/>
                    <a:pt x="0" y="1775"/>
                  </a:cubicBezTo>
                  <a:cubicBezTo>
                    <a:pt x="0" y="2736"/>
                    <a:pt x="814" y="3549"/>
                    <a:pt x="1775" y="3549"/>
                  </a:cubicBezTo>
                  <a:cubicBezTo>
                    <a:pt x="2736" y="3549"/>
                    <a:pt x="3550" y="2736"/>
                    <a:pt x="3550" y="1775"/>
                  </a:cubicBezTo>
                  <a:cubicBezTo>
                    <a:pt x="3550" y="814"/>
                    <a:pt x="2736" y="0"/>
                    <a:pt x="17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3"/>
            <p:cNvSpPr/>
            <p:nvPr/>
          </p:nvSpPr>
          <p:spPr>
            <a:xfrm>
              <a:off x="2028475" y="3650500"/>
              <a:ext cx="3505750" cy="189500"/>
            </a:xfrm>
            <a:custGeom>
              <a:rect b="b" l="l" r="r" t="t"/>
              <a:pathLst>
                <a:path extrusionOk="0" h="7580" w="140230">
                  <a:moveTo>
                    <a:pt x="0" y="1"/>
                  </a:moveTo>
                  <a:lnTo>
                    <a:pt x="0" y="7580"/>
                  </a:lnTo>
                  <a:lnTo>
                    <a:pt x="140230" y="7580"/>
                  </a:lnTo>
                  <a:lnTo>
                    <a:pt x="1402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53"/>
            <p:cNvSpPr/>
            <p:nvPr/>
          </p:nvSpPr>
          <p:spPr>
            <a:xfrm>
              <a:off x="2021075" y="3643125"/>
              <a:ext cx="3521475" cy="204275"/>
            </a:xfrm>
            <a:custGeom>
              <a:rect b="b" l="l" r="r" t="t"/>
              <a:pathLst>
                <a:path extrusionOk="0" h="8171" w="140859">
                  <a:moveTo>
                    <a:pt x="140230" y="629"/>
                  </a:moveTo>
                  <a:lnTo>
                    <a:pt x="140230" y="7542"/>
                  </a:lnTo>
                  <a:lnTo>
                    <a:pt x="592" y="7542"/>
                  </a:lnTo>
                  <a:lnTo>
                    <a:pt x="592" y="629"/>
                  </a:lnTo>
                  <a:close/>
                  <a:moveTo>
                    <a:pt x="296" y="0"/>
                  </a:moveTo>
                  <a:cubicBezTo>
                    <a:pt x="222" y="0"/>
                    <a:pt x="148" y="37"/>
                    <a:pt x="74" y="74"/>
                  </a:cubicBezTo>
                  <a:cubicBezTo>
                    <a:pt x="37" y="148"/>
                    <a:pt x="0" y="222"/>
                    <a:pt x="0" y="296"/>
                  </a:cubicBezTo>
                  <a:lnTo>
                    <a:pt x="0" y="7875"/>
                  </a:lnTo>
                  <a:cubicBezTo>
                    <a:pt x="0" y="7949"/>
                    <a:pt x="37" y="8023"/>
                    <a:pt x="74" y="8097"/>
                  </a:cubicBezTo>
                  <a:cubicBezTo>
                    <a:pt x="148" y="8134"/>
                    <a:pt x="222" y="8171"/>
                    <a:pt x="296" y="8171"/>
                  </a:cubicBezTo>
                  <a:lnTo>
                    <a:pt x="140526" y="8171"/>
                  </a:lnTo>
                  <a:cubicBezTo>
                    <a:pt x="140637" y="8171"/>
                    <a:pt x="140711" y="8134"/>
                    <a:pt x="140747" y="8097"/>
                  </a:cubicBezTo>
                  <a:cubicBezTo>
                    <a:pt x="140821" y="8023"/>
                    <a:pt x="140858" y="7949"/>
                    <a:pt x="140858" y="7875"/>
                  </a:cubicBezTo>
                  <a:lnTo>
                    <a:pt x="140858" y="296"/>
                  </a:lnTo>
                  <a:cubicBezTo>
                    <a:pt x="140858" y="222"/>
                    <a:pt x="140821" y="148"/>
                    <a:pt x="140747" y="74"/>
                  </a:cubicBezTo>
                  <a:cubicBezTo>
                    <a:pt x="140711" y="37"/>
                    <a:pt x="140637" y="0"/>
                    <a:pt x="140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53"/>
            <p:cNvSpPr/>
            <p:nvPr/>
          </p:nvSpPr>
          <p:spPr>
            <a:xfrm>
              <a:off x="1668925" y="2418450"/>
              <a:ext cx="4230400" cy="734825"/>
            </a:xfrm>
            <a:custGeom>
              <a:rect b="b" l="l" r="r" t="t"/>
              <a:pathLst>
                <a:path extrusionOk="0" h="29393" w="169216">
                  <a:moveTo>
                    <a:pt x="52647" y="1"/>
                  </a:moveTo>
                  <a:lnTo>
                    <a:pt x="1" y="15085"/>
                  </a:lnTo>
                  <a:lnTo>
                    <a:pt x="6027" y="29393"/>
                  </a:lnTo>
                  <a:lnTo>
                    <a:pt x="163189" y="29393"/>
                  </a:lnTo>
                  <a:lnTo>
                    <a:pt x="169215" y="15085"/>
                  </a:lnTo>
                  <a:lnTo>
                    <a:pt x="11656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53"/>
            <p:cNvSpPr/>
            <p:nvPr/>
          </p:nvSpPr>
          <p:spPr>
            <a:xfrm>
              <a:off x="1661525" y="2410150"/>
              <a:ext cx="4246100" cy="750525"/>
            </a:xfrm>
            <a:custGeom>
              <a:rect b="b" l="l" r="r" t="t"/>
              <a:pathLst>
                <a:path extrusionOk="0" h="30021" w="169844">
                  <a:moveTo>
                    <a:pt x="116791" y="629"/>
                  </a:moveTo>
                  <a:lnTo>
                    <a:pt x="169104" y="15639"/>
                  </a:lnTo>
                  <a:lnTo>
                    <a:pt x="163300" y="29429"/>
                  </a:lnTo>
                  <a:lnTo>
                    <a:pt x="6545" y="29429"/>
                  </a:lnTo>
                  <a:lnTo>
                    <a:pt x="740" y="15639"/>
                  </a:lnTo>
                  <a:lnTo>
                    <a:pt x="53017" y="629"/>
                  </a:lnTo>
                  <a:close/>
                  <a:moveTo>
                    <a:pt x="52943" y="0"/>
                  </a:moveTo>
                  <a:lnTo>
                    <a:pt x="52869" y="37"/>
                  </a:lnTo>
                  <a:lnTo>
                    <a:pt x="223" y="15121"/>
                  </a:lnTo>
                  <a:cubicBezTo>
                    <a:pt x="149" y="15158"/>
                    <a:pt x="75" y="15232"/>
                    <a:pt x="38" y="15306"/>
                  </a:cubicBezTo>
                  <a:cubicBezTo>
                    <a:pt x="1" y="15380"/>
                    <a:pt x="1" y="15454"/>
                    <a:pt x="38" y="15565"/>
                  </a:cubicBezTo>
                  <a:lnTo>
                    <a:pt x="6064" y="29836"/>
                  </a:lnTo>
                  <a:cubicBezTo>
                    <a:pt x="6101" y="29946"/>
                    <a:pt x="6212" y="30020"/>
                    <a:pt x="6323" y="30020"/>
                  </a:cubicBezTo>
                  <a:lnTo>
                    <a:pt x="163485" y="30020"/>
                  </a:lnTo>
                  <a:cubicBezTo>
                    <a:pt x="163633" y="30020"/>
                    <a:pt x="163744" y="29946"/>
                    <a:pt x="163781" y="29836"/>
                  </a:cubicBezTo>
                  <a:lnTo>
                    <a:pt x="169807" y="15565"/>
                  </a:lnTo>
                  <a:cubicBezTo>
                    <a:pt x="169844" y="15454"/>
                    <a:pt x="169844" y="15380"/>
                    <a:pt x="169807" y="15306"/>
                  </a:cubicBezTo>
                  <a:cubicBezTo>
                    <a:pt x="169770" y="15232"/>
                    <a:pt x="169696" y="15158"/>
                    <a:pt x="169622" y="15121"/>
                  </a:cubicBezTo>
                  <a:lnTo>
                    <a:pt x="116976" y="37"/>
                  </a:lnTo>
                  <a:lnTo>
                    <a:pt x="1168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53"/>
            <p:cNvSpPr/>
            <p:nvPr/>
          </p:nvSpPr>
          <p:spPr>
            <a:xfrm>
              <a:off x="2122750" y="2690200"/>
              <a:ext cx="409475" cy="244950"/>
            </a:xfrm>
            <a:custGeom>
              <a:rect b="b" l="l" r="r" t="t"/>
              <a:pathLst>
                <a:path extrusionOk="0" h="9798" w="16379">
                  <a:moveTo>
                    <a:pt x="9391" y="0"/>
                  </a:moveTo>
                  <a:lnTo>
                    <a:pt x="0" y="2366"/>
                  </a:lnTo>
                  <a:lnTo>
                    <a:pt x="6248" y="9798"/>
                  </a:lnTo>
                  <a:lnTo>
                    <a:pt x="16378" y="8910"/>
                  </a:lnTo>
                  <a:lnTo>
                    <a:pt x="93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53"/>
            <p:cNvSpPr/>
            <p:nvPr/>
          </p:nvSpPr>
          <p:spPr>
            <a:xfrm>
              <a:off x="2396325" y="2621800"/>
              <a:ext cx="409475" cy="244950"/>
            </a:xfrm>
            <a:custGeom>
              <a:rect b="b" l="l" r="r" t="t"/>
              <a:pathLst>
                <a:path extrusionOk="0" h="9798" w="16379">
                  <a:moveTo>
                    <a:pt x="9391" y="0"/>
                  </a:moveTo>
                  <a:lnTo>
                    <a:pt x="0" y="2367"/>
                  </a:lnTo>
                  <a:lnTo>
                    <a:pt x="6249" y="9798"/>
                  </a:lnTo>
                  <a:lnTo>
                    <a:pt x="16378" y="8910"/>
                  </a:lnTo>
                  <a:lnTo>
                    <a:pt x="93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53"/>
            <p:cNvSpPr/>
            <p:nvPr/>
          </p:nvSpPr>
          <p:spPr>
            <a:xfrm>
              <a:off x="5047125" y="2690200"/>
              <a:ext cx="409475" cy="244950"/>
            </a:xfrm>
            <a:custGeom>
              <a:rect b="b" l="l" r="r" t="t"/>
              <a:pathLst>
                <a:path extrusionOk="0" h="9798" w="16379">
                  <a:moveTo>
                    <a:pt x="6988" y="0"/>
                  </a:moveTo>
                  <a:lnTo>
                    <a:pt x="0" y="8910"/>
                  </a:lnTo>
                  <a:lnTo>
                    <a:pt x="10130" y="9798"/>
                  </a:lnTo>
                  <a:lnTo>
                    <a:pt x="16378" y="2366"/>
                  </a:lnTo>
                  <a:lnTo>
                    <a:pt x="69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53"/>
            <p:cNvSpPr/>
            <p:nvPr/>
          </p:nvSpPr>
          <p:spPr>
            <a:xfrm>
              <a:off x="4772600" y="2621800"/>
              <a:ext cx="410400" cy="244950"/>
            </a:xfrm>
            <a:custGeom>
              <a:rect b="b" l="l" r="r" t="t"/>
              <a:pathLst>
                <a:path extrusionOk="0" h="9798" w="16416">
                  <a:moveTo>
                    <a:pt x="7025" y="0"/>
                  </a:moveTo>
                  <a:lnTo>
                    <a:pt x="1" y="8910"/>
                  </a:lnTo>
                  <a:lnTo>
                    <a:pt x="10131" y="9798"/>
                  </a:lnTo>
                  <a:lnTo>
                    <a:pt x="16416" y="2367"/>
                  </a:lnTo>
                  <a:lnTo>
                    <a:pt x="702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53"/>
            <p:cNvSpPr/>
            <p:nvPr/>
          </p:nvSpPr>
          <p:spPr>
            <a:xfrm>
              <a:off x="1668925" y="2795550"/>
              <a:ext cx="863300" cy="854975"/>
            </a:xfrm>
            <a:custGeom>
              <a:rect b="b" l="l" r="r" t="t"/>
              <a:pathLst>
                <a:path extrusionOk="0" h="34199" w="34532">
                  <a:moveTo>
                    <a:pt x="1" y="1"/>
                  </a:moveTo>
                  <a:lnTo>
                    <a:pt x="14604" y="34199"/>
                  </a:lnTo>
                  <a:lnTo>
                    <a:pt x="31537" y="34199"/>
                  </a:lnTo>
                  <a:lnTo>
                    <a:pt x="34531" y="4696"/>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53"/>
            <p:cNvSpPr/>
            <p:nvPr/>
          </p:nvSpPr>
          <p:spPr>
            <a:xfrm>
              <a:off x="1661525" y="2788175"/>
              <a:ext cx="879000" cy="870675"/>
            </a:xfrm>
            <a:custGeom>
              <a:rect b="b" l="l" r="r" t="t"/>
              <a:pathLst>
                <a:path extrusionOk="0" h="34827" w="35160">
                  <a:moveTo>
                    <a:pt x="814" y="703"/>
                  </a:moveTo>
                  <a:lnTo>
                    <a:pt x="34494" y="5250"/>
                  </a:lnTo>
                  <a:lnTo>
                    <a:pt x="31526" y="34198"/>
                  </a:lnTo>
                  <a:lnTo>
                    <a:pt x="15122" y="34198"/>
                  </a:lnTo>
                  <a:lnTo>
                    <a:pt x="814" y="703"/>
                  </a:lnTo>
                  <a:close/>
                  <a:moveTo>
                    <a:pt x="334" y="0"/>
                  </a:moveTo>
                  <a:cubicBezTo>
                    <a:pt x="260" y="0"/>
                    <a:pt x="149" y="37"/>
                    <a:pt x="75" y="111"/>
                  </a:cubicBezTo>
                  <a:cubicBezTo>
                    <a:pt x="1" y="222"/>
                    <a:pt x="1" y="333"/>
                    <a:pt x="38" y="444"/>
                  </a:cubicBezTo>
                  <a:lnTo>
                    <a:pt x="14641" y="34605"/>
                  </a:lnTo>
                  <a:cubicBezTo>
                    <a:pt x="14678" y="34753"/>
                    <a:pt x="14789" y="34827"/>
                    <a:pt x="14900" y="34827"/>
                  </a:cubicBezTo>
                  <a:lnTo>
                    <a:pt x="31833" y="34827"/>
                  </a:lnTo>
                  <a:cubicBezTo>
                    <a:pt x="31980" y="34827"/>
                    <a:pt x="32091" y="34679"/>
                    <a:pt x="32128" y="34531"/>
                  </a:cubicBezTo>
                  <a:lnTo>
                    <a:pt x="35123" y="5028"/>
                  </a:lnTo>
                  <a:cubicBezTo>
                    <a:pt x="35160" y="4843"/>
                    <a:pt x="35049" y="4695"/>
                    <a:pt x="34864" y="4695"/>
                  </a:cubicBezTo>
                  <a:lnTo>
                    <a:pt x="3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53"/>
            <p:cNvSpPr/>
            <p:nvPr/>
          </p:nvSpPr>
          <p:spPr>
            <a:xfrm>
              <a:off x="564425" y="2517350"/>
              <a:ext cx="635925" cy="2438250"/>
            </a:xfrm>
            <a:custGeom>
              <a:rect b="b" l="l" r="r" t="t"/>
              <a:pathLst>
                <a:path extrusionOk="0" h="97530" w="25437">
                  <a:moveTo>
                    <a:pt x="1" y="1"/>
                  </a:moveTo>
                  <a:lnTo>
                    <a:pt x="1" y="97049"/>
                  </a:lnTo>
                  <a:lnTo>
                    <a:pt x="24438" y="97530"/>
                  </a:lnTo>
                  <a:lnTo>
                    <a:pt x="25437" y="97530"/>
                  </a:lnTo>
                  <a:lnTo>
                    <a:pt x="25437" y="61853"/>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53"/>
            <p:cNvSpPr/>
            <p:nvPr/>
          </p:nvSpPr>
          <p:spPr>
            <a:xfrm>
              <a:off x="557050" y="2509725"/>
              <a:ext cx="651625" cy="2453275"/>
            </a:xfrm>
            <a:custGeom>
              <a:rect b="b" l="l" r="r" t="t"/>
              <a:pathLst>
                <a:path extrusionOk="0" h="98131" w="26065">
                  <a:moveTo>
                    <a:pt x="629" y="1859"/>
                  </a:moveTo>
                  <a:lnTo>
                    <a:pt x="25436" y="62232"/>
                  </a:lnTo>
                  <a:lnTo>
                    <a:pt x="25436" y="97502"/>
                  </a:lnTo>
                  <a:lnTo>
                    <a:pt x="24733" y="97502"/>
                  </a:lnTo>
                  <a:lnTo>
                    <a:pt x="629" y="97021"/>
                  </a:lnTo>
                  <a:lnTo>
                    <a:pt x="629" y="1859"/>
                  </a:lnTo>
                  <a:close/>
                  <a:moveTo>
                    <a:pt x="334" y="1"/>
                  </a:moveTo>
                  <a:cubicBezTo>
                    <a:pt x="310" y="1"/>
                    <a:pt x="284" y="4"/>
                    <a:pt x="259" y="10"/>
                  </a:cubicBezTo>
                  <a:cubicBezTo>
                    <a:pt x="111" y="47"/>
                    <a:pt x="0" y="158"/>
                    <a:pt x="0" y="306"/>
                  </a:cubicBezTo>
                  <a:lnTo>
                    <a:pt x="0" y="97354"/>
                  </a:lnTo>
                  <a:cubicBezTo>
                    <a:pt x="0" y="97502"/>
                    <a:pt x="148" y="97650"/>
                    <a:pt x="296" y="97650"/>
                  </a:cubicBezTo>
                  <a:lnTo>
                    <a:pt x="24733" y="98130"/>
                  </a:lnTo>
                  <a:lnTo>
                    <a:pt x="25732" y="98130"/>
                  </a:lnTo>
                  <a:cubicBezTo>
                    <a:pt x="25842" y="98130"/>
                    <a:pt x="25916" y="98093"/>
                    <a:pt x="25953" y="98056"/>
                  </a:cubicBezTo>
                  <a:cubicBezTo>
                    <a:pt x="26027" y="97982"/>
                    <a:pt x="26064" y="97908"/>
                    <a:pt x="26064" y="97835"/>
                  </a:cubicBezTo>
                  <a:lnTo>
                    <a:pt x="26064" y="62158"/>
                  </a:lnTo>
                  <a:lnTo>
                    <a:pt x="26027" y="62047"/>
                  </a:lnTo>
                  <a:lnTo>
                    <a:pt x="592" y="195"/>
                  </a:lnTo>
                  <a:cubicBezTo>
                    <a:pt x="561" y="72"/>
                    <a:pt x="454" y="1"/>
                    <a:pt x="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53"/>
            <p:cNvSpPr/>
            <p:nvPr/>
          </p:nvSpPr>
          <p:spPr>
            <a:xfrm>
              <a:off x="6378975" y="2517350"/>
              <a:ext cx="635925" cy="2438250"/>
            </a:xfrm>
            <a:custGeom>
              <a:rect b="b" l="l" r="r" t="t"/>
              <a:pathLst>
                <a:path extrusionOk="0" h="97530" w="25437">
                  <a:moveTo>
                    <a:pt x="25437" y="1"/>
                  </a:moveTo>
                  <a:lnTo>
                    <a:pt x="1" y="61853"/>
                  </a:lnTo>
                  <a:lnTo>
                    <a:pt x="1" y="97530"/>
                  </a:lnTo>
                  <a:lnTo>
                    <a:pt x="1036" y="97530"/>
                  </a:lnTo>
                  <a:lnTo>
                    <a:pt x="25437" y="97049"/>
                  </a:lnTo>
                  <a:lnTo>
                    <a:pt x="254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53"/>
            <p:cNvSpPr/>
            <p:nvPr/>
          </p:nvSpPr>
          <p:spPr>
            <a:xfrm>
              <a:off x="6371600" y="2509725"/>
              <a:ext cx="650700" cy="2453275"/>
            </a:xfrm>
            <a:custGeom>
              <a:rect b="b" l="l" r="r" t="t"/>
              <a:pathLst>
                <a:path extrusionOk="0" h="98131" w="26028">
                  <a:moveTo>
                    <a:pt x="25436" y="1859"/>
                  </a:moveTo>
                  <a:lnTo>
                    <a:pt x="25436" y="97021"/>
                  </a:lnTo>
                  <a:lnTo>
                    <a:pt x="1331" y="97502"/>
                  </a:lnTo>
                  <a:lnTo>
                    <a:pt x="592" y="97502"/>
                  </a:lnTo>
                  <a:lnTo>
                    <a:pt x="592" y="62232"/>
                  </a:lnTo>
                  <a:lnTo>
                    <a:pt x="25436" y="1859"/>
                  </a:lnTo>
                  <a:close/>
                  <a:moveTo>
                    <a:pt x="25730" y="1"/>
                  </a:moveTo>
                  <a:cubicBezTo>
                    <a:pt x="25609" y="1"/>
                    <a:pt x="25497" y="72"/>
                    <a:pt x="25436" y="195"/>
                  </a:cubicBezTo>
                  <a:lnTo>
                    <a:pt x="0" y="62047"/>
                  </a:lnTo>
                  <a:lnTo>
                    <a:pt x="0" y="62158"/>
                  </a:lnTo>
                  <a:lnTo>
                    <a:pt x="0" y="97835"/>
                  </a:lnTo>
                  <a:cubicBezTo>
                    <a:pt x="0" y="97908"/>
                    <a:pt x="37" y="97982"/>
                    <a:pt x="74" y="98056"/>
                  </a:cubicBezTo>
                  <a:cubicBezTo>
                    <a:pt x="148" y="98093"/>
                    <a:pt x="222" y="98130"/>
                    <a:pt x="296" y="98130"/>
                  </a:cubicBezTo>
                  <a:lnTo>
                    <a:pt x="1331" y="98130"/>
                  </a:lnTo>
                  <a:lnTo>
                    <a:pt x="25732" y="97650"/>
                  </a:lnTo>
                  <a:cubicBezTo>
                    <a:pt x="25916" y="97650"/>
                    <a:pt x="26027" y="97502"/>
                    <a:pt x="26027" y="97354"/>
                  </a:cubicBezTo>
                  <a:lnTo>
                    <a:pt x="26027" y="306"/>
                  </a:lnTo>
                  <a:cubicBezTo>
                    <a:pt x="26027" y="158"/>
                    <a:pt x="25953" y="47"/>
                    <a:pt x="25805" y="10"/>
                  </a:cubicBezTo>
                  <a:cubicBezTo>
                    <a:pt x="25780" y="4"/>
                    <a:pt x="25755" y="1"/>
                    <a:pt x="25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53"/>
            <p:cNvSpPr/>
            <p:nvPr/>
          </p:nvSpPr>
          <p:spPr>
            <a:xfrm>
              <a:off x="564425" y="2517350"/>
              <a:ext cx="1469625" cy="1546325"/>
            </a:xfrm>
            <a:custGeom>
              <a:rect b="b" l="l" r="r" t="t"/>
              <a:pathLst>
                <a:path extrusionOk="0" h="61853" w="58785">
                  <a:moveTo>
                    <a:pt x="1" y="1"/>
                  </a:moveTo>
                  <a:lnTo>
                    <a:pt x="25363" y="61853"/>
                  </a:lnTo>
                  <a:lnTo>
                    <a:pt x="58784" y="45327"/>
                  </a:lnTo>
                  <a:lnTo>
                    <a:pt x="44181" y="11129"/>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53"/>
            <p:cNvSpPr/>
            <p:nvPr/>
          </p:nvSpPr>
          <p:spPr>
            <a:xfrm>
              <a:off x="556125" y="2509600"/>
              <a:ext cx="1487150" cy="1562075"/>
            </a:xfrm>
            <a:custGeom>
              <a:rect b="b" l="l" r="r" t="t"/>
              <a:pathLst>
                <a:path extrusionOk="0" h="62483" w="59486">
                  <a:moveTo>
                    <a:pt x="850" y="754"/>
                  </a:moveTo>
                  <a:lnTo>
                    <a:pt x="44291" y="11698"/>
                  </a:lnTo>
                  <a:lnTo>
                    <a:pt x="58752" y="45503"/>
                  </a:lnTo>
                  <a:lnTo>
                    <a:pt x="58752" y="45503"/>
                  </a:lnTo>
                  <a:lnTo>
                    <a:pt x="25879" y="61756"/>
                  </a:lnTo>
                  <a:lnTo>
                    <a:pt x="850" y="754"/>
                  </a:lnTo>
                  <a:close/>
                  <a:moveTo>
                    <a:pt x="318" y="1"/>
                  </a:moveTo>
                  <a:cubicBezTo>
                    <a:pt x="239" y="1"/>
                    <a:pt x="165" y="35"/>
                    <a:pt x="111" y="89"/>
                  </a:cubicBezTo>
                  <a:cubicBezTo>
                    <a:pt x="37" y="200"/>
                    <a:pt x="0" y="311"/>
                    <a:pt x="74" y="422"/>
                  </a:cubicBezTo>
                  <a:lnTo>
                    <a:pt x="25399" y="62274"/>
                  </a:lnTo>
                  <a:cubicBezTo>
                    <a:pt x="25436" y="62348"/>
                    <a:pt x="25510" y="62422"/>
                    <a:pt x="25584" y="62459"/>
                  </a:cubicBezTo>
                  <a:cubicBezTo>
                    <a:pt x="25614" y="62474"/>
                    <a:pt x="25651" y="62483"/>
                    <a:pt x="25689" y="62483"/>
                  </a:cubicBezTo>
                  <a:cubicBezTo>
                    <a:pt x="25743" y="62483"/>
                    <a:pt x="25799" y="62465"/>
                    <a:pt x="25842" y="62422"/>
                  </a:cubicBezTo>
                  <a:lnTo>
                    <a:pt x="59264" y="45933"/>
                  </a:lnTo>
                  <a:cubicBezTo>
                    <a:pt x="59412" y="45859"/>
                    <a:pt x="59486" y="45674"/>
                    <a:pt x="59412" y="45526"/>
                  </a:cubicBezTo>
                  <a:lnTo>
                    <a:pt x="44808" y="11328"/>
                  </a:lnTo>
                  <a:cubicBezTo>
                    <a:pt x="44771" y="11254"/>
                    <a:pt x="44697" y="11180"/>
                    <a:pt x="44587" y="11143"/>
                  </a:cubicBezTo>
                  <a:lnTo>
                    <a:pt x="407" y="15"/>
                  </a:lnTo>
                  <a:cubicBezTo>
                    <a:pt x="377" y="5"/>
                    <a:pt x="347" y="1"/>
                    <a:pt x="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53"/>
            <p:cNvSpPr/>
            <p:nvPr/>
          </p:nvSpPr>
          <p:spPr>
            <a:xfrm>
              <a:off x="5038800" y="2795550"/>
              <a:ext cx="861425" cy="854975"/>
            </a:xfrm>
            <a:custGeom>
              <a:rect b="b" l="l" r="r" t="t"/>
              <a:pathLst>
                <a:path extrusionOk="0" h="34199" w="34457">
                  <a:moveTo>
                    <a:pt x="34457" y="1"/>
                  </a:moveTo>
                  <a:lnTo>
                    <a:pt x="0" y="4696"/>
                  </a:lnTo>
                  <a:lnTo>
                    <a:pt x="2958" y="34199"/>
                  </a:lnTo>
                  <a:lnTo>
                    <a:pt x="19854" y="34199"/>
                  </a:lnTo>
                  <a:lnTo>
                    <a:pt x="3445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53"/>
            <p:cNvSpPr/>
            <p:nvPr/>
          </p:nvSpPr>
          <p:spPr>
            <a:xfrm>
              <a:off x="5030475" y="2788175"/>
              <a:ext cx="878075" cy="870675"/>
            </a:xfrm>
            <a:custGeom>
              <a:rect b="b" l="l" r="r" t="t"/>
              <a:pathLst>
                <a:path extrusionOk="0" h="34827" w="35123">
                  <a:moveTo>
                    <a:pt x="34272" y="703"/>
                  </a:moveTo>
                  <a:lnTo>
                    <a:pt x="19965" y="34198"/>
                  </a:lnTo>
                  <a:lnTo>
                    <a:pt x="3561" y="34198"/>
                  </a:lnTo>
                  <a:lnTo>
                    <a:pt x="666" y="5250"/>
                  </a:lnTo>
                  <a:lnTo>
                    <a:pt x="34272" y="703"/>
                  </a:lnTo>
                  <a:close/>
                  <a:moveTo>
                    <a:pt x="34753" y="0"/>
                  </a:moveTo>
                  <a:lnTo>
                    <a:pt x="296" y="4695"/>
                  </a:lnTo>
                  <a:cubicBezTo>
                    <a:pt x="149" y="4732"/>
                    <a:pt x="1" y="4880"/>
                    <a:pt x="38" y="5028"/>
                  </a:cubicBezTo>
                  <a:lnTo>
                    <a:pt x="2958" y="34531"/>
                  </a:lnTo>
                  <a:cubicBezTo>
                    <a:pt x="2995" y="34679"/>
                    <a:pt x="3106" y="34827"/>
                    <a:pt x="3291" y="34827"/>
                  </a:cubicBezTo>
                  <a:lnTo>
                    <a:pt x="20187" y="34827"/>
                  </a:lnTo>
                  <a:cubicBezTo>
                    <a:pt x="20298" y="34827"/>
                    <a:pt x="20408" y="34753"/>
                    <a:pt x="20445" y="34605"/>
                  </a:cubicBezTo>
                  <a:lnTo>
                    <a:pt x="35049" y="444"/>
                  </a:lnTo>
                  <a:cubicBezTo>
                    <a:pt x="35123" y="333"/>
                    <a:pt x="35086" y="222"/>
                    <a:pt x="35012" y="111"/>
                  </a:cubicBezTo>
                  <a:cubicBezTo>
                    <a:pt x="34938" y="37"/>
                    <a:pt x="34864" y="0"/>
                    <a:pt x="347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53"/>
            <p:cNvSpPr/>
            <p:nvPr/>
          </p:nvSpPr>
          <p:spPr>
            <a:xfrm>
              <a:off x="5583200" y="3053425"/>
              <a:ext cx="129400" cy="107250"/>
            </a:xfrm>
            <a:custGeom>
              <a:rect b="b" l="l" r="r" t="t"/>
              <a:pathLst>
                <a:path extrusionOk="0" h="4290" w="5176">
                  <a:moveTo>
                    <a:pt x="5176" y="1"/>
                  </a:moveTo>
                  <a:lnTo>
                    <a:pt x="1442" y="371"/>
                  </a:lnTo>
                  <a:lnTo>
                    <a:pt x="0" y="4289"/>
                  </a:lnTo>
                  <a:lnTo>
                    <a:pt x="3623" y="3957"/>
                  </a:lnTo>
                  <a:lnTo>
                    <a:pt x="517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53"/>
            <p:cNvSpPr/>
            <p:nvPr/>
          </p:nvSpPr>
          <p:spPr>
            <a:xfrm>
              <a:off x="5375225" y="3075625"/>
              <a:ext cx="122950" cy="102600"/>
            </a:xfrm>
            <a:custGeom>
              <a:rect b="b" l="l" r="r" t="t"/>
              <a:pathLst>
                <a:path extrusionOk="0" h="4104" w="4918">
                  <a:moveTo>
                    <a:pt x="4918" y="0"/>
                  </a:moveTo>
                  <a:lnTo>
                    <a:pt x="1406" y="333"/>
                  </a:lnTo>
                  <a:lnTo>
                    <a:pt x="1" y="4104"/>
                  </a:lnTo>
                  <a:lnTo>
                    <a:pt x="3513" y="3808"/>
                  </a:lnTo>
                  <a:lnTo>
                    <a:pt x="49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53"/>
            <p:cNvSpPr/>
            <p:nvPr/>
          </p:nvSpPr>
          <p:spPr>
            <a:xfrm>
              <a:off x="5415900" y="2996125"/>
              <a:ext cx="111850" cy="73050"/>
            </a:xfrm>
            <a:custGeom>
              <a:rect b="b" l="l" r="r" t="t"/>
              <a:pathLst>
                <a:path extrusionOk="0" h="2922" w="4474">
                  <a:moveTo>
                    <a:pt x="4474" y="1"/>
                  </a:moveTo>
                  <a:lnTo>
                    <a:pt x="962" y="407"/>
                  </a:lnTo>
                  <a:lnTo>
                    <a:pt x="0" y="2921"/>
                  </a:lnTo>
                  <a:lnTo>
                    <a:pt x="3513" y="2552"/>
                  </a:lnTo>
                  <a:lnTo>
                    <a:pt x="44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53"/>
            <p:cNvSpPr/>
            <p:nvPr/>
          </p:nvSpPr>
          <p:spPr>
            <a:xfrm>
              <a:off x="5520350" y="2983200"/>
              <a:ext cx="112775" cy="74875"/>
            </a:xfrm>
            <a:custGeom>
              <a:rect b="b" l="l" r="r" t="t"/>
              <a:pathLst>
                <a:path extrusionOk="0" h="2995" w="4511">
                  <a:moveTo>
                    <a:pt x="4511" y="0"/>
                  </a:moveTo>
                  <a:lnTo>
                    <a:pt x="961" y="444"/>
                  </a:lnTo>
                  <a:lnTo>
                    <a:pt x="0" y="2995"/>
                  </a:lnTo>
                  <a:lnTo>
                    <a:pt x="0" y="2995"/>
                  </a:lnTo>
                  <a:lnTo>
                    <a:pt x="3512" y="2662"/>
                  </a:lnTo>
                  <a:lnTo>
                    <a:pt x="4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53"/>
            <p:cNvSpPr/>
            <p:nvPr/>
          </p:nvSpPr>
          <p:spPr>
            <a:xfrm>
              <a:off x="5276325" y="3085775"/>
              <a:ext cx="118350" cy="101700"/>
            </a:xfrm>
            <a:custGeom>
              <a:rect b="b" l="l" r="r" t="t"/>
              <a:pathLst>
                <a:path extrusionOk="0" h="4068" w="4734">
                  <a:moveTo>
                    <a:pt x="4733" y="1"/>
                  </a:moveTo>
                  <a:lnTo>
                    <a:pt x="1517" y="334"/>
                  </a:lnTo>
                  <a:lnTo>
                    <a:pt x="1" y="4068"/>
                  </a:lnTo>
                  <a:lnTo>
                    <a:pt x="3291" y="3772"/>
                  </a:lnTo>
                  <a:lnTo>
                    <a:pt x="473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53"/>
            <p:cNvSpPr/>
            <p:nvPr/>
          </p:nvSpPr>
          <p:spPr>
            <a:xfrm>
              <a:off x="5535125" y="3168050"/>
              <a:ext cx="132200" cy="119250"/>
            </a:xfrm>
            <a:custGeom>
              <a:rect b="b" l="l" r="r" t="t"/>
              <a:pathLst>
                <a:path extrusionOk="0" h="4770" w="5288">
                  <a:moveTo>
                    <a:pt x="5287" y="0"/>
                  </a:moveTo>
                  <a:lnTo>
                    <a:pt x="1664" y="296"/>
                  </a:lnTo>
                  <a:lnTo>
                    <a:pt x="1" y="4769"/>
                  </a:lnTo>
                  <a:lnTo>
                    <a:pt x="3476" y="4585"/>
                  </a:lnTo>
                  <a:lnTo>
                    <a:pt x="528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53"/>
            <p:cNvSpPr/>
            <p:nvPr/>
          </p:nvSpPr>
          <p:spPr>
            <a:xfrm>
              <a:off x="5295750" y="3308525"/>
              <a:ext cx="115550" cy="81375"/>
            </a:xfrm>
            <a:custGeom>
              <a:rect b="b" l="l" r="r" t="t"/>
              <a:pathLst>
                <a:path extrusionOk="0" h="3255" w="4622">
                  <a:moveTo>
                    <a:pt x="4622" y="1"/>
                  </a:moveTo>
                  <a:lnTo>
                    <a:pt x="1146" y="223"/>
                  </a:lnTo>
                  <a:lnTo>
                    <a:pt x="0" y="3254"/>
                  </a:lnTo>
                  <a:lnTo>
                    <a:pt x="3402" y="3254"/>
                  </a:lnTo>
                  <a:lnTo>
                    <a:pt x="46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53"/>
            <p:cNvSpPr/>
            <p:nvPr/>
          </p:nvSpPr>
          <p:spPr>
            <a:xfrm>
              <a:off x="5478750" y="3064525"/>
              <a:ext cx="123875" cy="104475"/>
            </a:xfrm>
            <a:custGeom>
              <a:rect b="b" l="l" r="r" t="t"/>
              <a:pathLst>
                <a:path extrusionOk="0" h="4179" w="4955">
                  <a:moveTo>
                    <a:pt x="4954" y="0"/>
                  </a:moveTo>
                  <a:lnTo>
                    <a:pt x="1442" y="370"/>
                  </a:lnTo>
                  <a:lnTo>
                    <a:pt x="0" y="4178"/>
                  </a:lnTo>
                  <a:lnTo>
                    <a:pt x="3513" y="3882"/>
                  </a:lnTo>
                  <a:lnTo>
                    <a:pt x="495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53"/>
            <p:cNvSpPr/>
            <p:nvPr/>
          </p:nvSpPr>
          <p:spPr>
            <a:xfrm>
              <a:off x="5624775" y="2969325"/>
              <a:ext cx="121100" cy="78575"/>
            </a:xfrm>
            <a:custGeom>
              <a:rect b="b" l="l" r="r" t="t"/>
              <a:pathLst>
                <a:path extrusionOk="0" h="3143" w="4844">
                  <a:moveTo>
                    <a:pt x="4844" y="0"/>
                  </a:moveTo>
                  <a:lnTo>
                    <a:pt x="999" y="481"/>
                  </a:lnTo>
                  <a:lnTo>
                    <a:pt x="1" y="3143"/>
                  </a:lnTo>
                  <a:lnTo>
                    <a:pt x="3772" y="2773"/>
                  </a:lnTo>
                  <a:lnTo>
                    <a:pt x="48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53"/>
            <p:cNvSpPr/>
            <p:nvPr/>
          </p:nvSpPr>
          <p:spPr>
            <a:xfrm>
              <a:off x="5193150" y="3315000"/>
              <a:ext cx="115550" cy="74900"/>
            </a:xfrm>
            <a:custGeom>
              <a:rect b="b" l="l" r="r" t="t"/>
              <a:pathLst>
                <a:path extrusionOk="0" h="2996" w="4622">
                  <a:moveTo>
                    <a:pt x="4622" y="1"/>
                  </a:moveTo>
                  <a:lnTo>
                    <a:pt x="1147" y="185"/>
                  </a:lnTo>
                  <a:lnTo>
                    <a:pt x="0" y="2995"/>
                  </a:lnTo>
                  <a:lnTo>
                    <a:pt x="3476" y="2995"/>
                  </a:lnTo>
                  <a:lnTo>
                    <a:pt x="46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53"/>
            <p:cNvSpPr/>
            <p:nvPr/>
          </p:nvSpPr>
          <p:spPr>
            <a:xfrm>
              <a:off x="5320700" y="3009075"/>
              <a:ext cx="102625" cy="69325"/>
            </a:xfrm>
            <a:custGeom>
              <a:rect b="b" l="l" r="r" t="t"/>
              <a:pathLst>
                <a:path extrusionOk="0" h="2773" w="4105">
                  <a:moveTo>
                    <a:pt x="4104" y="0"/>
                  </a:moveTo>
                  <a:lnTo>
                    <a:pt x="962" y="370"/>
                  </a:lnTo>
                  <a:lnTo>
                    <a:pt x="0" y="2773"/>
                  </a:lnTo>
                  <a:lnTo>
                    <a:pt x="0" y="2773"/>
                  </a:lnTo>
                  <a:lnTo>
                    <a:pt x="3180" y="2477"/>
                  </a:lnTo>
                  <a:lnTo>
                    <a:pt x="410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53"/>
            <p:cNvSpPr/>
            <p:nvPr/>
          </p:nvSpPr>
          <p:spPr>
            <a:xfrm>
              <a:off x="5497225" y="3297450"/>
              <a:ext cx="119275" cy="92450"/>
            </a:xfrm>
            <a:custGeom>
              <a:rect b="b" l="l" r="r" t="t"/>
              <a:pathLst>
                <a:path extrusionOk="0" h="3698" w="4771">
                  <a:moveTo>
                    <a:pt x="4770" y="0"/>
                  </a:moveTo>
                  <a:lnTo>
                    <a:pt x="1295" y="185"/>
                  </a:lnTo>
                  <a:lnTo>
                    <a:pt x="1" y="3697"/>
                  </a:lnTo>
                  <a:lnTo>
                    <a:pt x="3291" y="3697"/>
                  </a:lnTo>
                  <a:lnTo>
                    <a:pt x="47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53"/>
            <p:cNvSpPr/>
            <p:nvPr/>
          </p:nvSpPr>
          <p:spPr>
            <a:xfrm>
              <a:off x="5432525" y="3177275"/>
              <a:ext cx="128500" cy="115575"/>
            </a:xfrm>
            <a:custGeom>
              <a:rect b="b" l="l" r="r" t="t"/>
              <a:pathLst>
                <a:path extrusionOk="0" h="4623" w="5140">
                  <a:moveTo>
                    <a:pt x="5140" y="1"/>
                  </a:moveTo>
                  <a:lnTo>
                    <a:pt x="1628" y="297"/>
                  </a:lnTo>
                  <a:lnTo>
                    <a:pt x="1" y="4622"/>
                  </a:lnTo>
                  <a:lnTo>
                    <a:pt x="3476" y="4437"/>
                  </a:lnTo>
                  <a:lnTo>
                    <a:pt x="51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53"/>
            <p:cNvSpPr/>
            <p:nvPr/>
          </p:nvSpPr>
          <p:spPr>
            <a:xfrm>
              <a:off x="5329950" y="3185600"/>
              <a:ext cx="126650" cy="112800"/>
            </a:xfrm>
            <a:custGeom>
              <a:rect b="b" l="l" r="r" t="t"/>
              <a:pathLst>
                <a:path extrusionOk="0" h="4512" w="5066">
                  <a:moveTo>
                    <a:pt x="5065" y="1"/>
                  </a:moveTo>
                  <a:lnTo>
                    <a:pt x="1590" y="333"/>
                  </a:lnTo>
                  <a:lnTo>
                    <a:pt x="0" y="4511"/>
                  </a:lnTo>
                  <a:lnTo>
                    <a:pt x="3475" y="4326"/>
                  </a:lnTo>
                  <a:lnTo>
                    <a:pt x="50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53"/>
            <p:cNvSpPr/>
            <p:nvPr/>
          </p:nvSpPr>
          <p:spPr>
            <a:xfrm>
              <a:off x="5228275" y="3194850"/>
              <a:ext cx="124800" cy="110000"/>
            </a:xfrm>
            <a:custGeom>
              <a:rect b="b" l="l" r="r" t="t"/>
              <a:pathLst>
                <a:path extrusionOk="0" h="4400" w="4992">
                  <a:moveTo>
                    <a:pt x="4991" y="0"/>
                  </a:moveTo>
                  <a:lnTo>
                    <a:pt x="1664" y="296"/>
                  </a:lnTo>
                  <a:lnTo>
                    <a:pt x="0" y="4400"/>
                  </a:lnTo>
                  <a:lnTo>
                    <a:pt x="3439" y="4178"/>
                  </a:lnTo>
                  <a:lnTo>
                    <a:pt x="49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53"/>
            <p:cNvSpPr/>
            <p:nvPr/>
          </p:nvSpPr>
          <p:spPr>
            <a:xfrm>
              <a:off x="5396500" y="3302975"/>
              <a:ext cx="117400" cy="86925"/>
            </a:xfrm>
            <a:custGeom>
              <a:rect b="b" l="l" r="r" t="t"/>
              <a:pathLst>
                <a:path extrusionOk="0" h="3477" w="4696">
                  <a:moveTo>
                    <a:pt x="4695" y="1"/>
                  </a:moveTo>
                  <a:lnTo>
                    <a:pt x="1220" y="186"/>
                  </a:lnTo>
                  <a:lnTo>
                    <a:pt x="0" y="3476"/>
                  </a:lnTo>
                  <a:lnTo>
                    <a:pt x="3401" y="3476"/>
                  </a:lnTo>
                  <a:lnTo>
                    <a:pt x="469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53"/>
            <p:cNvSpPr/>
            <p:nvPr/>
          </p:nvSpPr>
          <p:spPr>
            <a:xfrm>
              <a:off x="5535125" y="2517350"/>
              <a:ext cx="1469600" cy="1546325"/>
            </a:xfrm>
            <a:custGeom>
              <a:rect b="b" l="l" r="r" t="t"/>
              <a:pathLst>
                <a:path extrusionOk="0" h="61853" w="58784">
                  <a:moveTo>
                    <a:pt x="58784" y="1"/>
                  </a:moveTo>
                  <a:lnTo>
                    <a:pt x="14604" y="11129"/>
                  </a:lnTo>
                  <a:lnTo>
                    <a:pt x="1" y="45327"/>
                  </a:lnTo>
                  <a:lnTo>
                    <a:pt x="33422" y="61853"/>
                  </a:lnTo>
                  <a:lnTo>
                    <a:pt x="5878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53"/>
            <p:cNvSpPr/>
            <p:nvPr/>
          </p:nvSpPr>
          <p:spPr>
            <a:xfrm>
              <a:off x="5525875" y="2509600"/>
              <a:ext cx="1487175" cy="1562075"/>
            </a:xfrm>
            <a:custGeom>
              <a:rect b="b" l="l" r="r" t="t"/>
              <a:pathLst>
                <a:path extrusionOk="0" h="62483" w="59487">
                  <a:moveTo>
                    <a:pt x="58636" y="754"/>
                  </a:moveTo>
                  <a:lnTo>
                    <a:pt x="33644" y="61756"/>
                  </a:lnTo>
                  <a:lnTo>
                    <a:pt x="734" y="45503"/>
                  </a:lnTo>
                  <a:lnTo>
                    <a:pt x="734" y="45503"/>
                  </a:lnTo>
                  <a:lnTo>
                    <a:pt x="15196" y="11698"/>
                  </a:lnTo>
                  <a:lnTo>
                    <a:pt x="58636" y="754"/>
                  </a:lnTo>
                  <a:close/>
                  <a:moveTo>
                    <a:pt x="59168" y="1"/>
                  </a:moveTo>
                  <a:cubicBezTo>
                    <a:pt x="59139" y="1"/>
                    <a:pt x="59110" y="5"/>
                    <a:pt x="59080" y="15"/>
                  </a:cubicBezTo>
                  <a:lnTo>
                    <a:pt x="14900" y="11143"/>
                  </a:lnTo>
                  <a:cubicBezTo>
                    <a:pt x="14789" y="11180"/>
                    <a:pt x="14715" y="11254"/>
                    <a:pt x="14678" y="11328"/>
                  </a:cubicBezTo>
                  <a:lnTo>
                    <a:pt x="75" y="45526"/>
                  </a:lnTo>
                  <a:cubicBezTo>
                    <a:pt x="1" y="45674"/>
                    <a:pt x="75" y="45859"/>
                    <a:pt x="223" y="45933"/>
                  </a:cubicBezTo>
                  <a:lnTo>
                    <a:pt x="33644" y="62422"/>
                  </a:lnTo>
                  <a:cubicBezTo>
                    <a:pt x="33687" y="62465"/>
                    <a:pt x="33743" y="62483"/>
                    <a:pt x="33797" y="62483"/>
                  </a:cubicBezTo>
                  <a:cubicBezTo>
                    <a:pt x="33835" y="62483"/>
                    <a:pt x="33872" y="62474"/>
                    <a:pt x="33903" y="62459"/>
                  </a:cubicBezTo>
                  <a:cubicBezTo>
                    <a:pt x="33977" y="62422"/>
                    <a:pt x="34051" y="62348"/>
                    <a:pt x="34088" y="62274"/>
                  </a:cubicBezTo>
                  <a:lnTo>
                    <a:pt x="59413" y="422"/>
                  </a:lnTo>
                  <a:cubicBezTo>
                    <a:pt x="59487" y="311"/>
                    <a:pt x="59450" y="200"/>
                    <a:pt x="59376" y="89"/>
                  </a:cubicBezTo>
                  <a:cubicBezTo>
                    <a:pt x="59322" y="35"/>
                    <a:pt x="59248" y="1"/>
                    <a:pt x="591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53"/>
            <p:cNvSpPr/>
            <p:nvPr/>
          </p:nvSpPr>
          <p:spPr>
            <a:xfrm>
              <a:off x="2453625" y="2391650"/>
              <a:ext cx="2670225" cy="1257025"/>
            </a:xfrm>
            <a:custGeom>
              <a:rect b="b" l="l" r="r" t="t"/>
              <a:pathLst>
                <a:path extrusionOk="0" h="50281" w="106809">
                  <a:moveTo>
                    <a:pt x="8652" y="1"/>
                  </a:moveTo>
                  <a:cubicBezTo>
                    <a:pt x="6766" y="1"/>
                    <a:pt x="5214" y="1406"/>
                    <a:pt x="4992" y="3291"/>
                  </a:cubicBezTo>
                  <a:lnTo>
                    <a:pt x="1" y="50281"/>
                  </a:lnTo>
                  <a:lnTo>
                    <a:pt x="106809" y="50281"/>
                  </a:lnTo>
                  <a:lnTo>
                    <a:pt x="101818" y="3291"/>
                  </a:lnTo>
                  <a:cubicBezTo>
                    <a:pt x="101633" y="1406"/>
                    <a:pt x="100043" y="1"/>
                    <a:pt x="981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53"/>
            <p:cNvSpPr/>
            <p:nvPr/>
          </p:nvSpPr>
          <p:spPr>
            <a:xfrm>
              <a:off x="2446225" y="2384250"/>
              <a:ext cx="2685950" cy="1272750"/>
            </a:xfrm>
            <a:custGeom>
              <a:rect b="b" l="l" r="r" t="t"/>
              <a:pathLst>
                <a:path extrusionOk="0" h="50910" w="107438">
                  <a:moveTo>
                    <a:pt x="98454" y="593"/>
                  </a:moveTo>
                  <a:cubicBezTo>
                    <a:pt x="100191" y="593"/>
                    <a:pt x="101633" y="1923"/>
                    <a:pt x="101818" y="3624"/>
                  </a:cubicBezTo>
                  <a:lnTo>
                    <a:pt x="106774" y="50281"/>
                  </a:lnTo>
                  <a:lnTo>
                    <a:pt x="666" y="50281"/>
                  </a:lnTo>
                  <a:lnTo>
                    <a:pt x="5620" y="3624"/>
                  </a:lnTo>
                  <a:cubicBezTo>
                    <a:pt x="5805" y="1923"/>
                    <a:pt x="7247" y="593"/>
                    <a:pt x="8948" y="593"/>
                  </a:cubicBezTo>
                  <a:close/>
                  <a:moveTo>
                    <a:pt x="8948" y="1"/>
                  </a:moveTo>
                  <a:cubicBezTo>
                    <a:pt x="6914" y="1"/>
                    <a:pt x="5214" y="1517"/>
                    <a:pt x="4992" y="3550"/>
                  </a:cubicBezTo>
                  <a:lnTo>
                    <a:pt x="1" y="50540"/>
                  </a:lnTo>
                  <a:cubicBezTo>
                    <a:pt x="1" y="50651"/>
                    <a:pt x="38" y="50725"/>
                    <a:pt x="75" y="50799"/>
                  </a:cubicBezTo>
                  <a:cubicBezTo>
                    <a:pt x="149" y="50873"/>
                    <a:pt x="223" y="50910"/>
                    <a:pt x="297" y="50910"/>
                  </a:cubicBezTo>
                  <a:lnTo>
                    <a:pt x="107105" y="50910"/>
                  </a:lnTo>
                  <a:cubicBezTo>
                    <a:pt x="107216" y="50910"/>
                    <a:pt x="107290" y="50873"/>
                    <a:pt x="107327" y="50799"/>
                  </a:cubicBezTo>
                  <a:cubicBezTo>
                    <a:pt x="107400" y="50725"/>
                    <a:pt x="107437" y="50651"/>
                    <a:pt x="107437" y="50540"/>
                  </a:cubicBezTo>
                  <a:lnTo>
                    <a:pt x="102446" y="3550"/>
                  </a:lnTo>
                  <a:cubicBezTo>
                    <a:pt x="102225" y="1517"/>
                    <a:pt x="100487" y="1"/>
                    <a:pt x="984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53"/>
            <p:cNvSpPr/>
            <p:nvPr/>
          </p:nvSpPr>
          <p:spPr>
            <a:xfrm>
              <a:off x="2453625" y="2391650"/>
              <a:ext cx="1203425" cy="1257025"/>
            </a:xfrm>
            <a:custGeom>
              <a:rect b="b" l="l" r="r" t="t"/>
              <a:pathLst>
                <a:path extrusionOk="0" h="50281" w="48137">
                  <a:moveTo>
                    <a:pt x="8319" y="1"/>
                  </a:moveTo>
                  <a:cubicBezTo>
                    <a:pt x="7654" y="75"/>
                    <a:pt x="7062" y="297"/>
                    <a:pt x="6544" y="666"/>
                  </a:cubicBezTo>
                  <a:lnTo>
                    <a:pt x="6397" y="777"/>
                  </a:lnTo>
                  <a:cubicBezTo>
                    <a:pt x="6249" y="888"/>
                    <a:pt x="6101" y="1036"/>
                    <a:pt x="5953" y="1184"/>
                  </a:cubicBezTo>
                  <a:cubicBezTo>
                    <a:pt x="5657" y="1517"/>
                    <a:pt x="5435" y="1886"/>
                    <a:pt x="5250" y="2293"/>
                  </a:cubicBezTo>
                  <a:cubicBezTo>
                    <a:pt x="5140" y="2626"/>
                    <a:pt x="5029" y="2958"/>
                    <a:pt x="4992" y="3291"/>
                  </a:cubicBezTo>
                  <a:lnTo>
                    <a:pt x="1" y="50281"/>
                  </a:lnTo>
                  <a:lnTo>
                    <a:pt x="19004" y="50281"/>
                  </a:lnTo>
                  <a:lnTo>
                    <a:pt x="20113" y="36971"/>
                  </a:lnTo>
                  <a:cubicBezTo>
                    <a:pt x="20445" y="32942"/>
                    <a:pt x="23403" y="29651"/>
                    <a:pt x="27359" y="28875"/>
                  </a:cubicBezTo>
                  <a:cubicBezTo>
                    <a:pt x="39522" y="26583"/>
                    <a:pt x="48136" y="15676"/>
                    <a:pt x="47508" y="3328"/>
                  </a:cubicBezTo>
                  <a:lnTo>
                    <a:pt x="47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53"/>
            <p:cNvSpPr/>
            <p:nvPr/>
          </p:nvSpPr>
          <p:spPr>
            <a:xfrm>
              <a:off x="2446225" y="2384250"/>
              <a:ext cx="1203425" cy="1272750"/>
            </a:xfrm>
            <a:custGeom>
              <a:rect b="b" l="l" r="r" t="t"/>
              <a:pathLst>
                <a:path extrusionOk="0" h="50910" w="48137">
                  <a:moveTo>
                    <a:pt x="47434" y="593"/>
                  </a:moveTo>
                  <a:lnTo>
                    <a:pt x="47508" y="3624"/>
                  </a:lnTo>
                  <a:cubicBezTo>
                    <a:pt x="47545" y="4031"/>
                    <a:pt x="47545" y="4437"/>
                    <a:pt x="47545" y="4844"/>
                  </a:cubicBezTo>
                  <a:cubicBezTo>
                    <a:pt x="47545" y="16527"/>
                    <a:pt x="39227" y="26694"/>
                    <a:pt x="27618" y="28875"/>
                  </a:cubicBezTo>
                  <a:cubicBezTo>
                    <a:pt x="23514" y="29652"/>
                    <a:pt x="20446" y="33090"/>
                    <a:pt x="20076" y="37231"/>
                  </a:cubicBezTo>
                  <a:lnTo>
                    <a:pt x="19041" y="50281"/>
                  </a:lnTo>
                  <a:lnTo>
                    <a:pt x="666" y="50281"/>
                  </a:lnTo>
                  <a:lnTo>
                    <a:pt x="5620" y="3624"/>
                  </a:lnTo>
                  <a:cubicBezTo>
                    <a:pt x="5657" y="3291"/>
                    <a:pt x="5731" y="2996"/>
                    <a:pt x="5842" y="2700"/>
                  </a:cubicBezTo>
                  <a:cubicBezTo>
                    <a:pt x="5990" y="2330"/>
                    <a:pt x="6212" y="1997"/>
                    <a:pt x="6471" y="1702"/>
                  </a:cubicBezTo>
                  <a:lnTo>
                    <a:pt x="6508" y="1665"/>
                  </a:lnTo>
                  <a:cubicBezTo>
                    <a:pt x="6609" y="1563"/>
                    <a:pt x="6742" y="1462"/>
                    <a:pt x="6877" y="1332"/>
                  </a:cubicBezTo>
                  <a:lnTo>
                    <a:pt x="6877" y="1332"/>
                  </a:lnTo>
                  <a:lnTo>
                    <a:pt x="6877" y="1332"/>
                  </a:lnTo>
                  <a:lnTo>
                    <a:pt x="7025" y="1221"/>
                  </a:lnTo>
                  <a:cubicBezTo>
                    <a:pt x="7506" y="888"/>
                    <a:pt x="8060" y="666"/>
                    <a:pt x="8652" y="630"/>
                  </a:cubicBezTo>
                  <a:cubicBezTo>
                    <a:pt x="8763" y="593"/>
                    <a:pt x="8874" y="593"/>
                    <a:pt x="8948" y="593"/>
                  </a:cubicBezTo>
                  <a:close/>
                  <a:moveTo>
                    <a:pt x="8578" y="1"/>
                  </a:moveTo>
                  <a:cubicBezTo>
                    <a:pt x="7876" y="75"/>
                    <a:pt x="7210" y="334"/>
                    <a:pt x="6656" y="703"/>
                  </a:cubicBezTo>
                  <a:lnTo>
                    <a:pt x="6656" y="740"/>
                  </a:lnTo>
                  <a:lnTo>
                    <a:pt x="6545" y="814"/>
                  </a:lnTo>
                  <a:lnTo>
                    <a:pt x="6508" y="814"/>
                  </a:lnTo>
                  <a:cubicBezTo>
                    <a:pt x="6360" y="962"/>
                    <a:pt x="6175" y="1110"/>
                    <a:pt x="6027" y="1258"/>
                  </a:cubicBezTo>
                  <a:cubicBezTo>
                    <a:pt x="5694" y="1628"/>
                    <a:pt x="5436" y="2034"/>
                    <a:pt x="5251" y="2478"/>
                  </a:cubicBezTo>
                  <a:cubicBezTo>
                    <a:pt x="5140" y="2811"/>
                    <a:pt x="5029" y="3180"/>
                    <a:pt x="4992" y="3550"/>
                  </a:cubicBezTo>
                  <a:lnTo>
                    <a:pt x="1" y="50540"/>
                  </a:lnTo>
                  <a:cubicBezTo>
                    <a:pt x="1" y="50651"/>
                    <a:pt x="38" y="50725"/>
                    <a:pt x="75" y="50799"/>
                  </a:cubicBezTo>
                  <a:cubicBezTo>
                    <a:pt x="149" y="50873"/>
                    <a:pt x="223" y="50910"/>
                    <a:pt x="297" y="50910"/>
                  </a:cubicBezTo>
                  <a:lnTo>
                    <a:pt x="19300" y="50910"/>
                  </a:lnTo>
                  <a:cubicBezTo>
                    <a:pt x="19484" y="50910"/>
                    <a:pt x="19595" y="50762"/>
                    <a:pt x="19632" y="50614"/>
                  </a:cubicBezTo>
                  <a:lnTo>
                    <a:pt x="20704" y="37304"/>
                  </a:lnTo>
                  <a:cubicBezTo>
                    <a:pt x="21037" y="33386"/>
                    <a:pt x="23884" y="30206"/>
                    <a:pt x="27729" y="29467"/>
                  </a:cubicBezTo>
                  <a:cubicBezTo>
                    <a:pt x="39633" y="27211"/>
                    <a:pt x="48137" y="16823"/>
                    <a:pt x="48137" y="4844"/>
                  </a:cubicBezTo>
                  <a:cubicBezTo>
                    <a:pt x="48137" y="4437"/>
                    <a:pt x="48137" y="3994"/>
                    <a:pt x="48137" y="3587"/>
                  </a:cubicBezTo>
                  <a:lnTo>
                    <a:pt x="48026" y="297"/>
                  </a:lnTo>
                  <a:cubicBezTo>
                    <a:pt x="48026" y="112"/>
                    <a:pt x="47878" y="1"/>
                    <a:pt x="47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53"/>
            <p:cNvSpPr/>
            <p:nvPr/>
          </p:nvSpPr>
          <p:spPr>
            <a:xfrm>
              <a:off x="4618250" y="2603325"/>
              <a:ext cx="289325" cy="265275"/>
            </a:xfrm>
            <a:custGeom>
              <a:rect b="b" l="l" r="r" t="t"/>
              <a:pathLst>
                <a:path extrusionOk="0" h="10611" w="11573">
                  <a:moveTo>
                    <a:pt x="5768" y="0"/>
                  </a:moveTo>
                  <a:cubicBezTo>
                    <a:pt x="2589" y="0"/>
                    <a:pt x="1" y="2366"/>
                    <a:pt x="1" y="5287"/>
                  </a:cubicBezTo>
                  <a:cubicBezTo>
                    <a:pt x="1" y="8208"/>
                    <a:pt x="2589" y="10611"/>
                    <a:pt x="5768" y="10611"/>
                  </a:cubicBezTo>
                  <a:cubicBezTo>
                    <a:pt x="8985" y="10611"/>
                    <a:pt x="11573" y="8208"/>
                    <a:pt x="11573" y="5287"/>
                  </a:cubicBezTo>
                  <a:cubicBezTo>
                    <a:pt x="11573" y="2366"/>
                    <a:pt x="8985" y="0"/>
                    <a:pt x="57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53"/>
            <p:cNvSpPr/>
            <p:nvPr/>
          </p:nvSpPr>
          <p:spPr>
            <a:xfrm>
              <a:off x="4609950" y="2595000"/>
              <a:ext cx="305025" cy="281000"/>
            </a:xfrm>
            <a:custGeom>
              <a:rect b="b" l="l" r="r" t="t"/>
              <a:pathLst>
                <a:path extrusionOk="0" h="11240" w="12201">
                  <a:moveTo>
                    <a:pt x="6100" y="629"/>
                  </a:moveTo>
                  <a:cubicBezTo>
                    <a:pt x="7616" y="629"/>
                    <a:pt x="9021" y="1183"/>
                    <a:pt x="9982" y="2108"/>
                  </a:cubicBezTo>
                  <a:cubicBezTo>
                    <a:pt x="10980" y="2995"/>
                    <a:pt x="11609" y="4252"/>
                    <a:pt x="11609" y="5620"/>
                  </a:cubicBezTo>
                  <a:cubicBezTo>
                    <a:pt x="11609" y="6988"/>
                    <a:pt x="10980" y="8245"/>
                    <a:pt x="9982" y="9169"/>
                  </a:cubicBezTo>
                  <a:cubicBezTo>
                    <a:pt x="9021" y="10056"/>
                    <a:pt x="7616" y="10611"/>
                    <a:pt x="6100" y="10611"/>
                  </a:cubicBezTo>
                  <a:cubicBezTo>
                    <a:pt x="4584" y="10611"/>
                    <a:pt x="3216" y="10056"/>
                    <a:pt x="2218" y="9169"/>
                  </a:cubicBezTo>
                  <a:cubicBezTo>
                    <a:pt x="1220" y="8245"/>
                    <a:pt x="629" y="6988"/>
                    <a:pt x="629" y="5620"/>
                  </a:cubicBezTo>
                  <a:cubicBezTo>
                    <a:pt x="629" y="4252"/>
                    <a:pt x="1220" y="2995"/>
                    <a:pt x="2218" y="2108"/>
                  </a:cubicBezTo>
                  <a:cubicBezTo>
                    <a:pt x="3216" y="1183"/>
                    <a:pt x="4584" y="629"/>
                    <a:pt x="6100" y="629"/>
                  </a:cubicBezTo>
                  <a:close/>
                  <a:moveTo>
                    <a:pt x="6100" y="0"/>
                  </a:moveTo>
                  <a:cubicBezTo>
                    <a:pt x="4437" y="0"/>
                    <a:pt x="2921" y="629"/>
                    <a:pt x="1812" y="1627"/>
                  </a:cubicBezTo>
                  <a:cubicBezTo>
                    <a:pt x="702" y="2662"/>
                    <a:pt x="0" y="4067"/>
                    <a:pt x="0" y="5620"/>
                  </a:cubicBezTo>
                  <a:cubicBezTo>
                    <a:pt x="0" y="7173"/>
                    <a:pt x="702" y="8578"/>
                    <a:pt x="1812" y="9613"/>
                  </a:cubicBezTo>
                  <a:cubicBezTo>
                    <a:pt x="2921" y="10611"/>
                    <a:pt x="4437" y="11239"/>
                    <a:pt x="6100" y="11239"/>
                  </a:cubicBezTo>
                  <a:cubicBezTo>
                    <a:pt x="7801" y="11239"/>
                    <a:pt x="9317" y="10611"/>
                    <a:pt x="10426" y="9613"/>
                  </a:cubicBezTo>
                  <a:cubicBezTo>
                    <a:pt x="11535" y="8578"/>
                    <a:pt x="12200" y="7173"/>
                    <a:pt x="12200" y="5620"/>
                  </a:cubicBezTo>
                  <a:cubicBezTo>
                    <a:pt x="12200" y="4067"/>
                    <a:pt x="11535" y="2662"/>
                    <a:pt x="10426" y="1627"/>
                  </a:cubicBezTo>
                  <a:cubicBezTo>
                    <a:pt x="9317" y="629"/>
                    <a:pt x="7801" y="0"/>
                    <a:pt x="6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53"/>
            <p:cNvSpPr/>
            <p:nvPr/>
          </p:nvSpPr>
          <p:spPr>
            <a:xfrm>
              <a:off x="4638600" y="2621800"/>
              <a:ext cx="248650" cy="227400"/>
            </a:xfrm>
            <a:custGeom>
              <a:rect b="b" l="l" r="r" t="t"/>
              <a:pathLst>
                <a:path extrusionOk="0" h="9096" w="9946">
                  <a:moveTo>
                    <a:pt x="4954" y="0"/>
                  </a:moveTo>
                  <a:cubicBezTo>
                    <a:pt x="2218" y="0"/>
                    <a:pt x="0" y="2034"/>
                    <a:pt x="0" y="4548"/>
                  </a:cubicBezTo>
                  <a:cubicBezTo>
                    <a:pt x="0" y="7062"/>
                    <a:pt x="2218" y="9095"/>
                    <a:pt x="4954" y="9095"/>
                  </a:cubicBezTo>
                  <a:cubicBezTo>
                    <a:pt x="7690" y="9095"/>
                    <a:pt x="9945" y="7062"/>
                    <a:pt x="9945" y="4548"/>
                  </a:cubicBezTo>
                  <a:cubicBezTo>
                    <a:pt x="9945" y="2034"/>
                    <a:pt x="7690" y="0"/>
                    <a:pt x="49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53"/>
            <p:cNvSpPr/>
            <p:nvPr/>
          </p:nvSpPr>
          <p:spPr>
            <a:xfrm>
              <a:off x="4631200" y="2614400"/>
              <a:ext cx="263425" cy="243100"/>
            </a:xfrm>
            <a:custGeom>
              <a:rect b="b" l="l" r="r" t="t"/>
              <a:pathLst>
                <a:path extrusionOk="0" h="9724" w="10537">
                  <a:moveTo>
                    <a:pt x="5250" y="592"/>
                  </a:moveTo>
                  <a:cubicBezTo>
                    <a:pt x="6544" y="592"/>
                    <a:pt x="7727" y="1073"/>
                    <a:pt x="8578" y="1849"/>
                  </a:cubicBezTo>
                  <a:cubicBezTo>
                    <a:pt x="9391" y="2626"/>
                    <a:pt x="9908" y="3698"/>
                    <a:pt x="9908" y="4844"/>
                  </a:cubicBezTo>
                  <a:cubicBezTo>
                    <a:pt x="9908" y="6027"/>
                    <a:pt x="9391" y="7062"/>
                    <a:pt x="8578" y="7838"/>
                  </a:cubicBezTo>
                  <a:cubicBezTo>
                    <a:pt x="7727" y="8615"/>
                    <a:pt x="6544" y="9096"/>
                    <a:pt x="5250" y="9096"/>
                  </a:cubicBezTo>
                  <a:cubicBezTo>
                    <a:pt x="3956" y="9096"/>
                    <a:pt x="2810" y="8615"/>
                    <a:pt x="1960" y="7838"/>
                  </a:cubicBezTo>
                  <a:cubicBezTo>
                    <a:pt x="1109" y="7062"/>
                    <a:pt x="592" y="6027"/>
                    <a:pt x="592" y="4844"/>
                  </a:cubicBezTo>
                  <a:cubicBezTo>
                    <a:pt x="592" y="3698"/>
                    <a:pt x="1109" y="2626"/>
                    <a:pt x="1960" y="1849"/>
                  </a:cubicBezTo>
                  <a:cubicBezTo>
                    <a:pt x="2810" y="1073"/>
                    <a:pt x="3956" y="592"/>
                    <a:pt x="5250" y="592"/>
                  </a:cubicBezTo>
                  <a:close/>
                  <a:moveTo>
                    <a:pt x="5250" y="1"/>
                  </a:moveTo>
                  <a:cubicBezTo>
                    <a:pt x="3808" y="1"/>
                    <a:pt x="2514" y="518"/>
                    <a:pt x="1553" y="1406"/>
                  </a:cubicBezTo>
                  <a:cubicBezTo>
                    <a:pt x="592" y="2293"/>
                    <a:pt x="0" y="3513"/>
                    <a:pt x="0" y="4844"/>
                  </a:cubicBezTo>
                  <a:cubicBezTo>
                    <a:pt x="0" y="6212"/>
                    <a:pt x="592" y="7432"/>
                    <a:pt x="1553" y="8282"/>
                  </a:cubicBezTo>
                  <a:cubicBezTo>
                    <a:pt x="2514" y="9169"/>
                    <a:pt x="3808" y="9724"/>
                    <a:pt x="5250" y="9724"/>
                  </a:cubicBezTo>
                  <a:cubicBezTo>
                    <a:pt x="6692" y="9724"/>
                    <a:pt x="8023" y="9169"/>
                    <a:pt x="8984" y="8282"/>
                  </a:cubicBezTo>
                  <a:cubicBezTo>
                    <a:pt x="9945" y="7432"/>
                    <a:pt x="10537" y="6212"/>
                    <a:pt x="10537" y="4844"/>
                  </a:cubicBezTo>
                  <a:cubicBezTo>
                    <a:pt x="10537" y="3513"/>
                    <a:pt x="9945" y="2293"/>
                    <a:pt x="8984" y="1406"/>
                  </a:cubicBezTo>
                  <a:cubicBezTo>
                    <a:pt x="8023" y="518"/>
                    <a:pt x="6692" y="1"/>
                    <a:pt x="52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53"/>
            <p:cNvSpPr/>
            <p:nvPr/>
          </p:nvSpPr>
          <p:spPr>
            <a:xfrm>
              <a:off x="913800" y="2888150"/>
              <a:ext cx="246800" cy="260350"/>
            </a:xfrm>
            <a:custGeom>
              <a:rect b="b" l="l" r="r" t="t"/>
              <a:pathLst>
                <a:path extrusionOk="0" h="10414" w="9872">
                  <a:moveTo>
                    <a:pt x="4270" y="0"/>
                  </a:moveTo>
                  <a:cubicBezTo>
                    <a:pt x="3903" y="0"/>
                    <a:pt x="3536" y="58"/>
                    <a:pt x="3180" y="179"/>
                  </a:cubicBezTo>
                  <a:cubicBezTo>
                    <a:pt x="999" y="955"/>
                    <a:pt x="1" y="3802"/>
                    <a:pt x="962" y="6575"/>
                  </a:cubicBezTo>
                  <a:cubicBezTo>
                    <a:pt x="1766" y="8895"/>
                    <a:pt x="3684" y="10413"/>
                    <a:pt x="5567" y="10413"/>
                  </a:cubicBezTo>
                  <a:cubicBezTo>
                    <a:pt x="5934" y="10413"/>
                    <a:pt x="6300" y="10356"/>
                    <a:pt x="6655" y="10235"/>
                  </a:cubicBezTo>
                  <a:cubicBezTo>
                    <a:pt x="8874" y="9459"/>
                    <a:pt x="9872" y="6575"/>
                    <a:pt x="8911" y="3802"/>
                  </a:cubicBezTo>
                  <a:cubicBezTo>
                    <a:pt x="8075" y="1513"/>
                    <a:pt x="6153" y="0"/>
                    <a:pt x="42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53"/>
            <p:cNvSpPr/>
            <p:nvPr/>
          </p:nvSpPr>
          <p:spPr>
            <a:xfrm>
              <a:off x="920275" y="2880600"/>
              <a:ext cx="232950" cy="275450"/>
            </a:xfrm>
            <a:custGeom>
              <a:rect b="b" l="l" r="r" t="t"/>
              <a:pathLst>
                <a:path extrusionOk="0" h="11018" w="9318">
                  <a:moveTo>
                    <a:pt x="4096" y="628"/>
                  </a:moveTo>
                  <a:cubicBezTo>
                    <a:pt x="5813" y="628"/>
                    <a:pt x="7589" y="2061"/>
                    <a:pt x="8356" y="4215"/>
                  </a:cubicBezTo>
                  <a:cubicBezTo>
                    <a:pt x="8578" y="4917"/>
                    <a:pt x="8689" y="5583"/>
                    <a:pt x="8689" y="6248"/>
                  </a:cubicBezTo>
                  <a:cubicBezTo>
                    <a:pt x="8689" y="7210"/>
                    <a:pt x="8467" y="8060"/>
                    <a:pt x="8060" y="8762"/>
                  </a:cubicBezTo>
                  <a:cubicBezTo>
                    <a:pt x="7653" y="9465"/>
                    <a:pt x="7062" y="9982"/>
                    <a:pt x="6322" y="10241"/>
                  </a:cubicBezTo>
                  <a:cubicBezTo>
                    <a:pt x="5990" y="10352"/>
                    <a:pt x="5620" y="10389"/>
                    <a:pt x="5287" y="10389"/>
                  </a:cubicBezTo>
                  <a:cubicBezTo>
                    <a:pt x="5266" y="10390"/>
                    <a:pt x="5245" y="10390"/>
                    <a:pt x="5223" y="10390"/>
                  </a:cubicBezTo>
                  <a:cubicBezTo>
                    <a:pt x="3540" y="10390"/>
                    <a:pt x="1729" y="8957"/>
                    <a:pt x="999" y="6803"/>
                  </a:cubicBezTo>
                  <a:cubicBezTo>
                    <a:pt x="740" y="6100"/>
                    <a:pt x="629" y="5398"/>
                    <a:pt x="629" y="4769"/>
                  </a:cubicBezTo>
                  <a:cubicBezTo>
                    <a:pt x="629" y="3808"/>
                    <a:pt x="851" y="2958"/>
                    <a:pt x="1257" y="2255"/>
                  </a:cubicBezTo>
                  <a:cubicBezTo>
                    <a:pt x="1701" y="1553"/>
                    <a:pt x="2293" y="1035"/>
                    <a:pt x="3032" y="777"/>
                  </a:cubicBezTo>
                  <a:cubicBezTo>
                    <a:pt x="3365" y="666"/>
                    <a:pt x="3698" y="629"/>
                    <a:pt x="4030" y="629"/>
                  </a:cubicBezTo>
                  <a:cubicBezTo>
                    <a:pt x="4052" y="628"/>
                    <a:pt x="4074" y="628"/>
                    <a:pt x="4096" y="628"/>
                  </a:cubicBezTo>
                  <a:close/>
                  <a:moveTo>
                    <a:pt x="4030" y="0"/>
                  </a:moveTo>
                  <a:cubicBezTo>
                    <a:pt x="3624" y="0"/>
                    <a:pt x="3217" y="74"/>
                    <a:pt x="2810" y="185"/>
                  </a:cubicBezTo>
                  <a:cubicBezTo>
                    <a:pt x="1923" y="518"/>
                    <a:pt x="1220" y="1146"/>
                    <a:pt x="740" y="1923"/>
                  </a:cubicBezTo>
                  <a:cubicBezTo>
                    <a:pt x="259" y="2736"/>
                    <a:pt x="0" y="3734"/>
                    <a:pt x="0" y="4769"/>
                  </a:cubicBezTo>
                  <a:cubicBezTo>
                    <a:pt x="0" y="5472"/>
                    <a:pt x="148" y="6248"/>
                    <a:pt x="407" y="6988"/>
                  </a:cubicBezTo>
                  <a:cubicBezTo>
                    <a:pt x="1257" y="9391"/>
                    <a:pt x="3254" y="11018"/>
                    <a:pt x="5287" y="11018"/>
                  </a:cubicBezTo>
                  <a:cubicBezTo>
                    <a:pt x="5694" y="11018"/>
                    <a:pt x="6101" y="10944"/>
                    <a:pt x="6507" y="10796"/>
                  </a:cubicBezTo>
                  <a:cubicBezTo>
                    <a:pt x="7395" y="10500"/>
                    <a:pt x="8097" y="9871"/>
                    <a:pt x="8578" y="9058"/>
                  </a:cubicBezTo>
                  <a:cubicBezTo>
                    <a:pt x="9058" y="8282"/>
                    <a:pt x="9317" y="7284"/>
                    <a:pt x="9317" y="6248"/>
                  </a:cubicBezTo>
                  <a:cubicBezTo>
                    <a:pt x="9317" y="5546"/>
                    <a:pt x="9169" y="4769"/>
                    <a:pt x="8910" y="4030"/>
                  </a:cubicBezTo>
                  <a:cubicBezTo>
                    <a:pt x="8097" y="1627"/>
                    <a:pt x="6101" y="0"/>
                    <a:pt x="4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53"/>
            <p:cNvSpPr/>
            <p:nvPr/>
          </p:nvSpPr>
          <p:spPr>
            <a:xfrm>
              <a:off x="931375" y="2906950"/>
              <a:ext cx="211675" cy="222725"/>
            </a:xfrm>
            <a:custGeom>
              <a:rect b="b" l="l" r="r" t="t"/>
              <a:pathLst>
                <a:path extrusionOk="0" h="8909" w="8467">
                  <a:moveTo>
                    <a:pt x="3692" y="1"/>
                  </a:moveTo>
                  <a:cubicBezTo>
                    <a:pt x="3369" y="1"/>
                    <a:pt x="3047" y="54"/>
                    <a:pt x="2736" y="166"/>
                  </a:cubicBezTo>
                  <a:cubicBezTo>
                    <a:pt x="850" y="795"/>
                    <a:pt x="0" y="3272"/>
                    <a:pt x="813" y="5638"/>
                  </a:cubicBezTo>
                  <a:cubicBezTo>
                    <a:pt x="1490" y="7606"/>
                    <a:pt x="3138" y="8909"/>
                    <a:pt x="4759" y="8909"/>
                  </a:cubicBezTo>
                  <a:cubicBezTo>
                    <a:pt x="5086" y="8909"/>
                    <a:pt x="5413" y="8856"/>
                    <a:pt x="5731" y="8744"/>
                  </a:cubicBezTo>
                  <a:cubicBezTo>
                    <a:pt x="7616" y="8078"/>
                    <a:pt x="8466" y="5638"/>
                    <a:pt x="7616" y="3272"/>
                  </a:cubicBezTo>
                  <a:cubicBezTo>
                    <a:pt x="6940" y="1304"/>
                    <a:pt x="5291" y="1"/>
                    <a:pt x="36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53"/>
            <p:cNvSpPr/>
            <p:nvPr/>
          </p:nvSpPr>
          <p:spPr>
            <a:xfrm>
              <a:off x="935975" y="2899075"/>
              <a:ext cx="201525" cy="238500"/>
            </a:xfrm>
            <a:custGeom>
              <a:rect b="b" l="l" r="r" t="t"/>
              <a:pathLst>
                <a:path extrusionOk="0" h="9540" w="8061">
                  <a:moveTo>
                    <a:pt x="3577" y="628"/>
                  </a:moveTo>
                  <a:cubicBezTo>
                    <a:pt x="5001" y="628"/>
                    <a:pt x="6517" y="1840"/>
                    <a:pt x="7136" y="3698"/>
                  </a:cubicBezTo>
                  <a:cubicBezTo>
                    <a:pt x="7358" y="4252"/>
                    <a:pt x="7432" y="4844"/>
                    <a:pt x="7432" y="5398"/>
                  </a:cubicBezTo>
                  <a:cubicBezTo>
                    <a:pt x="7432" y="6212"/>
                    <a:pt x="7247" y="6951"/>
                    <a:pt x="6914" y="7543"/>
                  </a:cubicBezTo>
                  <a:cubicBezTo>
                    <a:pt x="6545" y="8134"/>
                    <a:pt x="6064" y="8541"/>
                    <a:pt x="5436" y="8763"/>
                  </a:cubicBezTo>
                  <a:cubicBezTo>
                    <a:pt x="5140" y="8874"/>
                    <a:pt x="4881" y="8911"/>
                    <a:pt x="4585" y="8911"/>
                  </a:cubicBezTo>
                  <a:cubicBezTo>
                    <a:pt x="3143" y="8911"/>
                    <a:pt x="1591" y="7728"/>
                    <a:pt x="925" y="5842"/>
                  </a:cubicBezTo>
                  <a:cubicBezTo>
                    <a:pt x="703" y="5287"/>
                    <a:pt x="629" y="4696"/>
                    <a:pt x="629" y="4141"/>
                  </a:cubicBezTo>
                  <a:cubicBezTo>
                    <a:pt x="629" y="3328"/>
                    <a:pt x="814" y="2589"/>
                    <a:pt x="1184" y="1997"/>
                  </a:cubicBezTo>
                  <a:cubicBezTo>
                    <a:pt x="1517" y="1406"/>
                    <a:pt x="2034" y="962"/>
                    <a:pt x="2626" y="777"/>
                  </a:cubicBezTo>
                  <a:cubicBezTo>
                    <a:pt x="2922" y="666"/>
                    <a:pt x="3217" y="629"/>
                    <a:pt x="3513" y="629"/>
                  </a:cubicBezTo>
                  <a:cubicBezTo>
                    <a:pt x="3534" y="629"/>
                    <a:pt x="3556" y="628"/>
                    <a:pt x="3577" y="628"/>
                  </a:cubicBezTo>
                  <a:close/>
                  <a:moveTo>
                    <a:pt x="3513" y="1"/>
                  </a:moveTo>
                  <a:cubicBezTo>
                    <a:pt x="3143" y="1"/>
                    <a:pt x="2774" y="75"/>
                    <a:pt x="2441" y="186"/>
                  </a:cubicBezTo>
                  <a:cubicBezTo>
                    <a:pt x="1665" y="444"/>
                    <a:pt x="1036" y="999"/>
                    <a:pt x="629" y="1701"/>
                  </a:cubicBezTo>
                  <a:cubicBezTo>
                    <a:pt x="223" y="2367"/>
                    <a:pt x="1" y="3217"/>
                    <a:pt x="1" y="4141"/>
                  </a:cubicBezTo>
                  <a:cubicBezTo>
                    <a:pt x="1" y="4770"/>
                    <a:pt x="112" y="5398"/>
                    <a:pt x="334" y="6064"/>
                  </a:cubicBezTo>
                  <a:cubicBezTo>
                    <a:pt x="1073" y="8134"/>
                    <a:pt x="2774" y="9539"/>
                    <a:pt x="4585" y="9539"/>
                  </a:cubicBezTo>
                  <a:cubicBezTo>
                    <a:pt x="4918" y="9539"/>
                    <a:pt x="5288" y="9465"/>
                    <a:pt x="5620" y="9354"/>
                  </a:cubicBezTo>
                  <a:cubicBezTo>
                    <a:pt x="6397" y="9095"/>
                    <a:pt x="7025" y="8541"/>
                    <a:pt x="7432" y="7838"/>
                  </a:cubicBezTo>
                  <a:cubicBezTo>
                    <a:pt x="7839" y="7136"/>
                    <a:pt x="8061" y="6323"/>
                    <a:pt x="8061" y="5398"/>
                  </a:cubicBezTo>
                  <a:cubicBezTo>
                    <a:pt x="8061" y="4770"/>
                    <a:pt x="7950" y="4141"/>
                    <a:pt x="7728" y="3476"/>
                  </a:cubicBezTo>
                  <a:cubicBezTo>
                    <a:pt x="6988" y="1406"/>
                    <a:pt x="5288" y="1"/>
                    <a:pt x="3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53"/>
            <p:cNvSpPr/>
            <p:nvPr/>
          </p:nvSpPr>
          <p:spPr>
            <a:xfrm>
              <a:off x="1254850" y="2924675"/>
              <a:ext cx="196900" cy="207625"/>
            </a:xfrm>
            <a:custGeom>
              <a:rect b="b" l="l" r="r" t="t"/>
              <a:pathLst>
                <a:path extrusionOk="0" h="8305" w="7876">
                  <a:moveTo>
                    <a:pt x="3465" y="1"/>
                  </a:moveTo>
                  <a:cubicBezTo>
                    <a:pt x="3156" y="1"/>
                    <a:pt x="2849" y="52"/>
                    <a:pt x="2552" y="160"/>
                  </a:cubicBezTo>
                  <a:cubicBezTo>
                    <a:pt x="814" y="751"/>
                    <a:pt x="1" y="3043"/>
                    <a:pt x="777" y="5262"/>
                  </a:cubicBezTo>
                  <a:cubicBezTo>
                    <a:pt x="1421" y="7101"/>
                    <a:pt x="2928" y="8304"/>
                    <a:pt x="4436" y="8304"/>
                  </a:cubicBezTo>
                  <a:cubicBezTo>
                    <a:pt x="4747" y="8304"/>
                    <a:pt x="5058" y="8253"/>
                    <a:pt x="5362" y="8145"/>
                  </a:cubicBezTo>
                  <a:cubicBezTo>
                    <a:pt x="7099" y="7554"/>
                    <a:pt x="7876" y="5262"/>
                    <a:pt x="7136" y="3043"/>
                  </a:cubicBezTo>
                  <a:cubicBezTo>
                    <a:pt x="6493" y="1205"/>
                    <a:pt x="4960" y="1"/>
                    <a:pt x="3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53"/>
            <p:cNvSpPr/>
            <p:nvPr/>
          </p:nvSpPr>
          <p:spPr>
            <a:xfrm>
              <a:off x="1259475" y="2916650"/>
              <a:ext cx="188575" cy="223700"/>
            </a:xfrm>
            <a:custGeom>
              <a:rect b="b" l="l" r="r" t="t"/>
              <a:pathLst>
                <a:path extrusionOk="0" h="8948" w="7543">
                  <a:moveTo>
                    <a:pt x="3254" y="629"/>
                  </a:moveTo>
                  <a:cubicBezTo>
                    <a:pt x="4585" y="629"/>
                    <a:pt x="6027" y="1738"/>
                    <a:pt x="6655" y="3475"/>
                  </a:cubicBezTo>
                  <a:cubicBezTo>
                    <a:pt x="6840" y="3993"/>
                    <a:pt x="6914" y="4548"/>
                    <a:pt x="6914" y="5065"/>
                  </a:cubicBezTo>
                  <a:cubicBezTo>
                    <a:pt x="6914" y="5805"/>
                    <a:pt x="6729" y="6507"/>
                    <a:pt x="6434" y="7025"/>
                  </a:cubicBezTo>
                  <a:cubicBezTo>
                    <a:pt x="6101" y="7579"/>
                    <a:pt x="5620" y="7986"/>
                    <a:pt x="5066" y="8171"/>
                  </a:cubicBezTo>
                  <a:cubicBezTo>
                    <a:pt x="4807" y="8282"/>
                    <a:pt x="4548" y="8319"/>
                    <a:pt x="4252" y="8319"/>
                  </a:cubicBezTo>
                  <a:cubicBezTo>
                    <a:pt x="2921" y="8319"/>
                    <a:pt x="1479" y="7209"/>
                    <a:pt x="888" y="5472"/>
                  </a:cubicBezTo>
                  <a:cubicBezTo>
                    <a:pt x="703" y="4917"/>
                    <a:pt x="592" y="4400"/>
                    <a:pt x="592" y="3882"/>
                  </a:cubicBezTo>
                  <a:cubicBezTo>
                    <a:pt x="592" y="3143"/>
                    <a:pt x="777" y="2440"/>
                    <a:pt x="1110" y="1886"/>
                  </a:cubicBezTo>
                  <a:cubicBezTo>
                    <a:pt x="1443" y="1368"/>
                    <a:pt x="1886" y="961"/>
                    <a:pt x="2478" y="740"/>
                  </a:cubicBezTo>
                  <a:cubicBezTo>
                    <a:pt x="2736" y="666"/>
                    <a:pt x="2995" y="629"/>
                    <a:pt x="3254" y="629"/>
                  </a:cubicBezTo>
                  <a:close/>
                  <a:moveTo>
                    <a:pt x="3254" y="0"/>
                  </a:moveTo>
                  <a:cubicBezTo>
                    <a:pt x="2921" y="0"/>
                    <a:pt x="2589" y="74"/>
                    <a:pt x="2256" y="185"/>
                  </a:cubicBezTo>
                  <a:cubicBezTo>
                    <a:pt x="1553" y="407"/>
                    <a:pt x="962" y="924"/>
                    <a:pt x="592" y="1590"/>
                  </a:cubicBezTo>
                  <a:cubicBezTo>
                    <a:pt x="186" y="2255"/>
                    <a:pt x="1" y="3032"/>
                    <a:pt x="1" y="3882"/>
                  </a:cubicBezTo>
                  <a:cubicBezTo>
                    <a:pt x="1" y="4474"/>
                    <a:pt x="75" y="5065"/>
                    <a:pt x="296" y="5694"/>
                  </a:cubicBezTo>
                  <a:cubicBezTo>
                    <a:pt x="962" y="7616"/>
                    <a:pt x="2589" y="8910"/>
                    <a:pt x="4252" y="8947"/>
                  </a:cubicBezTo>
                  <a:cubicBezTo>
                    <a:pt x="4585" y="8947"/>
                    <a:pt x="4918" y="8873"/>
                    <a:pt x="5250" y="8762"/>
                  </a:cubicBezTo>
                  <a:cubicBezTo>
                    <a:pt x="5990" y="8503"/>
                    <a:pt x="6544" y="7986"/>
                    <a:pt x="6951" y="7357"/>
                  </a:cubicBezTo>
                  <a:cubicBezTo>
                    <a:pt x="7321" y="6692"/>
                    <a:pt x="7543" y="5915"/>
                    <a:pt x="7543" y="5065"/>
                  </a:cubicBezTo>
                  <a:cubicBezTo>
                    <a:pt x="7543" y="4474"/>
                    <a:pt x="7432" y="3882"/>
                    <a:pt x="7210" y="3254"/>
                  </a:cubicBezTo>
                  <a:cubicBezTo>
                    <a:pt x="6544" y="1331"/>
                    <a:pt x="4918" y="0"/>
                    <a:pt x="3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53"/>
            <p:cNvSpPr/>
            <p:nvPr/>
          </p:nvSpPr>
          <p:spPr>
            <a:xfrm>
              <a:off x="1268725" y="2939350"/>
              <a:ext cx="169150" cy="178300"/>
            </a:xfrm>
            <a:custGeom>
              <a:rect b="b" l="l" r="r" t="t"/>
              <a:pathLst>
                <a:path extrusionOk="0" h="7132" w="6766">
                  <a:moveTo>
                    <a:pt x="2950" y="0"/>
                  </a:moveTo>
                  <a:cubicBezTo>
                    <a:pt x="2692" y="0"/>
                    <a:pt x="2434" y="41"/>
                    <a:pt x="2182" y="127"/>
                  </a:cubicBezTo>
                  <a:cubicBezTo>
                    <a:pt x="703" y="645"/>
                    <a:pt x="0" y="2604"/>
                    <a:pt x="666" y="4527"/>
                  </a:cubicBezTo>
                  <a:cubicBezTo>
                    <a:pt x="1221" y="6099"/>
                    <a:pt x="2546" y="7131"/>
                    <a:pt x="3829" y="7131"/>
                  </a:cubicBezTo>
                  <a:cubicBezTo>
                    <a:pt x="4085" y="7131"/>
                    <a:pt x="4339" y="7090"/>
                    <a:pt x="4585" y="7004"/>
                  </a:cubicBezTo>
                  <a:cubicBezTo>
                    <a:pt x="6101" y="6486"/>
                    <a:pt x="6766" y="4490"/>
                    <a:pt x="6101" y="2604"/>
                  </a:cubicBezTo>
                  <a:cubicBezTo>
                    <a:pt x="5546" y="1032"/>
                    <a:pt x="4246" y="0"/>
                    <a:pt x="29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53"/>
            <p:cNvSpPr/>
            <p:nvPr/>
          </p:nvSpPr>
          <p:spPr>
            <a:xfrm>
              <a:off x="1271500" y="2931425"/>
              <a:ext cx="163625" cy="194125"/>
            </a:xfrm>
            <a:custGeom>
              <a:rect b="b" l="l" r="r" t="t"/>
              <a:pathLst>
                <a:path extrusionOk="0" h="7765" w="6545">
                  <a:moveTo>
                    <a:pt x="2847" y="629"/>
                  </a:moveTo>
                  <a:cubicBezTo>
                    <a:pt x="3956" y="629"/>
                    <a:pt x="5176" y="1553"/>
                    <a:pt x="5694" y="3032"/>
                  </a:cubicBezTo>
                  <a:cubicBezTo>
                    <a:pt x="5879" y="3476"/>
                    <a:pt x="5953" y="3957"/>
                    <a:pt x="5953" y="4400"/>
                  </a:cubicBezTo>
                  <a:cubicBezTo>
                    <a:pt x="5953" y="5029"/>
                    <a:pt x="5805" y="5583"/>
                    <a:pt x="5509" y="6064"/>
                  </a:cubicBezTo>
                  <a:cubicBezTo>
                    <a:pt x="5250" y="6508"/>
                    <a:pt x="4843" y="6840"/>
                    <a:pt x="4363" y="7025"/>
                  </a:cubicBezTo>
                  <a:cubicBezTo>
                    <a:pt x="4141" y="7099"/>
                    <a:pt x="3919" y="7136"/>
                    <a:pt x="3697" y="7136"/>
                  </a:cubicBezTo>
                  <a:cubicBezTo>
                    <a:pt x="2588" y="7136"/>
                    <a:pt x="1368" y="6212"/>
                    <a:pt x="851" y="4733"/>
                  </a:cubicBezTo>
                  <a:cubicBezTo>
                    <a:pt x="703" y="4252"/>
                    <a:pt x="629" y="3809"/>
                    <a:pt x="629" y="3365"/>
                  </a:cubicBezTo>
                  <a:cubicBezTo>
                    <a:pt x="629" y="2736"/>
                    <a:pt x="777" y="2145"/>
                    <a:pt x="1035" y="1701"/>
                  </a:cubicBezTo>
                  <a:cubicBezTo>
                    <a:pt x="1331" y="1258"/>
                    <a:pt x="1701" y="888"/>
                    <a:pt x="2182" y="740"/>
                  </a:cubicBezTo>
                  <a:cubicBezTo>
                    <a:pt x="2403" y="666"/>
                    <a:pt x="2625" y="629"/>
                    <a:pt x="2847" y="629"/>
                  </a:cubicBezTo>
                  <a:close/>
                  <a:moveTo>
                    <a:pt x="2847" y="1"/>
                  </a:moveTo>
                  <a:cubicBezTo>
                    <a:pt x="2551" y="1"/>
                    <a:pt x="2255" y="38"/>
                    <a:pt x="1997" y="149"/>
                  </a:cubicBezTo>
                  <a:cubicBezTo>
                    <a:pt x="1368" y="370"/>
                    <a:pt x="851" y="814"/>
                    <a:pt x="518" y="1369"/>
                  </a:cubicBezTo>
                  <a:cubicBezTo>
                    <a:pt x="185" y="1960"/>
                    <a:pt x="0" y="2626"/>
                    <a:pt x="0" y="3365"/>
                  </a:cubicBezTo>
                  <a:cubicBezTo>
                    <a:pt x="0" y="3883"/>
                    <a:pt x="74" y="4400"/>
                    <a:pt x="259" y="4918"/>
                  </a:cubicBezTo>
                  <a:cubicBezTo>
                    <a:pt x="851" y="6618"/>
                    <a:pt x="2255" y="7728"/>
                    <a:pt x="3697" y="7765"/>
                  </a:cubicBezTo>
                  <a:cubicBezTo>
                    <a:pt x="3993" y="7765"/>
                    <a:pt x="4289" y="7691"/>
                    <a:pt x="4585" y="7617"/>
                  </a:cubicBezTo>
                  <a:cubicBezTo>
                    <a:pt x="5213" y="7395"/>
                    <a:pt x="5694" y="6951"/>
                    <a:pt x="6063" y="6360"/>
                  </a:cubicBezTo>
                  <a:cubicBezTo>
                    <a:pt x="6396" y="5805"/>
                    <a:pt x="6544" y="5103"/>
                    <a:pt x="6544" y="4400"/>
                  </a:cubicBezTo>
                  <a:cubicBezTo>
                    <a:pt x="6544" y="3883"/>
                    <a:pt x="6470" y="3365"/>
                    <a:pt x="6285" y="2810"/>
                  </a:cubicBezTo>
                  <a:cubicBezTo>
                    <a:pt x="5694" y="1147"/>
                    <a:pt x="4326" y="1"/>
                    <a:pt x="28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53"/>
            <p:cNvSpPr/>
            <p:nvPr/>
          </p:nvSpPr>
          <p:spPr>
            <a:xfrm>
              <a:off x="1540450" y="2960750"/>
              <a:ext cx="151600" cy="159500"/>
            </a:xfrm>
            <a:custGeom>
              <a:rect b="b" l="l" r="r" t="t"/>
              <a:pathLst>
                <a:path extrusionOk="0" h="6380" w="6064">
                  <a:moveTo>
                    <a:pt x="2656" y="1"/>
                  </a:moveTo>
                  <a:cubicBezTo>
                    <a:pt x="2420" y="1"/>
                    <a:pt x="2187" y="40"/>
                    <a:pt x="1960" y="122"/>
                  </a:cubicBezTo>
                  <a:cubicBezTo>
                    <a:pt x="629" y="565"/>
                    <a:pt x="1" y="2340"/>
                    <a:pt x="592" y="4041"/>
                  </a:cubicBezTo>
                  <a:cubicBezTo>
                    <a:pt x="1083" y="5452"/>
                    <a:pt x="2262" y="6379"/>
                    <a:pt x="3409" y="6379"/>
                  </a:cubicBezTo>
                  <a:cubicBezTo>
                    <a:pt x="3644" y="6379"/>
                    <a:pt x="3878" y="6341"/>
                    <a:pt x="4104" y="6259"/>
                  </a:cubicBezTo>
                  <a:cubicBezTo>
                    <a:pt x="5435" y="5778"/>
                    <a:pt x="6064" y="4041"/>
                    <a:pt x="5472" y="2340"/>
                  </a:cubicBezTo>
                  <a:cubicBezTo>
                    <a:pt x="4981" y="928"/>
                    <a:pt x="3803" y="1"/>
                    <a:pt x="26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53"/>
            <p:cNvSpPr/>
            <p:nvPr/>
          </p:nvSpPr>
          <p:spPr>
            <a:xfrm>
              <a:off x="1542300" y="2952675"/>
              <a:ext cx="147900" cy="174725"/>
            </a:xfrm>
            <a:custGeom>
              <a:rect b="b" l="l" r="r" t="t"/>
              <a:pathLst>
                <a:path extrusionOk="0" h="6989" w="5916">
                  <a:moveTo>
                    <a:pt x="2589" y="629"/>
                  </a:moveTo>
                  <a:cubicBezTo>
                    <a:pt x="3550" y="629"/>
                    <a:pt x="4659" y="1443"/>
                    <a:pt x="5103" y="2774"/>
                  </a:cubicBezTo>
                  <a:cubicBezTo>
                    <a:pt x="5250" y="3180"/>
                    <a:pt x="5324" y="3587"/>
                    <a:pt x="5324" y="3957"/>
                  </a:cubicBezTo>
                  <a:cubicBezTo>
                    <a:pt x="5324" y="4511"/>
                    <a:pt x="5177" y="5029"/>
                    <a:pt x="4918" y="5436"/>
                  </a:cubicBezTo>
                  <a:cubicBezTo>
                    <a:pt x="4696" y="5842"/>
                    <a:pt x="4363" y="6138"/>
                    <a:pt x="3920" y="6286"/>
                  </a:cubicBezTo>
                  <a:cubicBezTo>
                    <a:pt x="3735" y="6360"/>
                    <a:pt x="3550" y="6397"/>
                    <a:pt x="3328" y="6397"/>
                  </a:cubicBezTo>
                  <a:cubicBezTo>
                    <a:pt x="2367" y="6397"/>
                    <a:pt x="1258" y="5547"/>
                    <a:pt x="814" y="4253"/>
                  </a:cubicBezTo>
                  <a:cubicBezTo>
                    <a:pt x="666" y="3846"/>
                    <a:pt x="592" y="3439"/>
                    <a:pt x="592" y="3033"/>
                  </a:cubicBezTo>
                  <a:cubicBezTo>
                    <a:pt x="592" y="2478"/>
                    <a:pt x="740" y="1960"/>
                    <a:pt x="999" y="1554"/>
                  </a:cubicBezTo>
                  <a:cubicBezTo>
                    <a:pt x="1221" y="1184"/>
                    <a:pt x="1553" y="888"/>
                    <a:pt x="1997" y="740"/>
                  </a:cubicBezTo>
                  <a:cubicBezTo>
                    <a:pt x="2182" y="666"/>
                    <a:pt x="2367" y="629"/>
                    <a:pt x="2589" y="629"/>
                  </a:cubicBezTo>
                  <a:close/>
                  <a:moveTo>
                    <a:pt x="2589" y="1"/>
                  </a:moveTo>
                  <a:cubicBezTo>
                    <a:pt x="2330" y="1"/>
                    <a:pt x="2034" y="38"/>
                    <a:pt x="1775" y="149"/>
                  </a:cubicBezTo>
                  <a:cubicBezTo>
                    <a:pt x="1221" y="334"/>
                    <a:pt x="777" y="740"/>
                    <a:pt x="444" y="1258"/>
                  </a:cubicBezTo>
                  <a:cubicBezTo>
                    <a:pt x="149" y="1776"/>
                    <a:pt x="1" y="2404"/>
                    <a:pt x="1" y="3033"/>
                  </a:cubicBezTo>
                  <a:cubicBezTo>
                    <a:pt x="1" y="3513"/>
                    <a:pt x="75" y="3994"/>
                    <a:pt x="222" y="4437"/>
                  </a:cubicBezTo>
                  <a:cubicBezTo>
                    <a:pt x="777" y="5953"/>
                    <a:pt x="2034" y="6988"/>
                    <a:pt x="3328" y="6988"/>
                  </a:cubicBezTo>
                  <a:cubicBezTo>
                    <a:pt x="3624" y="6988"/>
                    <a:pt x="3883" y="6951"/>
                    <a:pt x="4141" y="6878"/>
                  </a:cubicBezTo>
                  <a:cubicBezTo>
                    <a:pt x="4696" y="6656"/>
                    <a:pt x="5177" y="6249"/>
                    <a:pt x="5472" y="5768"/>
                  </a:cubicBezTo>
                  <a:cubicBezTo>
                    <a:pt x="5768" y="5251"/>
                    <a:pt x="5916" y="4622"/>
                    <a:pt x="5916" y="3957"/>
                  </a:cubicBezTo>
                  <a:cubicBezTo>
                    <a:pt x="5916" y="3513"/>
                    <a:pt x="5842" y="3033"/>
                    <a:pt x="5694" y="2552"/>
                  </a:cubicBezTo>
                  <a:cubicBezTo>
                    <a:pt x="5140" y="1036"/>
                    <a:pt x="3883" y="1"/>
                    <a:pt x="25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53"/>
            <p:cNvSpPr/>
            <p:nvPr/>
          </p:nvSpPr>
          <p:spPr>
            <a:xfrm>
              <a:off x="1551550" y="2972325"/>
              <a:ext cx="129425" cy="136350"/>
            </a:xfrm>
            <a:custGeom>
              <a:rect b="b" l="l" r="r" t="t"/>
              <a:pathLst>
                <a:path extrusionOk="0" h="5454" w="5177">
                  <a:moveTo>
                    <a:pt x="2260" y="1"/>
                  </a:moveTo>
                  <a:cubicBezTo>
                    <a:pt x="2059" y="1"/>
                    <a:pt x="1858" y="33"/>
                    <a:pt x="1664" y="102"/>
                  </a:cubicBezTo>
                  <a:cubicBezTo>
                    <a:pt x="518" y="472"/>
                    <a:pt x="0" y="1988"/>
                    <a:pt x="518" y="3430"/>
                  </a:cubicBezTo>
                  <a:cubicBezTo>
                    <a:pt x="917" y="4659"/>
                    <a:pt x="1930" y="5454"/>
                    <a:pt x="2918" y="5454"/>
                  </a:cubicBezTo>
                  <a:cubicBezTo>
                    <a:pt x="3119" y="5454"/>
                    <a:pt x="3319" y="5421"/>
                    <a:pt x="3513" y="5352"/>
                  </a:cubicBezTo>
                  <a:cubicBezTo>
                    <a:pt x="4659" y="4945"/>
                    <a:pt x="5176" y="3430"/>
                    <a:pt x="4659" y="1988"/>
                  </a:cubicBezTo>
                  <a:cubicBezTo>
                    <a:pt x="4259" y="790"/>
                    <a:pt x="3248" y="1"/>
                    <a:pt x="22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53"/>
            <p:cNvSpPr/>
            <p:nvPr/>
          </p:nvSpPr>
          <p:spPr>
            <a:xfrm>
              <a:off x="1551550" y="2963775"/>
              <a:ext cx="129425" cy="152525"/>
            </a:xfrm>
            <a:custGeom>
              <a:rect b="b" l="l" r="r" t="t"/>
              <a:pathLst>
                <a:path extrusionOk="0" h="6101" w="5177">
                  <a:moveTo>
                    <a:pt x="2256" y="629"/>
                  </a:moveTo>
                  <a:cubicBezTo>
                    <a:pt x="3069" y="629"/>
                    <a:pt x="3993" y="1332"/>
                    <a:pt x="4400" y="2441"/>
                  </a:cubicBezTo>
                  <a:cubicBezTo>
                    <a:pt x="4511" y="2773"/>
                    <a:pt x="4548" y="3143"/>
                    <a:pt x="4548" y="3439"/>
                  </a:cubicBezTo>
                  <a:cubicBezTo>
                    <a:pt x="4548" y="3920"/>
                    <a:pt x="4437" y="4363"/>
                    <a:pt x="4252" y="4696"/>
                  </a:cubicBezTo>
                  <a:cubicBezTo>
                    <a:pt x="4030" y="5029"/>
                    <a:pt x="3771" y="5287"/>
                    <a:pt x="3402" y="5398"/>
                  </a:cubicBezTo>
                  <a:cubicBezTo>
                    <a:pt x="3254" y="5472"/>
                    <a:pt x="3069" y="5472"/>
                    <a:pt x="2921" y="5472"/>
                  </a:cubicBezTo>
                  <a:cubicBezTo>
                    <a:pt x="2901" y="5473"/>
                    <a:pt x="2880" y="5474"/>
                    <a:pt x="2859" y="5474"/>
                  </a:cubicBezTo>
                  <a:cubicBezTo>
                    <a:pt x="2062" y="5474"/>
                    <a:pt x="1174" y="4779"/>
                    <a:pt x="814" y="3698"/>
                  </a:cubicBezTo>
                  <a:cubicBezTo>
                    <a:pt x="666" y="3328"/>
                    <a:pt x="629" y="2995"/>
                    <a:pt x="629" y="2663"/>
                  </a:cubicBezTo>
                  <a:cubicBezTo>
                    <a:pt x="629" y="2182"/>
                    <a:pt x="740" y="1775"/>
                    <a:pt x="925" y="1442"/>
                  </a:cubicBezTo>
                  <a:cubicBezTo>
                    <a:pt x="1146" y="1073"/>
                    <a:pt x="1405" y="851"/>
                    <a:pt x="1775" y="703"/>
                  </a:cubicBezTo>
                  <a:cubicBezTo>
                    <a:pt x="1923" y="666"/>
                    <a:pt x="2108" y="629"/>
                    <a:pt x="2256" y="629"/>
                  </a:cubicBezTo>
                  <a:close/>
                  <a:moveTo>
                    <a:pt x="2256" y="1"/>
                  </a:moveTo>
                  <a:cubicBezTo>
                    <a:pt x="2034" y="1"/>
                    <a:pt x="1812" y="75"/>
                    <a:pt x="1590" y="149"/>
                  </a:cubicBezTo>
                  <a:cubicBezTo>
                    <a:pt x="1073" y="296"/>
                    <a:pt x="666" y="666"/>
                    <a:pt x="407" y="1110"/>
                  </a:cubicBezTo>
                  <a:cubicBezTo>
                    <a:pt x="148" y="1553"/>
                    <a:pt x="0" y="2108"/>
                    <a:pt x="0" y="2663"/>
                  </a:cubicBezTo>
                  <a:cubicBezTo>
                    <a:pt x="0" y="3069"/>
                    <a:pt x="74" y="3476"/>
                    <a:pt x="222" y="3883"/>
                  </a:cubicBezTo>
                  <a:cubicBezTo>
                    <a:pt x="666" y="5214"/>
                    <a:pt x="1775" y="6101"/>
                    <a:pt x="2921" y="6101"/>
                  </a:cubicBezTo>
                  <a:cubicBezTo>
                    <a:pt x="3143" y="6101"/>
                    <a:pt x="3402" y="6064"/>
                    <a:pt x="3623" y="5990"/>
                  </a:cubicBezTo>
                  <a:cubicBezTo>
                    <a:pt x="4104" y="5805"/>
                    <a:pt x="4511" y="5472"/>
                    <a:pt x="4770" y="4992"/>
                  </a:cubicBezTo>
                  <a:cubicBezTo>
                    <a:pt x="5028" y="4548"/>
                    <a:pt x="5176" y="4030"/>
                    <a:pt x="5176" y="3439"/>
                  </a:cubicBezTo>
                  <a:cubicBezTo>
                    <a:pt x="5176" y="3069"/>
                    <a:pt x="5102" y="2626"/>
                    <a:pt x="4954" y="2219"/>
                  </a:cubicBezTo>
                  <a:cubicBezTo>
                    <a:pt x="4511" y="925"/>
                    <a:pt x="3439" y="38"/>
                    <a:pt x="22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53"/>
            <p:cNvSpPr/>
            <p:nvPr/>
          </p:nvSpPr>
          <p:spPr>
            <a:xfrm>
              <a:off x="4390900" y="2603325"/>
              <a:ext cx="29600" cy="247725"/>
            </a:xfrm>
            <a:custGeom>
              <a:rect b="b" l="l" r="r" t="t"/>
              <a:pathLst>
                <a:path extrusionOk="0" h="9909" w="1184">
                  <a:moveTo>
                    <a:pt x="0" y="0"/>
                  </a:moveTo>
                  <a:lnTo>
                    <a:pt x="0" y="9908"/>
                  </a:lnTo>
                  <a:lnTo>
                    <a:pt x="1183" y="9908"/>
                  </a:lnTo>
                  <a:lnTo>
                    <a:pt x="11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53"/>
            <p:cNvSpPr/>
            <p:nvPr/>
          </p:nvSpPr>
          <p:spPr>
            <a:xfrm>
              <a:off x="4291075" y="2603325"/>
              <a:ext cx="28675" cy="247725"/>
            </a:xfrm>
            <a:custGeom>
              <a:rect b="b" l="l" r="r" t="t"/>
              <a:pathLst>
                <a:path extrusionOk="0" h="9909" w="1147">
                  <a:moveTo>
                    <a:pt x="0" y="0"/>
                  </a:moveTo>
                  <a:lnTo>
                    <a:pt x="0" y="9908"/>
                  </a:lnTo>
                  <a:lnTo>
                    <a:pt x="1146" y="9908"/>
                  </a:lnTo>
                  <a:lnTo>
                    <a:pt x="11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53"/>
            <p:cNvSpPr/>
            <p:nvPr/>
          </p:nvSpPr>
          <p:spPr>
            <a:xfrm>
              <a:off x="4190325" y="2603325"/>
              <a:ext cx="29600" cy="247725"/>
            </a:xfrm>
            <a:custGeom>
              <a:rect b="b" l="l" r="r" t="t"/>
              <a:pathLst>
                <a:path extrusionOk="0" h="9909" w="1184">
                  <a:moveTo>
                    <a:pt x="0" y="0"/>
                  </a:moveTo>
                  <a:lnTo>
                    <a:pt x="0" y="9908"/>
                  </a:lnTo>
                  <a:lnTo>
                    <a:pt x="1183" y="9908"/>
                  </a:lnTo>
                  <a:lnTo>
                    <a:pt x="11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53"/>
            <p:cNvSpPr/>
            <p:nvPr/>
          </p:nvSpPr>
          <p:spPr>
            <a:xfrm>
              <a:off x="4090500" y="2603325"/>
              <a:ext cx="28675" cy="247725"/>
            </a:xfrm>
            <a:custGeom>
              <a:rect b="b" l="l" r="r" t="t"/>
              <a:pathLst>
                <a:path extrusionOk="0" h="9909" w="1147">
                  <a:moveTo>
                    <a:pt x="1" y="0"/>
                  </a:moveTo>
                  <a:lnTo>
                    <a:pt x="1" y="9908"/>
                  </a:lnTo>
                  <a:lnTo>
                    <a:pt x="1147" y="9908"/>
                  </a:lnTo>
                  <a:lnTo>
                    <a:pt x="11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53"/>
            <p:cNvSpPr/>
            <p:nvPr/>
          </p:nvSpPr>
          <p:spPr>
            <a:xfrm>
              <a:off x="4561875" y="2950850"/>
              <a:ext cx="378050" cy="36050"/>
            </a:xfrm>
            <a:custGeom>
              <a:rect b="b" l="l" r="r" t="t"/>
              <a:pathLst>
                <a:path extrusionOk="0" h="1442" w="15122">
                  <a:moveTo>
                    <a:pt x="703" y="0"/>
                  </a:moveTo>
                  <a:cubicBezTo>
                    <a:pt x="333" y="0"/>
                    <a:pt x="1" y="333"/>
                    <a:pt x="1" y="739"/>
                  </a:cubicBezTo>
                  <a:cubicBezTo>
                    <a:pt x="1" y="1109"/>
                    <a:pt x="333" y="1442"/>
                    <a:pt x="703" y="1442"/>
                  </a:cubicBezTo>
                  <a:lnTo>
                    <a:pt x="14419" y="1442"/>
                  </a:lnTo>
                  <a:cubicBezTo>
                    <a:pt x="14789" y="1442"/>
                    <a:pt x="15122" y="1109"/>
                    <a:pt x="15122" y="739"/>
                  </a:cubicBezTo>
                  <a:cubicBezTo>
                    <a:pt x="15122" y="333"/>
                    <a:pt x="14789" y="0"/>
                    <a:pt x="144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53"/>
            <p:cNvSpPr/>
            <p:nvPr/>
          </p:nvSpPr>
          <p:spPr>
            <a:xfrm>
              <a:off x="4561875" y="3063600"/>
              <a:ext cx="378050" cy="35150"/>
            </a:xfrm>
            <a:custGeom>
              <a:rect b="b" l="l" r="r" t="t"/>
              <a:pathLst>
                <a:path extrusionOk="0" h="1406" w="15122">
                  <a:moveTo>
                    <a:pt x="703" y="0"/>
                  </a:moveTo>
                  <a:cubicBezTo>
                    <a:pt x="333" y="0"/>
                    <a:pt x="1" y="296"/>
                    <a:pt x="1" y="703"/>
                  </a:cubicBezTo>
                  <a:cubicBezTo>
                    <a:pt x="1" y="1073"/>
                    <a:pt x="333" y="1405"/>
                    <a:pt x="703" y="1405"/>
                  </a:cubicBezTo>
                  <a:lnTo>
                    <a:pt x="14419" y="1405"/>
                  </a:lnTo>
                  <a:cubicBezTo>
                    <a:pt x="14789" y="1405"/>
                    <a:pt x="15122" y="1073"/>
                    <a:pt x="15122" y="703"/>
                  </a:cubicBezTo>
                  <a:cubicBezTo>
                    <a:pt x="15122" y="296"/>
                    <a:pt x="14789" y="0"/>
                    <a:pt x="144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53"/>
            <p:cNvSpPr/>
            <p:nvPr/>
          </p:nvSpPr>
          <p:spPr>
            <a:xfrm>
              <a:off x="2656050" y="3012775"/>
              <a:ext cx="159925" cy="146050"/>
            </a:xfrm>
            <a:custGeom>
              <a:rect b="b" l="l" r="r" t="t"/>
              <a:pathLst>
                <a:path extrusionOk="0" h="5842" w="6397">
                  <a:moveTo>
                    <a:pt x="3217" y="0"/>
                  </a:moveTo>
                  <a:cubicBezTo>
                    <a:pt x="1442" y="0"/>
                    <a:pt x="0" y="1331"/>
                    <a:pt x="0" y="2921"/>
                  </a:cubicBezTo>
                  <a:cubicBezTo>
                    <a:pt x="0" y="4547"/>
                    <a:pt x="1442" y="5841"/>
                    <a:pt x="3217" y="5841"/>
                  </a:cubicBezTo>
                  <a:cubicBezTo>
                    <a:pt x="4954" y="5841"/>
                    <a:pt x="6396" y="4547"/>
                    <a:pt x="6396" y="2921"/>
                  </a:cubicBezTo>
                  <a:cubicBezTo>
                    <a:pt x="6396" y="1331"/>
                    <a:pt x="4954" y="0"/>
                    <a:pt x="32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53"/>
            <p:cNvSpPr/>
            <p:nvPr/>
          </p:nvSpPr>
          <p:spPr>
            <a:xfrm>
              <a:off x="2648650" y="3005375"/>
              <a:ext cx="174700" cy="161775"/>
            </a:xfrm>
            <a:custGeom>
              <a:rect b="b" l="l" r="r" t="t"/>
              <a:pathLst>
                <a:path extrusionOk="0" h="6471" w="6988">
                  <a:moveTo>
                    <a:pt x="3513" y="629"/>
                  </a:moveTo>
                  <a:cubicBezTo>
                    <a:pt x="4289" y="629"/>
                    <a:pt x="5028" y="925"/>
                    <a:pt x="5546" y="1368"/>
                  </a:cubicBezTo>
                  <a:cubicBezTo>
                    <a:pt x="6064" y="1849"/>
                    <a:pt x="6359" y="2514"/>
                    <a:pt x="6359" y="3217"/>
                  </a:cubicBezTo>
                  <a:cubicBezTo>
                    <a:pt x="6359" y="3919"/>
                    <a:pt x="6064" y="4585"/>
                    <a:pt x="5546" y="5065"/>
                  </a:cubicBezTo>
                  <a:cubicBezTo>
                    <a:pt x="5028" y="5546"/>
                    <a:pt x="4289" y="5842"/>
                    <a:pt x="3513" y="5842"/>
                  </a:cubicBezTo>
                  <a:cubicBezTo>
                    <a:pt x="2699" y="5842"/>
                    <a:pt x="1960" y="5546"/>
                    <a:pt x="1442" y="5065"/>
                  </a:cubicBezTo>
                  <a:cubicBezTo>
                    <a:pt x="925" y="4585"/>
                    <a:pt x="629" y="3919"/>
                    <a:pt x="629" y="3217"/>
                  </a:cubicBezTo>
                  <a:cubicBezTo>
                    <a:pt x="629" y="2514"/>
                    <a:pt x="925" y="1849"/>
                    <a:pt x="1442" y="1368"/>
                  </a:cubicBezTo>
                  <a:cubicBezTo>
                    <a:pt x="1960" y="925"/>
                    <a:pt x="2699" y="629"/>
                    <a:pt x="3513" y="629"/>
                  </a:cubicBezTo>
                  <a:close/>
                  <a:moveTo>
                    <a:pt x="3513" y="0"/>
                  </a:moveTo>
                  <a:cubicBezTo>
                    <a:pt x="2551" y="0"/>
                    <a:pt x="1664" y="333"/>
                    <a:pt x="1036" y="925"/>
                  </a:cubicBezTo>
                  <a:cubicBezTo>
                    <a:pt x="407" y="1516"/>
                    <a:pt x="0" y="2329"/>
                    <a:pt x="0" y="3217"/>
                  </a:cubicBezTo>
                  <a:cubicBezTo>
                    <a:pt x="0" y="4104"/>
                    <a:pt x="407" y="4917"/>
                    <a:pt x="1036" y="5509"/>
                  </a:cubicBezTo>
                  <a:cubicBezTo>
                    <a:pt x="1664" y="6100"/>
                    <a:pt x="2551" y="6470"/>
                    <a:pt x="3513" y="6470"/>
                  </a:cubicBezTo>
                  <a:cubicBezTo>
                    <a:pt x="4437" y="6470"/>
                    <a:pt x="5324" y="6100"/>
                    <a:pt x="5953" y="5509"/>
                  </a:cubicBezTo>
                  <a:cubicBezTo>
                    <a:pt x="6581" y="4917"/>
                    <a:pt x="6988" y="4104"/>
                    <a:pt x="6988" y="3217"/>
                  </a:cubicBezTo>
                  <a:cubicBezTo>
                    <a:pt x="6988" y="2329"/>
                    <a:pt x="6581" y="1516"/>
                    <a:pt x="5953" y="925"/>
                  </a:cubicBezTo>
                  <a:cubicBezTo>
                    <a:pt x="5324" y="333"/>
                    <a:pt x="4437" y="0"/>
                    <a:pt x="35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53"/>
            <p:cNvSpPr/>
            <p:nvPr/>
          </p:nvSpPr>
          <p:spPr>
            <a:xfrm>
              <a:off x="2644950" y="3225350"/>
              <a:ext cx="159000" cy="146050"/>
            </a:xfrm>
            <a:custGeom>
              <a:rect b="b" l="l" r="r" t="t"/>
              <a:pathLst>
                <a:path extrusionOk="0" h="5842" w="6360">
                  <a:moveTo>
                    <a:pt x="3180" y="0"/>
                  </a:moveTo>
                  <a:cubicBezTo>
                    <a:pt x="1405" y="0"/>
                    <a:pt x="1" y="1294"/>
                    <a:pt x="1" y="2921"/>
                  </a:cubicBezTo>
                  <a:cubicBezTo>
                    <a:pt x="1" y="4548"/>
                    <a:pt x="1405" y="5842"/>
                    <a:pt x="3180" y="5842"/>
                  </a:cubicBezTo>
                  <a:cubicBezTo>
                    <a:pt x="4918" y="5842"/>
                    <a:pt x="6360" y="4548"/>
                    <a:pt x="6360" y="2921"/>
                  </a:cubicBezTo>
                  <a:cubicBezTo>
                    <a:pt x="6360" y="1294"/>
                    <a:pt x="4918" y="0"/>
                    <a:pt x="3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53"/>
            <p:cNvSpPr/>
            <p:nvPr/>
          </p:nvSpPr>
          <p:spPr>
            <a:xfrm>
              <a:off x="2636625" y="3217950"/>
              <a:ext cx="174725" cy="160850"/>
            </a:xfrm>
            <a:custGeom>
              <a:rect b="b" l="l" r="r" t="t"/>
              <a:pathLst>
                <a:path extrusionOk="0" h="6434" w="6989">
                  <a:moveTo>
                    <a:pt x="3513" y="592"/>
                  </a:moveTo>
                  <a:cubicBezTo>
                    <a:pt x="4289" y="592"/>
                    <a:pt x="5029" y="888"/>
                    <a:pt x="5546" y="1368"/>
                  </a:cubicBezTo>
                  <a:cubicBezTo>
                    <a:pt x="6064" y="1849"/>
                    <a:pt x="6397" y="2515"/>
                    <a:pt x="6397" y="3217"/>
                  </a:cubicBezTo>
                  <a:cubicBezTo>
                    <a:pt x="6397" y="3919"/>
                    <a:pt x="6064" y="4585"/>
                    <a:pt x="5546" y="5066"/>
                  </a:cubicBezTo>
                  <a:cubicBezTo>
                    <a:pt x="5029" y="5546"/>
                    <a:pt x="4289" y="5842"/>
                    <a:pt x="3513" y="5842"/>
                  </a:cubicBezTo>
                  <a:cubicBezTo>
                    <a:pt x="2700" y="5842"/>
                    <a:pt x="1960" y="5546"/>
                    <a:pt x="1443" y="5066"/>
                  </a:cubicBezTo>
                  <a:cubicBezTo>
                    <a:pt x="925" y="4585"/>
                    <a:pt x="629" y="3919"/>
                    <a:pt x="629" y="3217"/>
                  </a:cubicBezTo>
                  <a:cubicBezTo>
                    <a:pt x="629" y="2515"/>
                    <a:pt x="925" y="1849"/>
                    <a:pt x="1443" y="1368"/>
                  </a:cubicBezTo>
                  <a:cubicBezTo>
                    <a:pt x="1960" y="888"/>
                    <a:pt x="2700" y="592"/>
                    <a:pt x="3513" y="592"/>
                  </a:cubicBezTo>
                  <a:close/>
                  <a:moveTo>
                    <a:pt x="3513" y="1"/>
                  </a:moveTo>
                  <a:cubicBezTo>
                    <a:pt x="2552" y="1"/>
                    <a:pt x="1665" y="333"/>
                    <a:pt x="1036" y="925"/>
                  </a:cubicBezTo>
                  <a:cubicBezTo>
                    <a:pt x="408" y="1516"/>
                    <a:pt x="1" y="2330"/>
                    <a:pt x="1" y="3217"/>
                  </a:cubicBezTo>
                  <a:cubicBezTo>
                    <a:pt x="1" y="4104"/>
                    <a:pt x="408" y="4918"/>
                    <a:pt x="1036" y="5509"/>
                  </a:cubicBezTo>
                  <a:cubicBezTo>
                    <a:pt x="1665" y="6101"/>
                    <a:pt x="2552" y="6433"/>
                    <a:pt x="3513" y="6433"/>
                  </a:cubicBezTo>
                  <a:cubicBezTo>
                    <a:pt x="4474" y="6433"/>
                    <a:pt x="5325" y="6101"/>
                    <a:pt x="5953" y="5509"/>
                  </a:cubicBezTo>
                  <a:cubicBezTo>
                    <a:pt x="6582" y="4918"/>
                    <a:pt x="6988" y="4104"/>
                    <a:pt x="6988" y="3217"/>
                  </a:cubicBezTo>
                  <a:cubicBezTo>
                    <a:pt x="6988" y="2330"/>
                    <a:pt x="6582" y="1516"/>
                    <a:pt x="5953" y="925"/>
                  </a:cubicBezTo>
                  <a:cubicBezTo>
                    <a:pt x="5325" y="333"/>
                    <a:pt x="4474" y="1"/>
                    <a:pt x="3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53"/>
            <p:cNvSpPr/>
            <p:nvPr/>
          </p:nvSpPr>
          <p:spPr>
            <a:xfrm>
              <a:off x="2618150" y="3425000"/>
              <a:ext cx="159925" cy="146050"/>
            </a:xfrm>
            <a:custGeom>
              <a:rect b="b" l="l" r="r" t="t"/>
              <a:pathLst>
                <a:path extrusionOk="0" h="5842" w="6397">
                  <a:moveTo>
                    <a:pt x="3217" y="0"/>
                  </a:moveTo>
                  <a:cubicBezTo>
                    <a:pt x="1442" y="0"/>
                    <a:pt x="0" y="1331"/>
                    <a:pt x="0" y="2921"/>
                  </a:cubicBezTo>
                  <a:cubicBezTo>
                    <a:pt x="0" y="4547"/>
                    <a:pt x="1442" y="5841"/>
                    <a:pt x="3217" y="5841"/>
                  </a:cubicBezTo>
                  <a:cubicBezTo>
                    <a:pt x="4954" y="5841"/>
                    <a:pt x="6396" y="4547"/>
                    <a:pt x="6396" y="2921"/>
                  </a:cubicBezTo>
                  <a:cubicBezTo>
                    <a:pt x="6396" y="1331"/>
                    <a:pt x="4954" y="0"/>
                    <a:pt x="321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53"/>
            <p:cNvSpPr/>
            <p:nvPr/>
          </p:nvSpPr>
          <p:spPr>
            <a:xfrm>
              <a:off x="2610750" y="3417600"/>
              <a:ext cx="174725" cy="160850"/>
            </a:xfrm>
            <a:custGeom>
              <a:rect b="b" l="l" r="r" t="t"/>
              <a:pathLst>
                <a:path extrusionOk="0" h="6434" w="6989">
                  <a:moveTo>
                    <a:pt x="3513" y="592"/>
                  </a:moveTo>
                  <a:cubicBezTo>
                    <a:pt x="4289" y="592"/>
                    <a:pt x="5029" y="925"/>
                    <a:pt x="5546" y="1368"/>
                  </a:cubicBezTo>
                  <a:cubicBezTo>
                    <a:pt x="6064" y="1849"/>
                    <a:pt x="6360" y="2514"/>
                    <a:pt x="6360" y="3217"/>
                  </a:cubicBezTo>
                  <a:cubicBezTo>
                    <a:pt x="6360" y="3919"/>
                    <a:pt x="6064" y="4585"/>
                    <a:pt x="5546" y="5065"/>
                  </a:cubicBezTo>
                  <a:cubicBezTo>
                    <a:pt x="5029" y="5546"/>
                    <a:pt x="4289" y="5842"/>
                    <a:pt x="3513" y="5842"/>
                  </a:cubicBezTo>
                  <a:cubicBezTo>
                    <a:pt x="2700" y="5842"/>
                    <a:pt x="1960" y="5546"/>
                    <a:pt x="1443" y="5065"/>
                  </a:cubicBezTo>
                  <a:cubicBezTo>
                    <a:pt x="925" y="4585"/>
                    <a:pt x="629" y="3919"/>
                    <a:pt x="629" y="3217"/>
                  </a:cubicBezTo>
                  <a:cubicBezTo>
                    <a:pt x="629" y="2514"/>
                    <a:pt x="925" y="1849"/>
                    <a:pt x="1443" y="1368"/>
                  </a:cubicBezTo>
                  <a:cubicBezTo>
                    <a:pt x="1960" y="925"/>
                    <a:pt x="2700" y="592"/>
                    <a:pt x="3513" y="592"/>
                  </a:cubicBezTo>
                  <a:close/>
                  <a:moveTo>
                    <a:pt x="3513" y="0"/>
                  </a:moveTo>
                  <a:cubicBezTo>
                    <a:pt x="2552" y="0"/>
                    <a:pt x="1664" y="333"/>
                    <a:pt x="1036" y="925"/>
                  </a:cubicBezTo>
                  <a:cubicBezTo>
                    <a:pt x="407" y="1516"/>
                    <a:pt x="1" y="2329"/>
                    <a:pt x="1" y="3217"/>
                  </a:cubicBezTo>
                  <a:cubicBezTo>
                    <a:pt x="1" y="4104"/>
                    <a:pt x="407" y="4917"/>
                    <a:pt x="1036" y="5509"/>
                  </a:cubicBezTo>
                  <a:cubicBezTo>
                    <a:pt x="1664" y="6100"/>
                    <a:pt x="2552" y="6433"/>
                    <a:pt x="3513" y="6433"/>
                  </a:cubicBezTo>
                  <a:cubicBezTo>
                    <a:pt x="4437" y="6433"/>
                    <a:pt x="5324" y="6100"/>
                    <a:pt x="5953" y="5509"/>
                  </a:cubicBezTo>
                  <a:cubicBezTo>
                    <a:pt x="6581" y="4917"/>
                    <a:pt x="6988" y="4104"/>
                    <a:pt x="6988" y="3217"/>
                  </a:cubicBezTo>
                  <a:cubicBezTo>
                    <a:pt x="6988" y="2329"/>
                    <a:pt x="6581" y="1516"/>
                    <a:pt x="5953" y="925"/>
                  </a:cubicBezTo>
                  <a:cubicBezTo>
                    <a:pt x="5324" y="333"/>
                    <a:pt x="4437" y="0"/>
                    <a:pt x="35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53"/>
            <p:cNvSpPr/>
            <p:nvPr/>
          </p:nvSpPr>
          <p:spPr>
            <a:xfrm>
              <a:off x="5515725" y="3650500"/>
              <a:ext cx="855875" cy="1305100"/>
            </a:xfrm>
            <a:custGeom>
              <a:rect b="b" l="l" r="r" t="t"/>
              <a:pathLst>
                <a:path extrusionOk="0" h="52204" w="34235">
                  <a:moveTo>
                    <a:pt x="777" y="1"/>
                  </a:moveTo>
                  <a:lnTo>
                    <a:pt x="0" y="25769"/>
                  </a:lnTo>
                  <a:lnTo>
                    <a:pt x="34235" y="52204"/>
                  </a:lnTo>
                  <a:lnTo>
                    <a:pt x="34235" y="52204"/>
                  </a:lnTo>
                  <a:lnTo>
                    <a:pt x="34198" y="16527"/>
                  </a:lnTo>
                  <a:lnTo>
                    <a:pt x="7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53"/>
            <p:cNvSpPr/>
            <p:nvPr/>
          </p:nvSpPr>
          <p:spPr>
            <a:xfrm>
              <a:off x="5508325" y="3642975"/>
              <a:ext cx="871600" cy="1320100"/>
            </a:xfrm>
            <a:custGeom>
              <a:rect b="b" l="l" r="r" t="t"/>
              <a:pathLst>
                <a:path extrusionOk="0" h="52804" w="34864">
                  <a:moveTo>
                    <a:pt x="1368" y="782"/>
                  </a:moveTo>
                  <a:lnTo>
                    <a:pt x="34198" y="17014"/>
                  </a:lnTo>
                  <a:lnTo>
                    <a:pt x="34235" y="51876"/>
                  </a:lnTo>
                  <a:lnTo>
                    <a:pt x="34235" y="51876"/>
                  </a:lnTo>
                  <a:lnTo>
                    <a:pt x="629" y="25923"/>
                  </a:lnTo>
                  <a:lnTo>
                    <a:pt x="1368" y="782"/>
                  </a:lnTo>
                  <a:close/>
                  <a:moveTo>
                    <a:pt x="1073" y="0"/>
                  </a:moveTo>
                  <a:cubicBezTo>
                    <a:pt x="1016" y="0"/>
                    <a:pt x="952" y="22"/>
                    <a:pt x="888" y="43"/>
                  </a:cubicBezTo>
                  <a:cubicBezTo>
                    <a:pt x="814" y="80"/>
                    <a:pt x="777" y="191"/>
                    <a:pt x="740" y="302"/>
                  </a:cubicBezTo>
                  <a:lnTo>
                    <a:pt x="0" y="26070"/>
                  </a:lnTo>
                  <a:cubicBezTo>
                    <a:pt x="0" y="26144"/>
                    <a:pt x="37" y="26255"/>
                    <a:pt x="111" y="26292"/>
                  </a:cubicBezTo>
                  <a:lnTo>
                    <a:pt x="34346" y="52726"/>
                  </a:lnTo>
                  <a:cubicBezTo>
                    <a:pt x="34415" y="52772"/>
                    <a:pt x="34483" y="52804"/>
                    <a:pt x="34552" y="52804"/>
                  </a:cubicBezTo>
                  <a:cubicBezTo>
                    <a:pt x="34594" y="52804"/>
                    <a:pt x="34637" y="52792"/>
                    <a:pt x="34679" y="52763"/>
                  </a:cubicBezTo>
                  <a:cubicBezTo>
                    <a:pt x="34790" y="52726"/>
                    <a:pt x="34864" y="52615"/>
                    <a:pt x="34864" y="52505"/>
                  </a:cubicBezTo>
                  <a:lnTo>
                    <a:pt x="34790" y="16828"/>
                  </a:lnTo>
                  <a:cubicBezTo>
                    <a:pt x="34790" y="16717"/>
                    <a:pt x="34716" y="16606"/>
                    <a:pt x="34642" y="16569"/>
                  </a:cubicBezTo>
                  <a:lnTo>
                    <a:pt x="1184" y="43"/>
                  </a:lnTo>
                  <a:cubicBezTo>
                    <a:pt x="1152" y="12"/>
                    <a:pt x="1114" y="0"/>
                    <a:pt x="10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53"/>
            <p:cNvSpPr/>
            <p:nvPr/>
          </p:nvSpPr>
          <p:spPr>
            <a:xfrm>
              <a:off x="1200325" y="3650500"/>
              <a:ext cx="854975" cy="1305100"/>
            </a:xfrm>
            <a:custGeom>
              <a:rect b="b" l="l" r="r" t="t"/>
              <a:pathLst>
                <a:path extrusionOk="0" h="52204" w="34199">
                  <a:moveTo>
                    <a:pt x="33459" y="1"/>
                  </a:moveTo>
                  <a:lnTo>
                    <a:pt x="1" y="16527"/>
                  </a:lnTo>
                  <a:lnTo>
                    <a:pt x="1" y="52204"/>
                  </a:lnTo>
                  <a:lnTo>
                    <a:pt x="34198" y="25769"/>
                  </a:lnTo>
                  <a:lnTo>
                    <a:pt x="334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53"/>
            <p:cNvSpPr/>
            <p:nvPr/>
          </p:nvSpPr>
          <p:spPr>
            <a:xfrm>
              <a:off x="1192925" y="3642975"/>
              <a:ext cx="869775" cy="1320100"/>
            </a:xfrm>
            <a:custGeom>
              <a:rect b="b" l="l" r="r" t="t"/>
              <a:pathLst>
                <a:path extrusionOk="0" h="52804" w="34791">
                  <a:moveTo>
                    <a:pt x="33459" y="782"/>
                  </a:moveTo>
                  <a:lnTo>
                    <a:pt x="34162" y="25923"/>
                  </a:lnTo>
                  <a:lnTo>
                    <a:pt x="629" y="51876"/>
                  </a:lnTo>
                  <a:lnTo>
                    <a:pt x="629" y="16995"/>
                  </a:lnTo>
                  <a:lnTo>
                    <a:pt x="629" y="16995"/>
                  </a:lnTo>
                  <a:lnTo>
                    <a:pt x="33459" y="782"/>
                  </a:lnTo>
                  <a:close/>
                  <a:moveTo>
                    <a:pt x="33718" y="0"/>
                  </a:moveTo>
                  <a:cubicBezTo>
                    <a:pt x="33676" y="0"/>
                    <a:pt x="33638" y="12"/>
                    <a:pt x="33607" y="43"/>
                  </a:cubicBezTo>
                  <a:lnTo>
                    <a:pt x="186" y="16569"/>
                  </a:lnTo>
                  <a:cubicBezTo>
                    <a:pt x="75" y="16606"/>
                    <a:pt x="1" y="16717"/>
                    <a:pt x="1" y="16828"/>
                  </a:cubicBezTo>
                  <a:lnTo>
                    <a:pt x="1" y="52505"/>
                  </a:lnTo>
                  <a:cubicBezTo>
                    <a:pt x="1" y="52615"/>
                    <a:pt x="75" y="52726"/>
                    <a:pt x="186" y="52763"/>
                  </a:cubicBezTo>
                  <a:cubicBezTo>
                    <a:pt x="228" y="52792"/>
                    <a:pt x="270" y="52804"/>
                    <a:pt x="313" y="52804"/>
                  </a:cubicBezTo>
                  <a:cubicBezTo>
                    <a:pt x="381" y="52804"/>
                    <a:pt x="450" y="52772"/>
                    <a:pt x="518" y="52726"/>
                  </a:cubicBezTo>
                  <a:lnTo>
                    <a:pt x="34679" y="26292"/>
                  </a:lnTo>
                  <a:cubicBezTo>
                    <a:pt x="34753" y="26255"/>
                    <a:pt x="34790" y="26144"/>
                    <a:pt x="34790" y="26070"/>
                  </a:cubicBezTo>
                  <a:lnTo>
                    <a:pt x="34051" y="302"/>
                  </a:lnTo>
                  <a:cubicBezTo>
                    <a:pt x="34051" y="191"/>
                    <a:pt x="33977" y="80"/>
                    <a:pt x="33903" y="43"/>
                  </a:cubicBezTo>
                  <a:cubicBezTo>
                    <a:pt x="33839" y="22"/>
                    <a:pt x="33775" y="0"/>
                    <a:pt x="337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53"/>
            <p:cNvSpPr/>
            <p:nvPr/>
          </p:nvSpPr>
          <p:spPr>
            <a:xfrm>
              <a:off x="2685625" y="2486850"/>
              <a:ext cx="543475" cy="497275"/>
            </a:xfrm>
            <a:custGeom>
              <a:rect b="b" l="l" r="r" t="t"/>
              <a:pathLst>
                <a:path extrusionOk="0" h="19891" w="21739">
                  <a:moveTo>
                    <a:pt x="10870" y="1"/>
                  </a:moveTo>
                  <a:cubicBezTo>
                    <a:pt x="4880" y="1"/>
                    <a:pt x="0" y="4437"/>
                    <a:pt x="0" y="9946"/>
                  </a:cubicBezTo>
                  <a:cubicBezTo>
                    <a:pt x="0" y="15455"/>
                    <a:pt x="4880" y="19891"/>
                    <a:pt x="10870" y="19891"/>
                  </a:cubicBezTo>
                  <a:cubicBezTo>
                    <a:pt x="16859" y="19891"/>
                    <a:pt x="21739" y="15455"/>
                    <a:pt x="21739" y="9946"/>
                  </a:cubicBezTo>
                  <a:cubicBezTo>
                    <a:pt x="21739" y="4437"/>
                    <a:pt x="16859" y="1"/>
                    <a:pt x="10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53"/>
            <p:cNvSpPr/>
            <p:nvPr/>
          </p:nvSpPr>
          <p:spPr>
            <a:xfrm>
              <a:off x="2678225" y="2479450"/>
              <a:ext cx="558275" cy="513000"/>
            </a:xfrm>
            <a:custGeom>
              <a:rect b="b" l="l" r="r" t="t"/>
              <a:pathLst>
                <a:path extrusionOk="0" h="20520" w="22331">
                  <a:moveTo>
                    <a:pt x="11166" y="593"/>
                  </a:moveTo>
                  <a:cubicBezTo>
                    <a:pt x="14086" y="593"/>
                    <a:pt x="16711" y="1702"/>
                    <a:pt x="18634" y="3439"/>
                  </a:cubicBezTo>
                  <a:cubicBezTo>
                    <a:pt x="20519" y="5177"/>
                    <a:pt x="21702" y="7580"/>
                    <a:pt x="21702" y="10242"/>
                  </a:cubicBezTo>
                  <a:cubicBezTo>
                    <a:pt x="21702" y="12904"/>
                    <a:pt x="20519" y="15307"/>
                    <a:pt x="18634" y="17044"/>
                  </a:cubicBezTo>
                  <a:cubicBezTo>
                    <a:pt x="16711" y="18819"/>
                    <a:pt x="14086" y="19891"/>
                    <a:pt x="11166" y="19891"/>
                  </a:cubicBezTo>
                  <a:cubicBezTo>
                    <a:pt x="8245" y="19891"/>
                    <a:pt x="5583" y="18819"/>
                    <a:pt x="3698" y="17044"/>
                  </a:cubicBezTo>
                  <a:cubicBezTo>
                    <a:pt x="1775" y="15307"/>
                    <a:pt x="629" y="12904"/>
                    <a:pt x="629" y="10242"/>
                  </a:cubicBezTo>
                  <a:cubicBezTo>
                    <a:pt x="629" y="7580"/>
                    <a:pt x="1775" y="5177"/>
                    <a:pt x="3698" y="3439"/>
                  </a:cubicBezTo>
                  <a:cubicBezTo>
                    <a:pt x="5583" y="1702"/>
                    <a:pt x="8245" y="593"/>
                    <a:pt x="11166" y="593"/>
                  </a:cubicBezTo>
                  <a:close/>
                  <a:moveTo>
                    <a:pt x="11166" y="1"/>
                  </a:moveTo>
                  <a:cubicBezTo>
                    <a:pt x="8097" y="1"/>
                    <a:pt x="5287" y="1147"/>
                    <a:pt x="3291" y="2996"/>
                  </a:cubicBezTo>
                  <a:cubicBezTo>
                    <a:pt x="1258" y="4844"/>
                    <a:pt x="1" y="7395"/>
                    <a:pt x="1" y="10242"/>
                  </a:cubicBezTo>
                  <a:cubicBezTo>
                    <a:pt x="1" y="13089"/>
                    <a:pt x="1258" y="15677"/>
                    <a:pt x="3291" y="17525"/>
                  </a:cubicBezTo>
                  <a:cubicBezTo>
                    <a:pt x="5287" y="19374"/>
                    <a:pt x="8097" y="20520"/>
                    <a:pt x="11166" y="20520"/>
                  </a:cubicBezTo>
                  <a:cubicBezTo>
                    <a:pt x="14234" y="20520"/>
                    <a:pt x="17007" y="19374"/>
                    <a:pt x="19040" y="17525"/>
                  </a:cubicBezTo>
                  <a:cubicBezTo>
                    <a:pt x="21074" y="15677"/>
                    <a:pt x="22331" y="13089"/>
                    <a:pt x="22331" y="10242"/>
                  </a:cubicBezTo>
                  <a:cubicBezTo>
                    <a:pt x="22331" y="7395"/>
                    <a:pt x="21074" y="4844"/>
                    <a:pt x="19040" y="2996"/>
                  </a:cubicBezTo>
                  <a:cubicBezTo>
                    <a:pt x="17007" y="1147"/>
                    <a:pt x="14234" y="1"/>
                    <a:pt x="111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53"/>
            <p:cNvSpPr/>
            <p:nvPr/>
          </p:nvSpPr>
          <p:spPr>
            <a:xfrm>
              <a:off x="2722600" y="2520125"/>
              <a:ext cx="469550" cy="430750"/>
            </a:xfrm>
            <a:custGeom>
              <a:rect b="b" l="l" r="r" t="t"/>
              <a:pathLst>
                <a:path extrusionOk="0" h="17230" w="18782">
                  <a:moveTo>
                    <a:pt x="9391" y="1"/>
                  </a:moveTo>
                  <a:cubicBezTo>
                    <a:pt x="4215" y="1"/>
                    <a:pt x="0" y="3846"/>
                    <a:pt x="0" y="8615"/>
                  </a:cubicBezTo>
                  <a:cubicBezTo>
                    <a:pt x="0" y="13384"/>
                    <a:pt x="4215" y="17229"/>
                    <a:pt x="9391" y="17229"/>
                  </a:cubicBezTo>
                  <a:cubicBezTo>
                    <a:pt x="14567" y="17229"/>
                    <a:pt x="18781" y="13384"/>
                    <a:pt x="18781" y="8615"/>
                  </a:cubicBezTo>
                  <a:cubicBezTo>
                    <a:pt x="18781" y="3846"/>
                    <a:pt x="14567" y="1"/>
                    <a:pt x="93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53"/>
            <p:cNvSpPr/>
            <p:nvPr/>
          </p:nvSpPr>
          <p:spPr>
            <a:xfrm>
              <a:off x="2714275" y="2512725"/>
              <a:ext cx="485250" cy="445525"/>
            </a:xfrm>
            <a:custGeom>
              <a:rect b="b" l="l" r="r" t="t"/>
              <a:pathLst>
                <a:path extrusionOk="0" h="17821" w="19410">
                  <a:moveTo>
                    <a:pt x="9724" y="592"/>
                  </a:moveTo>
                  <a:cubicBezTo>
                    <a:pt x="12238" y="592"/>
                    <a:pt x="14530" y="1554"/>
                    <a:pt x="16157" y="3069"/>
                  </a:cubicBezTo>
                  <a:cubicBezTo>
                    <a:pt x="17783" y="4548"/>
                    <a:pt x="18818" y="6619"/>
                    <a:pt x="18818" y="8911"/>
                  </a:cubicBezTo>
                  <a:cubicBezTo>
                    <a:pt x="18818" y="11203"/>
                    <a:pt x="17783" y="13273"/>
                    <a:pt x="16157" y="14789"/>
                  </a:cubicBezTo>
                  <a:cubicBezTo>
                    <a:pt x="14530" y="16305"/>
                    <a:pt x="12238" y="17229"/>
                    <a:pt x="9724" y="17229"/>
                  </a:cubicBezTo>
                  <a:cubicBezTo>
                    <a:pt x="7210" y="17229"/>
                    <a:pt x="4917" y="16305"/>
                    <a:pt x="3291" y="14789"/>
                  </a:cubicBezTo>
                  <a:cubicBezTo>
                    <a:pt x="1627" y="13273"/>
                    <a:pt x="629" y="11203"/>
                    <a:pt x="629" y="8911"/>
                  </a:cubicBezTo>
                  <a:cubicBezTo>
                    <a:pt x="629" y="6619"/>
                    <a:pt x="1627" y="4548"/>
                    <a:pt x="3291" y="3069"/>
                  </a:cubicBezTo>
                  <a:cubicBezTo>
                    <a:pt x="4917" y="1554"/>
                    <a:pt x="7210" y="592"/>
                    <a:pt x="9724" y="592"/>
                  </a:cubicBezTo>
                  <a:close/>
                  <a:moveTo>
                    <a:pt x="9724" y="1"/>
                  </a:moveTo>
                  <a:cubicBezTo>
                    <a:pt x="7062" y="1"/>
                    <a:pt x="4622" y="999"/>
                    <a:pt x="2884" y="2589"/>
                  </a:cubicBezTo>
                  <a:cubicBezTo>
                    <a:pt x="1109" y="4216"/>
                    <a:pt x="0" y="6434"/>
                    <a:pt x="0" y="8911"/>
                  </a:cubicBezTo>
                  <a:cubicBezTo>
                    <a:pt x="0" y="11388"/>
                    <a:pt x="1109" y="13606"/>
                    <a:pt x="2884" y="15233"/>
                  </a:cubicBezTo>
                  <a:cubicBezTo>
                    <a:pt x="4622" y="16860"/>
                    <a:pt x="7062" y="17821"/>
                    <a:pt x="9724" y="17821"/>
                  </a:cubicBezTo>
                  <a:cubicBezTo>
                    <a:pt x="12386" y="17821"/>
                    <a:pt x="14826" y="16860"/>
                    <a:pt x="16563" y="15233"/>
                  </a:cubicBezTo>
                  <a:cubicBezTo>
                    <a:pt x="18338" y="13606"/>
                    <a:pt x="19410" y="11388"/>
                    <a:pt x="19410" y="8911"/>
                  </a:cubicBezTo>
                  <a:cubicBezTo>
                    <a:pt x="19410" y="6434"/>
                    <a:pt x="18338" y="4216"/>
                    <a:pt x="16563" y="2589"/>
                  </a:cubicBezTo>
                  <a:cubicBezTo>
                    <a:pt x="14826" y="999"/>
                    <a:pt x="12386" y="1"/>
                    <a:pt x="9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53"/>
            <p:cNvSpPr/>
            <p:nvPr/>
          </p:nvSpPr>
          <p:spPr>
            <a:xfrm>
              <a:off x="2772500" y="2565425"/>
              <a:ext cx="369725" cy="340150"/>
            </a:xfrm>
            <a:custGeom>
              <a:rect b="b" l="l" r="r" t="t"/>
              <a:pathLst>
                <a:path extrusionOk="0" h="13606" w="14789">
                  <a:moveTo>
                    <a:pt x="7395" y="629"/>
                  </a:moveTo>
                  <a:cubicBezTo>
                    <a:pt x="9280" y="629"/>
                    <a:pt x="10981" y="1331"/>
                    <a:pt x="12201" y="2440"/>
                  </a:cubicBezTo>
                  <a:cubicBezTo>
                    <a:pt x="13421" y="3586"/>
                    <a:pt x="14160" y="5102"/>
                    <a:pt x="14160" y="6803"/>
                  </a:cubicBezTo>
                  <a:cubicBezTo>
                    <a:pt x="14160" y="8504"/>
                    <a:pt x="13421" y="10056"/>
                    <a:pt x="12201" y="11165"/>
                  </a:cubicBezTo>
                  <a:cubicBezTo>
                    <a:pt x="10981" y="12275"/>
                    <a:pt x="9280" y="12977"/>
                    <a:pt x="7395" y="12977"/>
                  </a:cubicBezTo>
                  <a:cubicBezTo>
                    <a:pt x="5509" y="12977"/>
                    <a:pt x="3808" y="12275"/>
                    <a:pt x="2588" y="11165"/>
                  </a:cubicBezTo>
                  <a:cubicBezTo>
                    <a:pt x="1368" y="10056"/>
                    <a:pt x="629" y="8504"/>
                    <a:pt x="629" y="6803"/>
                  </a:cubicBezTo>
                  <a:cubicBezTo>
                    <a:pt x="629" y="5102"/>
                    <a:pt x="1368" y="3586"/>
                    <a:pt x="2588" y="2440"/>
                  </a:cubicBezTo>
                  <a:cubicBezTo>
                    <a:pt x="3808" y="1331"/>
                    <a:pt x="5509" y="629"/>
                    <a:pt x="7395" y="629"/>
                  </a:cubicBezTo>
                  <a:close/>
                  <a:moveTo>
                    <a:pt x="7395" y="0"/>
                  </a:moveTo>
                  <a:cubicBezTo>
                    <a:pt x="5361" y="0"/>
                    <a:pt x="3513" y="777"/>
                    <a:pt x="2182" y="1997"/>
                  </a:cubicBezTo>
                  <a:cubicBezTo>
                    <a:pt x="851" y="3217"/>
                    <a:pt x="1" y="4917"/>
                    <a:pt x="1" y="6803"/>
                  </a:cubicBezTo>
                  <a:cubicBezTo>
                    <a:pt x="1" y="8688"/>
                    <a:pt x="851" y="10389"/>
                    <a:pt x="2182" y="11609"/>
                  </a:cubicBezTo>
                  <a:cubicBezTo>
                    <a:pt x="3513" y="12866"/>
                    <a:pt x="5361" y="13605"/>
                    <a:pt x="7395" y="13605"/>
                  </a:cubicBezTo>
                  <a:cubicBezTo>
                    <a:pt x="9428" y="13605"/>
                    <a:pt x="11277" y="12866"/>
                    <a:pt x="12607" y="11609"/>
                  </a:cubicBezTo>
                  <a:cubicBezTo>
                    <a:pt x="13938" y="10389"/>
                    <a:pt x="14789" y="8688"/>
                    <a:pt x="14789" y="6803"/>
                  </a:cubicBezTo>
                  <a:cubicBezTo>
                    <a:pt x="14789" y="4917"/>
                    <a:pt x="13938" y="3217"/>
                    <a:pt x="12607" y="1997"/>
                  </a:cubicBezTo>
                  <a:cubicBezTo>
                    <a:pt x="11277" y="777"/>
                    <a:pt x="9428" y="0"/>
                    <a:pt x="73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53"/>
            <p:cNvSpPr/>
            <p:nvPr/>
          </p:nvSpPr>
          <p:spPr>
            <a:xfrm>
              <a:off x="2850150" y="2636600"/>
              <a:ext cx="214450" cy="197800"/>
            </a:xfrm>
            <a:custGeom>
              <a:rect b="b" l="l" r="r" t="t"/>
              <a:pathLst>
                <a:path extrusionOk="0" h="7912" w="8578">
                  <a:moveTo>
                    <a:pt x="4289" y="629"/>
                  </a:moveTo>
                  <a:cubicBezTo>
                    <a:pt x="5324" y="629"/>
                    <a:pt x="6248" y="998"/>
                    <a:pt x="6914" y="1590"/>
                  </a:cubicBezTo>
                  <a:cubicBezTo>
                    <a:pt x="7579" y="2218"/>
                    <a:pt x="7949" y="3032"/>
                    <a:pt x="7949" y="3956"/>
                  </a:cubicBezTo>
                  <a:cubicBezTo>
                    <a:pt x="7949" y="4880"/>
                    <a:pt x="7579" y="5693"/>
                    <a:pt x="6914" y="6322"/>
                  </a:cubicBezTo>
                  <a:cubicBezTo>
                    <a:pt x="6248" y="6914"/>
                    <a:pt x="5324" y="7320"/>
                    <a:pt x="4289" y="7320"/>
                  </a:cubicBezTo>
                  <a:cubicBezTo>
                    <a:pt x="3253" y="7320"/>
                    <a:pt x="2329" y="6914"/>
                    <a:pt x="1664" y="6322"/>
                  </a:cubicBezTo>
                  <a:cubicBezTo>
                    <a:pt x="998" y="5693"/>
                    <a:pt x="592" y="4880"/>
                    <a:pt x="592" y="3956"/>
                  </a:cubicBezTo>
                  <a:cubicBezTo>
                    <a:pt x="592" y="3032"/>
                    <a:pt x="998" y="2218"/>
                    <a:pt x="1664" y="1590"/>
                  </a:cubicBezTo>
                  <a:cubicBezTo>
                    <a:pt x="2329" y="998"/>
                    <a:pt x="3253" y="629"/>
                    <a:pt x="4289" y="629"/>
                  </a:cubicBezTo>
                  <a:close/>
                  <a:moveTo>
                    <a:pt x="4289" y="0"/>
                  </a:moveTo>
                  <a:cubicBezTo>
                    <a:pt x="3106" y="0"/>
                    <a:pt x="2033" y="444"/>
                    <a:pt x="1257" y="1146"/>
                  </a:cubicBezTo>
                  <a:cubicBezTo>
                    <a:pt x="481" y="1849"/>
                    <a:pt x="0" y="2847"/>
                    <a:pt x="0" y="3956"/>
                  </a:cubicBezTo>
                  <a:cubicBezTo>
                    <a:pt x="0" y="5065"/>
                    <a:pt x="481" y="6063"/>
                    <a:pt x="1257" y="6766"/>
                  </a:cubicBezTo>
                  <a:cubicBezTo>
                    <a:pt x="2033" y="7505"/>
                    <a:pt x="3106" y="7912"/>
                    <a:pt x="4289" y="7912"/>
                  </a:cubicBezTo>
                  <a:cubicBezTo>
                    <a:pt x="5472" y="7912"/>
                    <a:pt x="6544" y="7505"/>
                    <a:pt x="7320" y="6766"/>
                  </a:cubicBezTo>
                  <a:cubicBezTo>
                    <a:pt x="8097" y="6063"/>
                    <a:pt x="8577" y="5065"/>
                    <a:pt x="8577" y="3956"/>
                  </a:cubicBezTo>
                  <a:cubicBezTo>
                    <a:pt x="8577" y="2847"/>
                    <a:pt x="8097" y="1849"/>
                    <a:pt x="7320" y="1146"/>
                  </a:cubicBezTo>
                  <a:cubicBezTo>
                    <a:pt x="6544" y="444"/>
                    <a:pt x="5472" y="0"/>
                    <a:pt x="42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53"/>
            <p:cNvSpPr/>
            <p:nvPr/>
          </p:nvSpPr>
          <p:spPr>
            <a:xfrm>
              <a:off x="2957350" y="2520125"/>
              <a:ext cx="25" cy="430750"/>
            </a:xfrm>
            <a:custGeom>
              <a:rect b="b" l="l" r="r" t="t"/>
              <a:pathLst>
                <a:path extrusionOk="0" h="17230" w="1">
                  <a:moveTo>
                    <a:pt x="1" y="1"/>
                  </a:moveTo>
                  <a:lnTo>
                    <a:pt x="1" y="17229"/>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53"/>
            <p:cNvSpPr/>
            <p:nvPr/>
          </p:nvSpPr>
          <p:spPr>
            <a:xfrm>
              <a:off x="2949950" y="2512725"/>
              <a:ext cx="14825" cy="445525"/>
            </a:xfrm>
            <a:custGeom>
              <a:rect b="b" l="l" r="r" t="t"/>
              <a:pathLst>
                <a:path extrusionOk="0" h="17821" w="593">
                  <a:moveTo>
                    <a:pt x="297" y="1"/>
                  </a:moveTo>
                  <a:cubicBezTo>
                    <a:pt x="112" y="1"/>
                    <a:pt x="1" y="149"/>
                    <a:pt x="1" y="297"/>
                  </a:cubicBezTo>
                  <a:lnTo>
                    <a:pt x="1" y="17525"/>
                  </a:lnTo>
                  <a:cubicBezTo>
                    <a:pt x="1" y="17710"/>
                    <a:pt x="112" y="17821"/>
                    <a:pt x="297" y="17821"/>
                  </a:cubicBezTo>
                  <a:cubicBezTo>
                    <a:pt x="445" y="17821"/>
                    <a:pt x="592" y="17710"/>
                    <a:pt x="592" y="17525"/>
                  </a:cubicBezTo>
                  <a:lnTo>
                    <a:pt x="592" y="297"/>
                  </a:lnTo>
                  <a:cubicBezTo>
                    <a:pt x="592" y="149"/>
                    <a:pt x="445" y="1"/>
                    <a:pt x="2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53"/>
            <p:cNvSpPr/>
            <p:nvPr/>
          </p:nvSpPr>
          <p:spPr>
            <a:xfrm>
              <a:off x="2722600" y="2735475"/>
              <a:ext cx="469550" cy="25"/>
            </a:xfrm>
            <a:custGeom>
              <a:rect b="b" l="l" r="r" t="t"/>
              <a:pathLst>
                <a:path extrusionOk="0" h="1" w="18782">
                  <a:moveTo>
                    <a:pt x="0" y="1"/>
                  </a:moveTo>
                  <a:lnTo>
                    <a:pt x="18781"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53"/>
            <p:cNvSpPr/>
            <p:nvPr/>
          </p:nvSpPr>
          <p:spPr>
            <a:xfrm>
              <a:off x="2714275" y="2728100"/>
              <a:ext cx="485250" cy="14800"/>
            </a:xfrm>
            <a:custGeom>
              <a:rect b="b" l="l" r="r" t="t"/>
              <a:pathLst>
                <a:path extrusionOk="0" h="592" w="19410">
                  <a:moveTo>
                    <a:pt x="333" y="0"/>
                  </a:moveTo>
                  <a:cubicBezTo>
                    <a:pt x="148" y="0"/>
                    <a:pt x="0" y="148"/>
                    <a:pt x="0" y="296"/>
                  </a:cubicBezTo>
                  <a:cubicBezTo>
                    <a:pt x="0" y="481"/>
                    <a:pt x="148" y="592"/>
                    <a:pt x="333" y="592"/>
                  </a:cubicBezTo>
                  <a:lnTo>
                    <a:pt x="19114" y="592"/>
                  </a:lnTo>
                  <a:cubicBezTo>
                    <a:pt x="19299" y="592"/>
                    <a:pt x="19410" y="481"/>
                    <a:pt x="19410" y="296"/>
                  </a:cubicBezTo>
                  <a:cubicBezTo>
                    <a:pt x="19410" y="148"/>
                    <a:pt x="19299" y="0"/>
                    <a:pt x="191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53"/>
            <p:cNvSpPr/>
            <p:nvPr/>
          </p:nvSpPr>
          <p:spPr>
            <a:xfrm>
              <a:off x="1932350" y="3051575"/>
              <a:ext cx="224625" cy="411425"/>
            </a:xfrm>
            <a:custGeom>
              <a:rect b="b" l="l" r="r" t="t"/>
              <a:pathLst>
                <a:path extrusionOk="0" h="16457" w="8985">
                  <a:moveTo>
                    <a:pt x="1183" y="1"/>
                  </a:moveTo>
                  <a:cubicBezTo>
                    <a:pt x="481" y="1"/>
                    <a:pt x="0" y="740"/>
                    <a:pt x="296" y="1369"/>
                  </a:cubicBezTo>
                  <a:lnTo>
                    <a:pt x="6729" y="15861"/>
                  </a:lnTo>
                  <a:cubicBezTo>
                    <a:pt x="6866" y="16239"/>
                    <a:pt x="7226" y="16457"/>
                    <a:pt x="7632" y="16457"/>
                  </a:cubicBezTo>
                  <a:cubicBezTo>
                    <a:pt x="7663" y="16457"/>
                    <a:pt x="7695" y="16455"/>
                    <a:pt x="7727" y="16453"/>
                  </a:cubicBezTo>
                  <a:lnTo>
                    <a:pt x="7949" y="16416"/>
                  </a:lnTo>
                  <a:cubicBezTo>
                    <a:pt x="8614" y="16342"/>
                    <a:pt x="8984" y="15639"/>
                    <a:pt x="8725" y="15048"/>
                  </a:cubicBezTo>
                  <a:lnTo>
                    <a:pt x="2071" y="592"/>
                  </a:lnTo>
                  <a:cubicBezTo>
                    <a:pt x="1923" y="223"/>
                    <a:pt x="1590" y="1"/>
                    <a:pt x="11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53"/>
            <p:cNvSpPr/>
            <p:nvPr/>
          </p:nvSpPr>
          <p:spPr>
            <a:xfrm>
              <a:off x="1929575" y="3044200"/>
              <a:ext cx="230175" cy="426100"/>
            </a:xfrm>
            <a:custGeom>
              <a:rect b="b" l="l" r="r" t="t"/>
              <a:pathLst>
                <a:path extrusionOk="0" h="17044" w="9207">
                  <a:moveTo>
                    <a:pt x="1294" y="629"/>
                  </a:moveTo>
                  <a:cubicBezTo>
                    <a:pt x="1553" y="629"/>
                    <a:pt x="1812" y="776"/>
                    <a:pt x="1923" y="998"/>
                  </a:cubicBezTo>
                  <a:lnTo>
                    <a:pt x="8541" y="15454"/>
                  </a:lnTo>
                  <a:cubicBezTo>
                    <a:pt x="8578" y="15565"/>
                    <a:pt x="8614" y="15639"/>
                    <a:pt x="8614" y="15750"/>
                  </a:cubicBezTo>
                  <a:cubicBezTo>
                    <a:pt x="8614" y="16082"/>
                    <a:pt x="8356" y="16378"/>
                    <a:pt x="8023" y="16415"/>
                  </a:cubicBezTo>
                  <a:lnTo>
                    <a:pt x="7801" y="16452"/>
                  </a:lnTo>
                  <a:lnTo>
                    <a:pt x="7727" y="16452"/>
                  </a:lnTo>
                  <a:cubicBezTo>
                    <a:pt x="7468" y="16452"/>
                    <a:pt x="7210" y="16304"/>
                    <a:pt x="7099" y="16045"/>
                  </a:cubicBezTo>
                  <a:lnTo>
                    <a:pt x="703" y="1553"/>
                  </a:lnTo>
                  <a:cubicBezTo>
                    <a:pt x="666" y="1442"/>
                    <a:pt x="629" y="1368"/>
                    <a:pt x="629" y="1294"/>
                  </a:cubicBezTo>
                  <a:cubicBezTo>
                    <a:pt x="629" y="1109"/>
                    <a:pt x="703" y="924"/>
                    <a:pt x="814" y="813"/>
                  </a:cubicBezTo>
                  <a:cubicBezTo>
                    <a:pt x="962" y="703"/>
                    <a:pt x="1109" y="629"/>
                    <a:pt x="1294" y="629"/>
                  </a:cubicBezTo>
                  <a:close/>
                  <a:moveTo>
                    <a:pt x="1294" y="0"/>
                  </a:moveTo>
                  <a:cubicBezTo>
                    <a:pt x="925" y="0"/>
                    <a:pt x="592" y="148"/>
                    <a:pt x="370" y="370"/>
                  </a:cubicBezTo>
                  <a:cubicBezTo>
                    <a:pt x="148" y="629"/>
                    <a:pt x="0" y="924"/>
                    <a:pt x="0" y="1294"/>
                  </a:cubicBezTo>
                  <a:cubicBezTo>
                    <a:pt x="0" y="1442"/>
                    <a:pt x="37" y="1627"/>
                    <a:pt x="111" y="1812"/>
                  </a:cubicBezTo>
                  <a:lnTo>
                    <a:pt x="6544" y="16304"/>
                  </a:lnTo>
                  <a:cubicBezTo>
                    <a:pt x="6766" y="16748"/>
                    <a:pt x="7210" y="17044"/>
                    <a:pt x="7727" y="17044"/>
                  </a:cubicBezTo>
                  <a:lnTo>
                    <a:pt x="7875" y="17044"/>
                  </a:lnTo>
                  <a:lnTo>
                    <a:pt x="8097" y="17007"/>
                  </a:lnTo>
                  <a:cubicBezTo>
                    <a:pt x="8762" y="16933"/>
                    <a:pt x="9206" y="16378"/>
                    <a:pt x="9206" y="15750"/>
                  </a:cubicBezTo>
                  <a:cubicBezTo>
                    <a:pt x="9206" y="15565"/>
                    <a:pt x="9169" y="15380"/>
                    <a:pt x="9095" y="15195"/>
                  </a:cubicBezTo>
                  <a:lnTo>
                    <a:pt x="2477" y="740"/>
                  </a:lnTo>
                  <a:cubicBezTo>
                    <a:pt x="2256" y="296"/>
                    <a:pt x="1812" y="0"/>
                    <a:pt x="12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53"/>
            <p:cNvSpPr/>
            <p:nvPr/>
          </p:nvSpPr>
          <p:spPr>
            <a:xfrm>
              <a:off x="1860250" y="3071925"/>
              <a:ext cx="241250" cy="60100"/>
            </a:xfrm>
            <a:custGeom>
              <a:rect b="b" l="l" r="r" t="t"/>
              <a:pathLst>
                <a:path extrusionOk="0" h="2404" w="9650">
                  <a:moveTo>
                    <a:pt x="8467" y="0"/>
                  </a:moveTo>
                  <a:lnTo>
                    <a:pt x="1184" y="74"/>
                  </a:lnTo>
                  <a:cubicBezTo>
                    <a:pt x="555" y="74"/>
                    <a:pt x="1" y="592"/>
                    <a:pt x="1" y="1257"/>
                  </a:cubicBezTo>
                  <a:cubicBezTo>
                    <a:pt x="1" y="1886"/>
                    <a:pt x="555" y="2403"/>
                    <a:pt x="1184" y="2403"/>
                  </a:cubicBezTo>
                  <a:lnTo>
                    <a:pt x="8504" y="2366"/>
                  </a:lnTo>
                  <a:lnTo>
                    <a:pt x="8541" y="2366"/>
                  </a:lnTo>
                  <a:cubicBezTo>
                    <a:pt x="9169" y="2329"/>
                    <a:pt x="9650" y="1812"/>
                    <a:pt x="9650" y="1183"/>
                  </a:cubicBezTo>
                  <a:cubicBezTo>
                    <a:pt x="9650" y="518"/>
                    <a:pt x="9132" y="0"/>
                    <a:pt x="84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53"/>
            <p:cNvSpPr/>
            <p:nvPr/>
          </p:nvSpPr>
          <p:spPr>
            <a:xfrm>
              <a:off x="1852850" y="3064525"/>
              <a:ext cx="256050" cy="74900"/>
            </a:xfrm>
            <a:custGeom>
              <a:rect b="b" l="l" r="r" t="t"/>
              <a:pathLst>
                <a:path extrusionOk="0" h="2996" w="10242">
                  <a:moveTo>
                    <a:pt x="8763" y="629"/>
                  </a:moveTo>
                  <a:cubicBezTo>
                    <a:pt x="9243" y="629"/>
                    <a:pt x="9650" y="999"/>
                    <a:pt x="9650" y="1479"/>
                  </a:cubicBezTo>
                  <a:cubicBezTo>
                    <a:pt x="9650" y="1960"/>
                    <a:pt x="9280" y="2330"/>
                    <a:pt x="8837" y="2330"/>
                  </a:cubicBezTo>
                  <a:lnTo>
                    <a:pt x="8763" y="2367"/>
                  </a:lnTo>
                  <a:lnTo>
                    <a:pt x="1480" y="2404"/>
                  </a:lnTo>
                  <a:cubicBezTo>
                    <a:pt x="999" y="2404"/>
                    <a:pt x="629" y="1997"/>
                    <a:pt x="629" y="1516"/>
                  </a:cubicBezTo>
                  <a:cubicBezTo>
                    <a:pt x="629" y="1294"/>
                    <a:pt x="703" y="1073"/>
                    <a:pt x="888" y="925"/>
                  </a:cubicBezTo>
                  <a:cubicBezTo>
                    <a:pt x="1036" y="777"/>
                    <a:pt x="1258" y="666"/>
                    <a:pt x="1480" y="666"/>
                  </a:cubicBezTo>
                  <a:lnTo>
                    <a:pt x="8763" y="629"/>
                  </a:lnTo>
                  <a:close/>
                  <a:moveTo>
                    <a:pt x="8763" y="0"/>
                  </a:moveTo>
                  <a:lnTo>
                    <a:pt x="1480" y="37"/>
                  </a:lnTo>
                  <a:cubicBezTo>
                    <a:pt x="666" y="37"/>
                    <a:pt x="1" y="703"/>
                    <a:pt x="1" y="1516"/>
                  </a:cubicBezTo>
                  <a:lnTo>
                    <a:pt x="1" y="1553"/>
                  </a:lnTo>
                  <a:cubicBezTo>
                    <a:pt x="1" y="2367"/>
                    <a:pt x="666" y="2995"/>
                    <a:pt x="1480" y="2995"/>
                  </a:cubicBezTo>
                  <a:lnTo>
                    <a:pt x="8800" y="2958"/>
                  </a:lnTo>
                  <a:lnTo>
                    <a:pt x="8837" y="2958"/>
                  </a:lnTo>
                  <a:cubicBezTo>
                    <a:pt x="9650" y="2921"/>
                    <a:pt x="10242" y="2293"/>
                    <a:pt x="10242" y="1479"/>
                  </a:cubicBezTo>
                  <a:cubicBezTo>
                    <a:pt x="10242" y="666"/>
                    <a:pt x="9576" y="0"/>
                    <a:pt x="87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53"/>
            <p:cNvSpPr/>
            <p:nvPr/>
          </p:nvSpPr>
          <p:spPr>
            <a:xfrm>
              <a:off x="2226250" y="3045125"/>
              <a:ext cx="224625" cy="411425"/>
            </a:xfrm>
            <a:custGeom>
              <a:rect b="b" l="l" r="r" t="t"/>
              <a:pathLst>
                <a:path extrusionOk="0" h="16457" w="8985">
                  <a:moveTo>
                    <a:pt x="1184" y="0"/>
                  </a:moveTo>
                  <a:cubicBezTo>
                    <a:pt x="482" y="0"/>
                    <a:pt x="1" y="739"/>
                    <a:pt x="297" y="1368"/>
                  </a:cubicBezTo>
                  <a:lnTo>
                    <a:pt x="6730" y="15860"/>
                  </a:lnTo>
                  <a:cubicBezTo>
                    <a:pt x="6867" y="16238"/>
                    <a:pt x="7227" y="16456"/>
                    <a:pt x="7632" y="16456"/>
                  </a:cubicBezTo>
                  <a:cubicBezTo>
                    <a:pt x="7664" y="16456"/>
                    <a:pt x="7696" y="16455"/>
                    <a:pt x="7728" y="16452"/>
                  </a:cubicBezTo>
                  <a:lnTo>
                    <a:pt x="7950" y="16415"/>
                  </a:lnTo>
                  <a:cubicBezTo>
                    <a:pt x="8615" y="16341"/>
                    <a:pt x="8985" y="15639"/>
                    <a:pt x="8726" y="15047"/>
                  </a:cubicBezTo>
                  <a:lnTo>
                    <a:pt x="2071" y="592"/>
                  </a:lnTo>
                  <a:cubicBezTo>
                    <a:pt x="1923" y="222"/>
                    <a:pt x="1591" y="0"/>
                    <a:pt x="1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53"/>
            <p:cNvSpPr/>
            <p:nvPr/>
          </p:nvSpPr>
          <p:spPr>
            <a:xfrm>
              <a:off x="2224400" y="3037725"/>
              <a:ext cx="230175" cy="426100"/>
            </a:xfrm>
            <a:custGeom>
              <a:rect b="b" l="l" r="r" t="t"/>
              <a:pathLst>
                <a:path extrusionOk="0" h="17044" w="9207">
                  <a:moveTo>
                    <a:pt x="1258" y="629"/>
                  </a:moveTo>
                  <a:cubicBezTo>
                    <a:pt x="1517" y="629"/>
                    <a:pt x="1776" y="777"/>
                    <a:pt x="1886" y="999"/>
                  </a:cubicBezTo>
                  <a:lnTo>
                    <a:pt x="8504" y="15491"/>
                  </a:lnTo>
                  <a:cubicBezTo>
                    <a:pt x="8541" y="15565"/>
                    <a:pt x="8578" y="15676"/>
                    <a:pt x="8578" y="15750"/>
                  </a:cubicBezTo>
                  <a:cubicBezTo>
                    <a:pt x="8578" y="16083"/>
                    <a:pt x="8319" y="16378"/>
                    <a:pt x="7987" y="16415"/>
                  </a:cubicBezTo>
                  <a:lnTo>
                    <a:pt x="7765" y="16452"/>
                  </a:lnTo>
                  <a:lnTo>
                    <a:pt x="7691" y="16452"/>
                  </a:lnTo>
                  <a:cubicBezTo>
                    <a:pt x="7432" y="16452"/>
                    <a:pt x="7173" y="16304"/>
                    <a:pt x="7062" y="16046"/>
                  </a:cubicBezTo>
                  <a:lnTo>
                    <a:pt x="666" y="1553"/>
                  </a:lnTo>
                  <a:cubicBezTo>
                    <a:pt x="629" y="1442"/>
                    <a:pt x="592" y="1368"/>
                    <a:pt x="592" y="1294"/>
                  </a:cubicBezTo>
                  <a:cubicBezTo>
                    <a:pt x="592" y="1109"/>
                    <a:pt x="666" y="925"/>
                    <a:pt x="777" y="814"/>
                  </a:cubicBezTo>
                  <a:cubicBezTo>
                    <a:pt x="925" y="703"/>
                    <a:pt x="1073" y="629"/>
                    <a:pt x="1258" y="629"/>
                  </a:cubicBezTo>
                  <a:close/>
                  <a:moveTo>
                    <a:pt x="1258" y="0"/>
                  </a:moveTo>
                  <a:cubicBezTo>
                    <a:pt x="888" y="0"/>
                    <a:pt x="592" y="148"/>
                    <a:pt x="334" y="370"/>
                  </a:cubicBezTo>
                  <a:cubicBezTo>
                    <a:pt x="112" y="629"/>
                    <a:pt x="1" y="925"/>
                    <a:pt x="1" y="1294"/>
                  </a:cubicBezTo>
                  <a:cubicBezTo>
                    <a:pt x="1" y="1442"/>
                    <a:pt x="1" y="1627"/>
                    <a:pt x="112" y="1812"/>
                  </a:cubicBezTo>
                  <a:lnTo>
                    <a:pt x="6508" y="16304"/>
                  </a:lnTo>
                  <a:cubicBezTo>
                    <a:pt x="6730" y="16748"/>
                    <a:pt x="7173" y="17044"/>
                    <a:pt x="7691" y="17044"/>
                  </a:cubicBezTo>
                  <a:lnTo>
                    <a:pt x="8061" y="17044"/>
                  </a:lnTo>
                  <a:cubicBezTo>
                    <a:pt x="8726" y="16933"/>
                    <a:pt x="9207" y="16378"/>
                    <a:pt x="9207" y="15750"/>
                  </a:cubicBezTo>
                  <a:cubicBezTo>
                    <a:pt x="9207" y="15565"/>
                    <a:pt x="9170" y="15380"/>
                    <a:pt x="9059" y="15232"/>
                  </a:cubicBezTo>
                  <a:lnTo>
                    <a:pt x="2441" y="740"/>
                  </a:lnTo>
                  <a:cubicBezTo>
                    <a:pt x="2219" y="296"/>
                    <a:pt x="1776" y="0"/>
                    <a:pt x="12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53"/>
            <p:cNvSpPr/>
            <p:nvPr/>
          </p:nvSpPr>
          <p:spPr>
            <a:xfrm>
              <a:off x="2154175" y="3065450"/>
              <a:ext cx="241250" cy="60100"/>
            </a:xfrm>
            <a:custGeom>
              <a:rect b="b" l="l" r="r" t="t"/>
              <a:pathLst>
                <a:path extrusionOk="0" h="2404" w="9650">
                  <a:moveTo>
                    <a:pt x="8466" y="0"/>
                  </a:moveTo>
                  <a:lnTo>
                    <a:pt x="1183" y="74"/>
                  </a:lnTo>
                  <a:cubicBezTo>
                    <a:pt x="555" y="74"/>
                    <a:pt x="0" y="592"/>
                    <a:pt x="0" y="1257"/>
                  </a:cubicBezTo>
                  <a:cubicBezTo>
                    <a:pt x="37" y="1886"/>
                    <a:pt x="555" y="2404"/>
                    <a:pt x="1183" y="2404"/>
                  </a:cubicBezTo>
                  <a:lnTo>
                    <a:pt x="8503" y="2367"/>
                  </a:lnTo>
                  <a:lnTo>
                    <a:pt x="8540" y="2367"/>
                  </a:lnTo>
                  <a:cubicBezTo>
                    <a:pt x="9169" y="2330"/>
                    <a:pt x="9650" y="1812"/>
                    <a:pt x="9650" y="1183"/>
                  </a:cubicBezTo>
                  <a:cubicBezTo>
                    <a:pt x="9650" y="518"/>
                    <a:pt x="9132" y="0"/>
                    <a:pt x="84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53"/>
            <p:cNvSpPr/>
            <p:nvPr/>
          </p:nvSpPr>
          <p:spPr>
            <a:xfrm>
              <a:off x="2146775" y="3058050"/>
              <a:ext cx="256050" cy="75825"/>
            </a:xfrm>
            <a:custGeom>
              <a:rect b="b" l="l" r="r" t="t"/>
              <a:pathLst>
                <a:path extrusionOk="0" h="3033" w="10242">
                  <a:moveTo>
                    <a:pt x="8762" y="629"/>
                  </a:moveTo>
                  <a:cubicBezTo>
                    <a:pt x="9243" y="629"/>
                    <a:pt x="9650" y="999"/>
                    <a:pt x="9650" y="1479"/>
                  </a:cubicBezTo>
                  <a:cubicBezTo>
                    <a:pt x="9650" y="1960"/>
                    <a:pt x="9280" y="2330"/>
                    <a:pt x="8836" y="2367"/>
                  </a:cubicBezTo>
                  <a:lnTo>
                    <a:pt x="8762" y="2367"/>
                  </a:lnTo>
                  <a:lnTo>
                    <a:pt x="1479" y="2404"/>
                  </a:lnTo>
                  <a:cubicBezTo>
                    <a:pt x="999" y="2404"/>
                    <a:pt x="629" y="1997"/>
                    <a:pt x="629" y="1553"/>
                  </a:cubicBezTo>
                  <a:lnTo>
                    <a:pt x="629" y="1516"/>
                  </a:lnTo>
                  <a:cubicBezTo>
                    <a:pt x="629" y="1295"/>
                    <a:pt x="703" y="1073"/>
                    <a:pt x="888" y="925"/>
                  </a:cubicBezTo>
                  <a:cubicBezTo>
                    <a:pt x="1036" y="777"/>
                    <a:pt x="1257" y="666"/>
                    <a:pt x="1479" y="666"/>
                  </a:cubicBezTo>
                  <a:lnTo>
                    <a:pt x="8762" y="629"/>
                  </a:lnTo>
                  <a:close/>
                  <a:moveTo>
                    <a:pt x="8762" y="1"/>
                  </a:moveTo>
                  <a:lnTo>
                    <a:pt x="1479" y="38"/>
                  </a:lnTo>
                  <a:cubicBezTo>
                    <a:pt x="666" y="38"/>
                    <a:pt x="0" y="703"/>
                    <a:pt x="0" y="1516"/>
                  </a:cubicBezTo>
                  <a:lnTo>
                    <a:pt x="0" y="1553"/>
                  </a:lnTo>
                  <a:cubicBezTo>
                    <a:pt x="0" y="2367"/>
                    <a:pt x="666" y="3032"/>
                    <a:pt x="1479" y="3032"/>
                  </a:cubicBezTo>
                  <a:lnTo>
                    <a:pt x="8799" y="2958"/>
                  </a:lnTo>
                  <a:lnTo>
                    <a:pt x="8836" y="2958"/>
                  </a:lnTo>
                  <a:cubicBezTo>
                    <a:pt x="9650" y="2921"/>
                    <a:pt x="10241" y="2293"/>
                    <a:pt x="10241" y="1479"/>
                  </a:cubicBezTo>
                  <a:cubicBezTo>
                    <a:pt x="10241" y="666"/>
                    <a:pt x="9576" y="1"/>
                    <a:pt x="87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53"/>
            <p:cNvSpPr/>
            <p:nvPr/>
          </p:nvSpPr>
          <p:spPr>
            <a:xfrm>
              <a:off x="6411325" y="2750350"/>
              <a:ext cx="307800" cy="342775"/>
            </a:xfrm>
            <a:custGeom>
              <a:rect b="b" l="l" r="r" t="t"/>
              <a:pathLst>
                <a:path extrusionOk="0" h="13711" w="12312">
                  <a:moveTo>
                    <a:pt x="7907" y="0"/>
                  </a:moveTo>
                  <a:cubicBezTo>
                    <a:pt x="5765" y="0"/>
                    <a:pt x="3291" y="1801"/>
                    <a:pt x="1849" y="4656"/>
                  </a:cubicBezTo>
                  <a:cubicBezTo>
                    <a:pt x="1" y="8242"/>
                    <a:pt x="481" y="12124"/>
                    <a:pt x="2884" y="13344"/>
                  </a:cubicBezTo>
                  <a:cubicBezTo>
                    <a:pt x="3367" y="13593"/>
                    <a:pt x="3894" y="13711"/>
                    <a:pt x="4443" y="13711"/>
                  </a:cubicBezTo>
                  <a:cubicBezTo>
                    <a:pt x="6585" y="13711"/>
                    <a:pt x="9058" y="11910"/>
                    <a:pt x="10500" y="9055"/>
                  </a:cubicBezTo>
                  <a:cubicBezTo>
                    <a:pt x="12312" y="5469"/>
                    <a:pt x="11868" y="1587"/>
                    <a:pt x="9465" y="367"/>
                  </a:cubicBezTo>
                  <a:cubicBezTo>
                    <a:pt x="8983" y="118"/>
                    <a:pt x="8456" y="0"/>
                    <a:pt x="790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53"/>
            <p:cNvSpPr/>
            <p:nvPr/>
          </p:nvSpPr>
          <p:spPr>
            <a:xfrm>
              <a:off x="6421500" y="2742875"/>
              <a:ext cx="288400" cy="358650"/>
            </a:xfrm>
            <a:custGeom>
              <a:rect b="b" l="l" r="r" t="t"/>
              <a:pathLst>
                <a:path extrusionOk="0" h="14346" w="11536">
                  <a:moveTo>
                    <a:pt x="7505" y="592"/>
                  </a:moveTo>
                  <a:cubicBezTo>
                    <a:pt x="8023" y="592"/>
                    <a:pt x="8467" y="703"/>
                    <a:pt x="8910" y="925"/>
                  </a:cubicBezTo>
                  <a:cubicBezTo>
                    <a:pt x="9576" y="1258"/>
                    <a:pt x="10056" y="1775"/>
                    <a:pt x="10389" y="2478"/>
                  </a:cubicBezTo>
                  <a:cubicBezTo>
                    <a:pt x="10722" y="3180"/>
                    <a:pt x="10907" y="4030"/>
                    <a:pt x="10907" y="4992"/>
                  </a:cubicBezTo>
                  <a:cubicBezTo>
                    <a:pt x="10907" y="6286"/>
                    <a:pt x="10537" y="7764"/>
                    <a:pt x="9835" y="9206"/>
                  </a:cubicBezTo>
                  <a:cubicBezTo>
                    <a:pt x="8393" y="12016"/>
                    <a:pt x="5990" y="13717"/>
                    <a:pt x="4030" y="13717"/>
                  </a:cubicBezTo>
                  <a:cubicBezTo>
                    <a:pt x="3513" y="13717"/>
                    <a:pt x="3032" y="13606"/>
                    <a:pt x="2588" y="13384"/>
                  </a:cubicBezTo>
                  <a:cubicBezTo>
                    <a:pt x="1960" y="13051"/>
                    <a:pt x="1479" y="12534"/>
                    <a:pt x="1147" y="11831"/>
                  </a:cubicBezTo>
                  <a:cubicBezTo>
                    <a:pt x="814" y="11129"/>
                    <a:pt x="629" y="10278"/>
                    <a:pt x="629" y="9354"/>
                  </a:cubicBezTo>
                  <a:cubicBezTo>
                    <a:pt x="629" y="8023"/>
                    <a:pt x="962" y="6544"/>
                    <a:pt x="1701" y="5103"/>
                  </a:cubicBezTo>
                  <a:cubicBezTo>
                    <a:pt x="3106" y="2293"/>
                    <a:pt x="5509" y="592"/>
                    <a:pt x="7505" y="592"/>
                  </a:cubicBezTo>
                  <a:close/>
                  <a:moveTo>
                    <a:pt x="7505" y="1"/>
                  </a:moveTo>
                  <a:cubicBezTo>
                    <a:pt x="5176" y="1"/>
                    <a:pt x="2662" y="1886"/>
                    <a:pt x="1147" y="4807"/>
                  </a:cubicBezTo>
                  <a:cubicBezTo>
                    <a:pt x="370" y="6323"/>
                    <a:pt x="0" y="7912"/>
                    <a:pt x="0" y="9354"/>
                  </a:cubicBezTo>
                  <a:cubicBezTo>
                    <a:pt x="0" y="10352"/>
                    <a:pt x="185" y="11314"/>
                    <a:pt x="592" y="12090"/>
                  </a:cubicBezTo>
                  <a:cubicBezTo>
                    <a:pt x="962" y="12903"/>
                    <a:pt x="1553" y="13532"/>
                    <a:pt x="2330" y="13939"/>
                  </a:cubicBezTo>
                  <a:cubicBezTo>
                    <a:pt x="2847" y="14197"/>
                    <a:pt x="3439" y="14345"/>
                    <a:pt x="4030" y="14345"/>
                  </a:cubicBezTo>
                  <a:cubicBezTo>
                    <a:pt x="6359" y="14308"/>
                    <a:pt x="8873" y="12423"/>
                    <a:pt x="10352" y="9502"/>
                  </a:cubicBezTo>
                  <a:cubicBezTo>
                    <a:pt x="11129" y="7986"/>
                    <a:pt x="11535" y="6397"/>
                    <a:pt x="11535" y="4992"/>
                  </a:cubicBezTo>
                  <a:cubicBezTo>
                    <a:pt x="11535" y="3957"/>
                    <a:pt x="11313" y="2995"/>
                    <a:pt x="10944" y="2219"/>
                  </a:cubicBezTo>
                  <a:cubicBezTo>
                    <a:pt x="10574" y="1406"/>
                    <a:pt x="9982" y="777"/>
                    <a:pt x="9206" y="370"/>
                  </a:cubicBezTo>
                  <a:cubicBezTo>
                    <a:pt x="8689" y="112"/>
                    <a:pt x="8097" y="1"/>
                    <a:pt x="75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53"/>
            <p:cNvSpPr/>
            <p:nvPr/>
          </p:nvSpPr>
          <p:spPr>
            <a:xfrm>
              <a:off x="6367900" y="2718725"/>
              <a:ext cx="380800" cy="356000"/>
            </a:xfrm>
            <a:custGeom>
              <a:rect b="b" l="l" r="r" t="t"/>
              <a:pathLst>
                <a:path extrusionOk="0" h="14240" w="15232">
                  <a:moveTo>
                    <a:pt x="13049" y="0"/>
                  </a:moveTo>
                  <a:cubicBezTo>
                    <a:pt x="12563" y="0"/>
                    <a:pt x="12075" y="185"/>
                    <a:pt x="11683" y="560"/>
                  </a:cubicBezTo>
                  <a:lnTo>
                    <a:pt x="850" y="10838"/>
                  </a:lnTo>
                  <a:cubicBezTo>
                    <a:pt x="37" y="11577"/>
                    <a:pt x="0" y="12834"/>
                    <a:pt x="777" y="13611"/>
                  </a:cubicBezTo>
                  <a:cubicBezTo>
                    <a:pt x="1146" y="14017"/>
                    <a:pt x="1664" y="14239"/>
                    <a:pt x="2181" y="14239"/>
                  </a:cubicBezTo>
                  <a:cubicBezTo>
                    <a:pt x="2662" y="14239"/>
                    <a:pt x="3180" y="14054"/>
                    <a:pt x="3549" y="13685"/>
                  </a:cubicBezTo>
                  <a:lnTo>
                    <a:pt x="14419" y="3407"/>
                  </a:lnTo>
                  <a:cubicBezTo>
                    <a:pt x="15195" y="2667"/>
                    <a:pt x="15232" y="1410"/>
                    <a:pt x="14493" y="634"/>
                  </a:cubicBezTo>
                  <a:cubicBezTo>
                    <a:pt x="14091" y="213"/>
                    <a:pt x="13570" y="0"/>
                    <a:pt x="130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53"/>
            <p:cNvSpPr/>
            <p:nvPr/>
          </p:nvSpPr>
          <p:spPr>
            <a:xfrm>
              <a:off x="6007425" y="2810625"/>
              <a:ext cx="244025" cy="272225"/>
            </a:xfrm>
            <a:custGeom>
              <a:rect b="b" l="l" r="r" t="t"/>
              <a:pathLst>
                <a:path extrusionOk="0" h="10889" w="9761">
                  <a:moveTo>
                    <a:pt x="6283" y="0"/>
                  </a:moveTo>
                  <a:cubicBezTo>
                    <a:pt x="4573" y="0"/>
                    <a:pt x="2595" y="1449"/>
                    <a:pt x="1442" y="3724"/>
                  </a:cubicBezTo>
                  <a:cubicBezTo>
                    <a:pt x="1" y="6533"/>
                    <a:pt x="370" y="9639"/>
                    <a:pt x="2256" y="10600"/>
                  </a:cubicBezTo>
                  <a:cubicBezTo>
                    <a:pt x="2647" y="10796"/>
                    <a:pt x="3071" y="10889"/>
                    <a:pt x="3510" y="10889"/>
                  </a:cubicBezTo>
                  <a:cubicBezTo>
                    <a:pt x="5225" y="10889"/>
                    <a:pt x="7171" y="9466"/>
                    <a:pt x="8319" y="7199"/>
                  </a:cubicBezTo>
                  <a:cubicBezTo>
                    <a:pt x="9761" y="4352"/>
                    <a:pt x="9391" y="1247"/>
                    <a:pt x="7506" y="285"/>
                  </a:cubicBezTo>
                  <a:cubicBezTo>
                    <a:pt x="7127" y="92"/>
                    <a:pt x="6713" y="0"/>
                    <a:pt x="62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53"/>
            <p:cNvSpPr/>
            <p:nvPr/>
          </p:nvSpPr>
          <p:spPr>
            <a:xfrm>
              <a:off x="6013900" y="2802950"/>
              <a:ext cx="231100" cy="287475"/>
            </a:xfrm>
            <a:custGeom>
              <a:rect b="b" l="l" r="r" t="t"/>
              <a:pathLst>
                <a:path extrusionOk="0" h="11499" w="9244">
                  <a:moveTo>
                    <a:pt x="5990" y="629"/>
                  </a:moveTo>
                  <a:cubicBezTo>
                    <a:pt x="6396" y="629"/>
                    <a:pt x="6766" y="703"/>
                    <a:pt x="7099" y="888"/>
                  </a:cubicBezTo>
                  <a:cubicBezTo>
                    <a:pt x="7579" y="1147"/>
                    <a:pt x="7986" y="1554"/>
                    <a:pt x="8245" y="2071"/>
                  </a:cubicBezTo>
                  <a:cubicBezTo>
                    <a:pt x="8504" y="2626"/>
                    <a:pt x="8652" y="3291"/>
                    <a:pt x="8652" y="4031"/>
                  </a:cubicBezTo>
                  <a:cubicBezTo>
                    <a:pt x="8652" y="5066"/>
                    <a:pt x="8356" y="6249"/>
                    <a:pt x="7801" y="7358"/>
                  </a:cubicBezTo>
                  <a:cubicBezTo>
                    <a:pt x="6692" y="9539"/>
                    <a:pt x="4770" y="10907"/>
                    <a:pt x="3254" y="10907"/>
                  </a:cubicBezTo>
                  <a:cubicBezTo>
                    <a:pt x="2847" y="10870"/>
                    <a:pt x="2477" y="10796"/>
                    <a:pt x="2145" y="10648"/>
                  </a:cubicBezTo>
                  <a:cubicBezTo>
                    <a:pt x="1664" y="10390"/>
                    <a:pt x="1294" y="9983"/>
                    <a:pt x="1036" y="9428"/>
                  </a:cubicBezTo>
                  <a:cubicBezTo>
                    <a:pt x="740" y="8911"/>
                    <a:pt x="629" y="8245"/>
                    <a:pt x="629" y="7506"/>
                  </a:cubicBezTo>
                  <a:cubicBezTo>
                    <a:pt x="629" y="6471"/>
                    <a:pt x="888" y="5288"/>
                    <a:pt x="1479" y="4141"/>
                  </a:cubicBezTo>
                  <a:cubicBezTo>
                    <a:pt x="2034" y="3069"/>
                    <a:pt x="2773" y="2182"/>
                    <a:pt x="3587" y="1554"/>
                  </a:cubicBezTo>
                  <a:cubicBezTo>
                    <a:pt x="4363" y="962"/>
                    <a:pt x="5250" y="629"/>
                    <a:pt x="5990" y="629"/>
                  </a:cubicBezTo>
                  <a:close/>
                  <a:moveTo>
                    <a:pt x="5990" y="1"/>
                  </a:moveTo>
                  <a:cubicBezTo>
                    <a:pt x="4141" y="38"/>
                    <a:pt x="2108" y="1517"/>
                    <a:pt x="925" y="3883"/>
                  </a:cubicBezTo>
                  <a:cubicBezTo>
                    <a:pt x="296" y="5103"/>
                    <a:pt x="0" y="6360"/>
                    <a:pt x="0" y="7506"/>
                  </a:cubicBezTo>
                  <a:cubicBezTo>
                    <a:pt x="0" y="8319"/>
                    <a:pt x="148" y="9059"/>
                    <a:pt x="481" y="9687"/>
                  </a:cubicBezTo>
                  <a:cubicBezTo>
                    <a:pt x="777" y="10353"/>
                    <a:pt x="1257" y="10870"/>
                    <a:pt x="1886" y="11166"/>
                  </a:cubicBezTo>
                  <a:cubicBezTo>
                    <a:pt x="2293" y="11388"/>
                    <a:pt x="2773" y="11499"/>
                    <a:pt x="3254" y="11499"/>
                  </a:cubicBezTo>
                  <a:cubicBezTo>
                    <a:pt x="5139" y="11499"/>
                    <a:pt x="7136" y="9983"/>
                    <a:pt x="8319" y="7654"/>
                  </a:cubicBezTo>
                  <a:cubicBezTo>
                    <a:pt x="8947" y="6434"/>
                    <a:pt x="9243" y="5177"/>
                    <a:pt x="9243" y="4031"/>
                  </a:cubicBezTo>
                  <a:cubicBezTo>
                    <a:pt x="9243" y="3217"/>
                    <a:pt x="9095" y="2441"/>
                    <a:pt x="8799" y="1812"/>
                  </a:cubicBezTo>
                  <a:cubicBezTo>
                    <a:pt x="8467" y="1184"/>
                    <a:pt x="8023" y="666"/>
                    <a:pt x="7395" y="333"/>
                  </a:cubicBezTo>
                  <a:cubicBezTo>
                    <a:pt x="6951" y="112"/>
                    <a:pt x="6470" y="1"/>
                    <a:pt x="59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53"/>
            <p:cNvSpPr/>
            <p:nvPr/>
          </p:nvSpPr>
          <p:spPr>
            <a:xfrm>
              <a:off x="5994500" y="2772900"/>
              <a:ext cx="258800" cy="320975"/>
            </a:xfrm>
            <a:custGeom>
              <a:rect b="b" l="l" r="r" t="t"/>
              <a:pathLst>
                <a:path extrusionOk="0" h="12839" w="10352">
                  <a:moveTo>
                    <a:pt x="8574" y="1"/>
                  </a:moveTo>
                  <a:cubicBezTo>
                    <a:pt x="8085" y="1"/>
                    <a:pt x="7601" y="232"/>
                    <a:pt x="7283" y="685"/>
                  </a:cubicBezTo>
                  <a:lnTo>
                    <a:pt x="481" y="10371"/>
                  </a:lnTo>
                  <a:cubicBezTo>
                    <a:pt x="0" y="11074"/>
                    <a:pt x="185" y="12072"/>
                    <a:pt x="887" y="12553"/>
                  </a:cubicBezTo>
                  <a:cubicBezTo>
                    <a:pt x="1167" y="12749"/>
                    <a:pt x="1490" y="12839"/>
                    <a:pt x="1806" y="12839"/>
                  </a:cubicBezTo>
                  <a:cubicBezTo>
                    <a:pt x="1908" y="12839"/>
                    <a:pt x="2009" y="12829"/>
                    <a:pt x="2107" y="12812"/>
                  </a:cubicBezTo>
                  <a:cubicBezTo>
                    <a:pt x="2477" y="12738"/>
                    <a:pt x="2810" y="12516"/>
                    <a:pt x="3069" y="12183"/>
                  </a:cubicBezTo>
                  <a:lnTo>
                    <a:pt x="9871" y="2460"/>
                  </a:lnTo>
                  <a:cubicBezTo>
                    <a:pt x="10352" y="1757"/>
                    <a:pt x="10167" y="796"/>
                    <a:pt x="9464" y="278"/>
                  </a:cubicBezTo>
                  <a:cubicBezTo>
                    <a:pt x="9193" y="93"/>
                    <a:pt x="8882" y="1"/>
                    <a:pt x="85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53"/>
            <p:cNvSpPr/>
            <p:nvPr/>
          </p:nvSpPr>
          <p:spPr>
            <a:xfrm>
              <a:off x="5838275" y="3220725"/>
              <a:ext cx="467725" cy="561975"/>
            </a:xfrm>
            <a:custGeom>
              <a:rect b="b" l="l" r="r" t="t"/>
              <a:pathLst>
                <a:path extrusionOk="0" h="22479" w="18709">
                  <a:moveTo>
                    <a:pt x="8467" y="0"/>
                  </a:moveTo>
                  <a:lnTo>
                    <a:pt x="1" y="18523"/>
                  </a:lnTo>
                  <a:lnTo>
                    <a:pt x="8948" y="22479"/>
                  </a:lnTo>
                  <a:lnTo>
                    <a:pt x="18708" y="555"/>
                  </a:lnTo>
                  <a:lnTo>
                    <a:pt x="84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53"/>
            <p:cNvSpPr/>
            <p:nvPr/>
          </p:nvSpPr>
          <p:spPr>
            <a:xfrm>
              <a:off x="5829975" y="3213325"/>
              <a:ext cx="484325" cy="577500"/>
            </a:xfrm>
            <a:custGeom>
              <a:rect b="b" l="l" r="r" t="t"/>
              <a:pathLst>
                <a:path extrusionOk="0" h="23100" w="19373">
                  <a:moveTo>
                    <a:pt x="9006" y="639"/>
                  </a:moveTo>
                  <a:lnTo>
                    <a:pt x="18596" y="1110"/>
                  </a:lnTo>
                  <a:lnTo>
                    <a:pt x="9132" y="22368"/>
                  </a:lnTo>
                  <a:lnTo>
                    <a:pt x="740" y="18671"/>
                  </a:lnTo>
                  <a:lnTo>
                    <a:pt x="9006" y="639"/>
                  </a:lnTo>
                  <a:close/>
                  <a:moveTo>
                    <a:pt x="8836" y="1"/>
                  </a:moveTo>
                  <a:cubicBezTo>
                    <a:pt x="8688" y="1"/>
                    <a:pt x="8577" y="75"/>
                    <a:pt x="8540" y="186"/>
                  </a:cubicBezTo>
                  <a:lnTo>
                    <a:pt x="37" y="18708"/>
                  </a:lnTo>
                  <a:cubicBezTo>
                    <a:pt x="0" y="18782"/>
                    <a:pt x="0" y="18856"/>
                    <a:pt x="37" y="18930"/>
                  </a:cubicBezTo>
                  <a:cubicBezTo>
                    <a:pt x="74" y="19004"/>
                    <a:pt x="111" y="19078"/>
                    <a:pt x="222" y="19115"/>
                  </a:cubicBezTo>
                  <a:lnTo>
                    <a:pt x="9169" y="23070"/>
                  </a:lnTo>
                  <a:cubicBezTo>
                    <a:pt x="9209" y="23090"/>
                    <a:pt x="9251" y="23099"/>
                    <a:pt x="9293" y="23099"/>
                  </a:cubicBezTo>
                  <a:cubicBezTo>
                    <a:pt x="9408" y="23099"/>
                    <a:pt x="9521" y="23031"/>
                    <a:pt x="9576" y="22923"/>
                  </a:cubicBezTo>
                  <a:lnTo>
                    <a:pt x="19336" y="962"/>
                  </a:lnTo>
                  <a:cubicBezTo>
                    <a:pt x="19373" y="851"/>
                    <a:pt x="19373" y="777"/>
                    <a:pt x="19336" y="666"/>
                  </a:cubicBezTo>
                  <a:cubicBezTo>
                    <a:pt x="19262" y="592"/>
                    <a:pt x="19188" y="518"/>
                    <a:pt x="19077" y="518"/>
                  </a:cubicBezTo>
                  <a:lnTo>
                    <a:pt x="883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53"/>
            <p:cNvSpPr/>
            <p:nvPr/>
          </p:nvSpPr>
          <p:spPr>
            <a:xfrm>
              <a:off x="6088775" y="3235525"/>
              <a:ext cx="500975" cy="665475"/>
            </a:xfrm>
            <a:custGeom>
              <a:rect b="b" l="l" r="r" t="t"/>
              <a:pathLst>
                <a:path extrusionOk="0" h="26619" w="20039">
                  <a:moveTo>
                    <a:pt x="9945" y="0"/>
                  </a:moveTo>
                  <a:lnTo>
                    <a:pt x="0" y="22367"/>
                  </a:lnTo>
                  <a:lnTo>
                    <a:pt x="9575" y="26619"/>
                  </a:lnTo>
                  <a:lnTo>
                    <a:pt x="20038" y="518"/>
                  </a:lnTo>
                  <a:lnTo>
                    <a:pt x="994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53"/>
            <p:cNvSpPr/>
            <p:nvPr/>
          </p:nvSpPr>
          <p:spPr>
            <a:xfrm>
              <a:off x="6081375" y="3228125"/>
              <a:ext cx="516675" cy="680050"/>
            </a:xfrm>
            <a:custGeom>
              <a:rect b="b" l="l" r="r" t="t"/>
              <a:pathLst>
                <a:path extrusionOk="0" h="27202" w="20667">
                  <a:moveTo>
                    <a:pt x="10450" y="639"/>
                  </a:moveTo>
                  <a:lnTo>
                    <a:pt x="19890" y="1109"/>
                  </a:lnTo>
                  <a:lnTo>
                    <a:pt x="9687" y="26471"/>
                  </a:lnTo>
                  <a:lnTo>
                    <a:pt x="740" y="22515"/>
                  </a:lnTo>
                  <a:lnTo>
                    <a:pt x="10450" y="639"/>
                  </a:lnTo>
                  <a:close/>
                  <a:moveTo>
                    <a:pt x="10278" y="0"/>
                  </a:moveTo>
                  <a:cubicBezTo>
                    <a:pt x="10130" y="0"/>
                    <a:pt x="10019" y="74"/>
                    <a:pt x="9982" y="185"/>
                  </a:cubicBezTo>
                  <a:lnTo>
                    <a:pt x="37" y="22552"/>
                  </a:lnTo>
                  <a:cubicBezTo>
                    <a:pt x="0" y="22626"/>
                    <a:pt x="0" y="22700"/>
                    <a:pt x="37" y="22774"/>
                  </a:cubicBezTo>
                  <a:cubicBezTo>
                    <a:pt x="74" y="22848"/>
                    <a:pt x="111" y="22922"/>
                    <a:pt x="185" y="22959"/>
                  </a:cubicBezTo>
                  <a:lnTo>
                    <a:pt x="9724" y="27174"/>
                  </a:lnTo>
                  <a:cubicBezTo>
                    <a:pt x="9779" y="27192"/>
                    <a:pt x="9825" y="27201"/>
                    <a:pt x="9867" y="27201"/>
                  </a:cubicBezTo>
                  <a:cubicBezTo>
                    <a:pt x="9908" y="27201"/>
                    <a:pt x="9945" y="27192"/>
                    <a:pt x="9982" y="27174"/>
                  </a:cubicBezTo>
                  <a:cubicBezTo>
                    <a:pt x="10056" y="27137"/>
                    <a:pt x="10130" y="27100"/>
                    <a:pt x="10167" y="27026"/>
                  </a:cubicBezTo>
                  <a:lnTo>
                    <a:pt x="20630" y="925"/>
                  </a:lnTo>
                  <a:cubicBezTo>
                    <a:pt x="20667" y="851"/>
                    <a:pt x="20667" y="740"/>
                    <a:pt x="20593" y="666"/>
                  </a:cubicBezTo>
                  <a:cubicBezTo>
                    <a:pt x="20556" y="592"/>
                    <a:pt x="20445" y="518"/>
                    <a:pt x="20371" y="518"/>
                  </a:cubicBezTo>
                  <a:lnTo>
                    <a:pt x="10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53"/>
            <p:cNvSpPr/>
            <p:nvPr/>
          </p:nvSpPr>
          <p:spPr>
            <a:xfrm>
              <a:off x="5663600" y="3210550"/>
              <a:ext cx="354950" cy="461250"/>
            </a:xfrm>
            <a:custGeom>
              <a:rect b="b" l="l" r="r" t="t"/>
              <a:pathLst>
                <a:path extrusionOk="0" h="18450" w="14198">
                  <a:moveTo>
                    <a:pt x="7136" y="1"/>
                  </a:moveTo>
                  <a:lnTo>
                    <a:pt x="1" y="15824"/>
                  </a:lnTo>
                  <a:lnTo>
                    <a:pt x="5916" y="18449"/>
                  </a:lnTo>
                  <a:lnTo>
                    <a:pt x="14197" y="371"/>
                  </a:lnTo>
                  <a:lnTo>
                    <a:pt x="713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53"/>
            <p:cNvSpPr/>
            <p:nvPr/>
          </p:nvSpPr>
          <p:spPr>
            <a:xfrm>
              <a:off x="5655275" y="3202250"/>
              <a:ext cx="371575" cy="477650"/>
            </a:xfrm>
            <a:custGeom>
              <a:rect b="b" l="l" r="r" t="t"/>
              <a:pathLst>
                <a:path extrusionOk="0" h="19106" w="14863">
                  <a:moveTo>
                    <a:pt x="7691" y="629"/>
                  </a:moveTo>
                  <a:lnTo>
                    <a:pt x="14079" y="974"/>
                  </a:lnTo>
                  <a:lnTo>
                    <a:pt x="14079" y="974"/>
                  </a:lnTo>
                  <a:lnTo>
                    <a:pt x="6101" y="18375"/>
                  </a:lnTo>
                  <a:lnTo>
                    <a:pt x="740" y="16008"/>
                  </a:lnTo>
                  <a:lnTo>
                    <a:pt x="7691" y="629"/>
                  </a:lnTo>
                  <a:close/>
                  <a:moveTo>
                    <a:pt x="7506" y="0"/>
                  </a:moveTo>
                  <a:cubicBezTo>
                    <a:pt x="7358" y="0"/>
                    <a:pt x="7247" y="74"/>
                    <a:pt x="7210" y="185"/>
                  </a:cubicBezTo>
                  <a:lnTo>
                    <a:pt x="38" y="16045"/>
                  </a:lnTo>
                  <a:cubicBezTo>
                    <a:pt x="1" y="16119"/>
                    <a:pt x="1" y="16193"/>
                    <a:pt x="38" y="16267"/>
                  </a:cubicBezTo>
                  <a:cubicBezTo>
                    <a:pt x="75" y="16378"/>
                    <a:pt x="112" y="16415"/>
                    <a:pt x="186" y="16452"/>
                  </a:cubicBezTo>
                  <a:lnTo>
                    <a:pt x="6101" y="19077"/>
                  </a:lnTo>
                  <a:cubicBezTo>
                    <a:pt x="6150" y="19097"/>
                    <a:pt x="6200" y="19106"/>
                    <a:pt x="6247" y="19106"/>
                  </a:cubicBezTo>
                  <a:cubicBezTo>
                    <a:pt x="6374" y="19106"/>
                    <a:pt x="6481" y="19037"/>
                    <a:pt x="6508" y="18929"/>
                  </a:cubicBezTo>
                  <a:lnTo>
                    <a:pt x="14826" y="813"/>
                  </a:lnTo>
                  <a:cubicBezTo>
                    <a:pt x="14863" y="739"/>
                    <a:pt x="14863" y="629"/>
                    <a:pt x="14789" y="518"/>
                  </a:cubicBezTo>
                  <a:cubicBezTo>
                    <a:pt x="14752" y="444"/>
                    <a:pt x="14641" y="370"/>
                    <a:pt x="14567" y="370"/>
                  </a:cubicBezTo>
                  <a:lnTo>
                    <a:pt x="7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53"/>
            <p:cNvSpPr/>
            <p:nvPr/>
          </p:nvSpPr>
          <p:spPr>
            <a:xfrm>
              <a:off x="1289975" y="3512800"/>
              <a:ext cx="232025" cy="192275"/>
            </a:xfrm>
            <a:custGeom>
              <a:rect b="b" l="l" r="r" t="t"/>
              <a:pathLst>
                <a:path extrusionOk="0" h="7691" w="9281">
                  <a:moveTo>
                    <a:pt x="7136" y="0"/>
                  </a:moveTo>
                  <a:lnTo>
                    <a:pt x="1" y="1775"/>
                  </a:lnTo>
                  <a:lnTo>
                    <a:pt x="2441" y="7690"/>
                  </a:lnTo>
                  <a:lnTo>
                    <a:pt x="9280" y="5065"/>
                  </a:lnTo>
                  <a:lnTo>
                    <a:pt x="71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53"/>
            <p:cNvSpPr/>
            <p:nvPr/>
          </p:nvSpPr>
          <p:spPr>
            <a:xfrm>
              <a:off x="1281650" y="3505175"/>
              <a:ext cx="247750" cy="207525"/>
            </a:xfrm>
            <a:custGeom>
              <a:rect b="b" l="l" r="r" t="t"/>
              <a:pathLst>
                <a:path extrusionOk="0" h="8301" w="9910">
                  <a:moveTo>
                    <a:pt x="7284" y="675"/>
                  </a:moveTo>
                  <a:lnTo>
                    <a:pt x="9195" y="5192"/>
                  </a:lnTo>
                  <a:lnTo>
                    <a:pt x="9195" y="5192"/>
                  </a:lnTo>
                  <a:lnTo>
                    <a:pt x="2959" y="7588"/>
                  </a:lnTo>
                  <a:lnTo>
                    <a:pt x="740" y="2265"/>
                  </a:lnTo>
                  <a:lnTo>
                    <a:pt x="7284" y="675"/>
                  </a:lnTo>
                  <a:close/>
                  <a:moveTo>
                    <a:pt x="7471" y="0"/>
                  </a:moveTo>
                  <a:cubicBezTo>
                    <a:pt x="7446" y="0"/>
                    <a:pt x="7420" y="3"/>
                    <a:pt x="7395" y="9"/>
                  </a:cubicBezTo>
                  <a:lnTo>
                    <a:pt x="260" y="1784"/>
                  </a:lnTo>
                  <a:cubicBezTo>
                    <a:pt x="186" y="1784"/>
                    <a:pt x="112" y="1858"/>
                    <a:pt x="38" y="1932"/>
                  </a:cubicBezTo>
                  <a:cubicBezTo>
                    <a:pt x="1" y="2006"/>
                    <a:pt x="1" y="2117"/>
                    <a:pt x="38" y="2191"/>
                  </a:cubicBezTo>
                  <a:lnTo>
                    <a:pt x="2478" y="8106"/>
                  </a:lnTo>
                  <a:cubicBezTo>
                    <a:pt x="2539" y="8229"/>
                    <a:pt x="2677" y="8300"/>
                    <a:pt x="2806" y="8300"/>
                  </a:cubicBezTo>
                  <a:cubicBezTo>
                    <a:pt x="2833" y="8300"/>
                    <a:pt x="2859" y="8297"/>
                    <a:pt x="2885" y="8291"/>
                  </a:cubicBezTo>
                  <a:lnTo>
                    <a:pt x="9724" y="5666"/>
                  </a:lnTo>
                  <a:cubicBezTo>
                    <a:pt x="9798" y="5629"/>
                    <a:pt x="9835" y="5555"/>
                    <a:pt x="9872" y="5481"/>
                  </a:cubicBezTo>
                  <a:cubicBezTo>
                    <a:pt x="9909" y="5407"/>
                    <a:pt x="9909" y="5333"/>
                    <a:pt x="9872" y="5259"/>
                  </a:cubicBezTo>
                  <a:lnTo>
                    <a:pt x="7765" y="194"/>
                  </a:lnTo>
                  <a:cubicBezTo>
                    <a:pt x="7704" y="72"/>
                    <a:pt x="7592" y="0"/>
                    <a:pt x="74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53"/>
            <p:cNvSpPr/>
            <p:nvPr/>
          </p:nvSpPr>
          <p:spPr>
            <a:xfrm>
              <a:off x="1197550" y="3311300"/>
              <a:ext cx="243100" cy="176575"/>
            </a:xfrm>
            <a:custGeom>
              <a:rect b="b" l="l" r="r" t="t"/>
              <a:pathLst>
                <a:path extrusionOk="0" h="7063" w="9724">
                  <a:moveTo>
                    <a:pt x="7469" y="1"/>
                  </a:moveTo>
                  <a:lnTo>
                    <a:pt x="1" y="888"/>
                  </a:lnTo>
                  <a:lnTo>
                    <a:pt x="2552" y="7062"/>
                  </a:lnTo>
                  <a:lnTo>
                    <a:pt x="9724" y="5398"/>
                  </a:lnTo>
                  <a:lnTo>
                    <a:pt x="746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53"/>
            <p:cNvSpPr/>
            <p:nvPr/>
          </p:nvSpPr>
          <p:spPr>
            <a:xfrm>
              <a:off x="1190150" y="3302975"/>
              <a:ext cx="258825" cy="192475"/>
            </a:xfrm>
            <a:custGeom>
              <a:rect b="b" l="l" r="r" t="t"/>
              <a:pathLst>
                <a:path extrusionOk="0" h="7699" w="10353">
                  <a:moveTo>
                    <a:pt x="7543" y="666"/>
                  </a:moveTo>
                  <a:lnTo>
                    <a:pt x="9613" y="5510"/>
                  </a:lnTo>
                  <a:lnTo>
                    <a:pt x="3041" y="7002"/>
                  </a:lnTo>
                  <a:lnTo>
                    <a:pt x="3041" y="7002"/>
                  </a:lnTo>
                  <a:lnTo>
                    <a:pt x="740" y="1480"/>
                  </a:lnTo>
                  <a:lnTo>
                    <a:pt x="7543" y="666"/>
                  </a:lnTo>
                  <a:close/>
                  <a:moveTo>
                    <a:pt x="7728" y="1"/>
                  </a:moveTo>
                  <a:lnTo>
                    <a:pt x="260" y="925"/>
                  </a:lnTo>
                  <a:cubicBezTo>
                    <a:pt x="186" y="925"/>
                    <a:pt x="75" y="999"/>
                    <a:pt x="38" y="1073"/>
                  </a:cubicBezTo>
                  <a:cubicBezTo>
                    <a:pt x="1" y="1147"/>
                    <a:pt x="1" y="1258"/>
                    <a:pt x="38" y="1332"/>
                  </a:cubicBezTo>
                  <a:lnTo>
                    <a:pt x="2552" y="7506"/>
                  </a:lnTo>
                  <a:cubicBezTo>
                    <a:pt x="2616" y="7602"/>
                    <a:pt x="2735" y="7698"/>
                    <a:pt x="2862" y="7698"/>
                  </a:cubicBezTo>
                  <a:cubicBezTo>
                    <a:pt x="2882" y="7698"/>
                    <a:pt x="2902" y="7696"/>
                    <a:pt x="2922" y="7691"/>
                  </a:cubicBezTo>
                  <a:lnTo>
                    <a:pt x="10094" y="6027"/>
                  </a:lnTo>
                  <a:cubicBezTo>
                    <a:pt x="10168" y="6027"/>
                    <a:pt x="10242" y="5953"/>
                    <a:pt x="10316" y="5879"/>
                  </a:cubicBezTo>
                  <a:cubicBezTo>
                    <a:pt x="10353" y="5805"/>
                    <a:pt x="10353" y="5694"/>
                    <a:pt x="10316" y="5620"/>
                  </a:cubicBezTo>
                  <a:lnTo>
                    <a:pt x="8023" y="186"/>
                  </a:lnTo>
                  <a:cubicBezTo>
                    <a:pt x="7987" y="75"/>
                    <a:pt x="7839" y="1"/>
                    <a:pt x="77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53"/>
            <p:cNvSpPr/>
            <p:nvPr/>
          </p:nvSpPr>
          <p:spPr>
            <a:xfrm>
              <a:off x="1413825" y="3288200"/>
              <a:ext cx="203375" cy="151600"/>
            </a:xfrm>
            <a:custGeom>
              <a:rect b="b" l="l" r="r" t="t"/>
              <a:pathLst>
                <a:path extrusionOk="0" h="6064" w="8135">
                  <a:moveTo>
                    <a:pt x="6323" y="0"/>
                  </a:moveTo>
                  <a:lnTo>
                    <a:pt x="1" y="777"/>
                  </a:lnTo>
                  <a:lnTo>
                    <a:pt x="2256" y="6064"/>
                  </a:lnTo>
                  <a:lnTo>
                    <a:pt x="8134" y="4733"/>
                  </a:lnTo>
                  <a:lnTo>
                    <a:pt x="632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53"/>
            <p:cNvSpPr/>
            <p:nvPr/>
          </p:nvSpPr>
          <p:spPr>
            <a:xfrm>
              <a:off x="1406425" y="3280575"/>
              <a:ext cx="219100" cy="166850"/>
            </a:xfrm>
            <a:custGeom>
              <a:rect b="b" l="l" r="r" t="t"/>
              <a:pathLst>
                <a:path extrusionOk="0" h="6674" w="8764">
                  <a:moveTo>
                    <a:pt x="6397" y="638"/>
                  </a:moveTo>
                  <a:lnTo>
                    <a:pt x="8024" y="4816"/>
                  </a:lnTo>
                  <a:lnTo>
                    <a:pt x="2711" y="6020"/>
                  </a:lnTo>
                  <a:lnTo>
                    <a:pt x="2711" y="6020"/>
                  </a:lnTo>
                  <a:lnTo>
                    <a:pt x="740" y="1341"/>
                  </a:lnTo>
                  <a:lnTo>
                    <a:pt x="6397" y="638"/>
                  </a:lnTo>
                  <a:close/>
                  <a:moveTo>
                    <a:pt x="6641" y="0"/>
                  </a:moveTo>
                  <a:cubicBezTo>
                    <a:pt x="6621" y="0"/>
                    <a:pt x="6601" y="3"/>
                    <a:pt x="6582" y="10"/>
                  </a:cubicBezTo>
                  <a:lnTo>
                    <a:pt x="260" y="749"/>
                  </a:lnTo>
                  <a:cubicBezTo>
                    <a:pt x="186" y="786"/>
                    <a:pt x="75" y="823"/>
                    <a:pt x="38" y="897"/>
                  </a:cubicBezTo>
                  <a:cubicBezTo>
                    <a:pt x="1" y="1008"/>
                    <a:pt x="1" y="1082"/>
                    <a:pt x="38" y="1193"/>
                  </a:cubicBezTo>
                  <a:lnTo>
                    <a:pt x="2256" y="6479"/>
                  </a:lnTo>
                  <a:cubicBezTo>
                    <a:pt x="2287" y="6602"/>
                    <a:pt x="2394" y="6674"/>
                    <a:pt x="2513" y="6674"/>
                  </a:cubicBezTo>
                  <a:cubicBezTo>
                    <a:pt x="2538" y="6674"/>
                    <a:pt x="2564" y="6671"/>
                    <a:pt x="2589" y="6664"/>
                  </a:cubicBezTo>
                  <a:lnTo>
                    <a:pt x="8504" y="5333"/>
                  </a:lnTo>
                  <a:cubicBezTo>
                    <a:pt x="8615" y="5296"/>
                    <a:pt x="8689" y="5259"/>
                    <a:pt x="8726" y="5149"/>
                  </a:cubicBezTo>
                  <a:cubicBezTo>
                    <a:pt x="8763" y="5075"/>
                    <a:pt x="8763" y="5001"/>
                    <a:pt x="8726" y="4927"/>
                  </a:cubicBezTo>
                  <a:lnTo>
                    <a:pt x="6878" y="194"/>
                  </a:lnTo>
                  <a:cubicBezTo>
                    <a:pt x="6847" y="72"/>
                    <a:pt x="6740" y="0"/>
                    <a:pt x="66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53"/>
            <p:cNvSpPr/>
            <p:nvPr/>
          </p:nvSpPr>
          <p:spPr>
            <a:xfrm>
              <a:off x="1601450" y="3269700"/>
              <a:ext cx="162700" cy="129425"/>
            </a:xfrm>
            <a:custGeom>
              <a:rect b="b" l="l" r="r" t="t"/>
              <a:pathLst>
                <a:path extrusionOk="0" h="5177" w="6508">
                  <a:moveTo>
                    <a:pt x="4844" y="1"/>
                  </a:moveTo>
                  <a:lnTo>
                    <a:pt x="1" y="592"/>
                  </a:lnTo>
                  <a:lnTo>
                    <a:pt x="1812" y="5177"/>
                  </a:lnTo>
                  <a:lnTo>
                    <a:pt x="6508" y="4105"/>
                  </a:lnTo>
                  <a:lnTo>
                    <a:pt x="48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53"/>
            <p:cNvSpPr/>
            <p:nvPr/>
          </p:nvSpPr>
          <p:spPr>
            <a:xfrm>
              <a:off x="1593150" y="3262075"/>
              <a:ext cx="179325" cy="145375"/>
            </a:xfrm>
            <a:custGeom>
              <a:rect b="b" l="l" r="r" t="t"/>
              <a:pathLst>
                <a:path extrusionOk="0" h="5815" w="7173">
                  <a:moveTo>
                    <a:pt x="4969" y="632"/>
                  </a:moveTo>
                  <a:lnTo>
                    <a:pt x="6433" y="4188"/>
                  </a:lnTo>
                  <a:lnTo>
                    <a:pt x="2329" y="5149"/>
                  </a:lnTo>
                  <a:lnTo>
                    <a:pt x="776" y="1156"/>
                  </a:lnTo>
                  <a:lnTo>
                    <a:pt x="4969" y="632"/>
                  </a:lnTo>
                  <a:close/>
                  <a:moveTo>
                    <a:pt x="5199" y="1"/>
                  </a:moveTo>
                  <a:cubicBezTo>
                    <a:pt x="5178" y="1"/>
                    <a:pt x="5158" y="4"/>
                    <a:pt x="5139" y="10"/>
                  </a:cubicBezTo>
                  <a:lnTo>
                    <a:pt x="296" y="602"/>
                  </a:lnTo>
                  <a:cubicBezTo>
                    <a:pt x="222" y="602"/>
                    <a:pt x="111" y="639"/>
                    <a:pt x="74" y="750"/>
                  </a:cubicBezTo>
                  <a:cubicBezTo>
                    <a:pt x="37" y="824"/>
                    <a:pt x="0" y="897"/>
                    <a:pt x="37" y="1008"/>
                  </a:cubicBezTo>
                  <a:lnTo>
                    <a:pt x="1849" y="5593"/>
                  </a:lnTo>
                  <a:cubicBezTo>
                    <a:pt x="1886" y="5741"/>
                    <a:pt x="2033" y="5815"/>
                    <a:pt x="2218" y="5815"/>
                  </a:cubicBezTo>
                  <a:lnTo>
                    <a:pt x="6914" y="4742"/>
                  </a:lnTo>
                  <a:cubicBezTo>
                    <a:pt x="6987" y="4705"/>
                    <a:pt x="7061" y="4632"/>
                    <a:pt x="7135" y="4558"/>
                  </a:cubicBezTo>
                  <a:cubicBezTo>
                    <a:pt x="7172" y="4484"/>
                    <a:pt x="7172" y="4373"/>
                    <a:pt x="7135" y="4299"/>
                  </a:cubicBezTo>
                  <a:lnTo>
                    <a:pt x="5435" y="195"/>
                  </a:lnTo>
                  <a:cubicBezTo>
                    <a:pt x="5404" y="73"/>
                    <a:pt x="5297" y="1"/>
                    <a:pt x="51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53"/>
            <p:cNvSpPr/>
            <p:nvPr/>
          </p:nvSpPr>
          <p:spPr>
            <a:xfrm>
              <a:off x="1497950" y="3470275"/>
              <a:ext cx="185800" cy="158075"/>
            </a:xfrm>
            <a:custGeom>
              <a:rect b="b" l="l" r="r" t="t"/>
              <a:pathLst>
                <a:path extrusionOk="0" h="6323" w="7432">
                  <a:moveTo>
                    <a:pt x="5767" y="1"/>
                  </a:moveTo>
                  <a:lnTo>
                    <a:pt x="0" y="1405"/>
                  </a:lnTo>
                  <a:lnTo>
                    <a:pt x="2033" y="6323"/>
                  </a:lnTo>
                  <a:lnTo>
                    <a:pt x="7431" y="4252"/>
                  </a:lnTo>
                  <a:lnTo>
                    <a:pt x="57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53"/>
            <p:cNvSpPr/>
            <p:nvPr/>
          </p:nvSpPr>
          <p:spPr>
            <a:xfrm>
              <a:off x="1489625" y="3462650"/>
              <a:ext cx="202425" cy="173825"/>
            </a:xfrm>
            <a:custGeom>
              <a:rect b="b" l="l" r="r" t="t"/>
              <a:pathLst>
                <a:path extrusionOk="0" h="6953" w="8097">
                  <a:moveTo>
                    <a:pt x="5935" y="660"/>
                  </a:moveTo>
                  <a:lnTo>
                    <a:pt x="7357" y="4372"/>
                  </a:lnTo>
                  <a:lnTo>
                    <a:pt x="2551" y="6258"/>
                  </a:lnTo>
                  <a:lnTo>
                    <a:pt x="740" y="1932"/>
                  </a:lnTo>
                  <a:lnTo>
                    <a:pt x="5935" y="660"/>
                  </a:lnTo>
                  <a:close/>
                  <a:moveTo>
                    <a:pt x="6105" y="0"/>
                  </a:moveTo>
                  <a:cubicBezTo>
                    <a:pt x="6078" y="0"/>
                    <a:pt x="6052" y="3"/>
                    <a:pt x="6027" y="10"/>
                  </a:cubicBezTo>
                  <a:lnTo>
                    <a:pt x="259" y="1415"/>
                  </a:lnTo>
                  <a:cubicBezTo>
                    <a:pt x="148" y="1452"/>
                    <a:pt x="74" y="1489"/>
                    <a:pt x="37" y="1600"/>
                  </a:cubicBezTo>
                  <a:cubicBezTo>
                    <a:pt x="0" y="1674"/>
                    <a:pt x="0" y="1747"/>
                    <a:pt x="37" y="1858"/>
                  </a:cubicBezTo>
                  <a:lnTo>
                    <a:pt x="2108" y="6775"/>
                  </a:lnTo>
                  <a:cubicBezTo>
                    <a:pt x="2135" y="6884"/>
                    <a:pt x="2241" y="6952"/>
                    <a:pt x="2354" y="6952"/>
                  </a:cubicBezTo>
                  <a:cubicBezTo>
                    <a:pt x="2395" y="6952"/>
                    <a:pt x="2438" y="6943"/>
                    <a:pt x="2477" y="6923"/>
                  </a:cubicBezTo>
                  <a:lnTo>
                    <a:pt x="7875" y="4853"/>
                  </a:lnTo>
                  <a:cubicBezTo>
                    <a:pt x="7949" y="4816"/>
                    <a:pt x="8023" y="4779"/>
                    <a:pt x="8060" y="4705"/>
                  </a:cubicBezTo>
                  <a:cubicBezTo>
                    <a:pt x="8097" y="4631"/>
                    <a:pt x="8097" y="4520"/>
                    <a:pt x="8060" y="4446"/>
                  </a:cubicBezTo>
                  <a:lnTo>
                    <a:pt x="6396" y="195"/>
                  </a:lnTo>
                  <a:cubicBezTo>
                    <a:pt x="6366" y="72"/>
                    <a:pt x="6233" y="0"/>
                    <a:pt x="61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53"/>
            <p:cNvSpPr/>
            <p:nvPr/>
          </p:nvSpPr>
          <p:spPr>
            <a:xfrm>
              <a:off x="1004375" y="3337175"/>
              <a:ext cx="228325" cy="193200"/>
            </a:xfrm>
            <a:custGeom>
              <a:rect b="b" l="l" r="r" t="t"/>
              <a:pathLst>
                <a:path extrusionOk="0" h="7728" w="9133">
                  <a:moveTo>
                    <a:pt x="6545" y="1"/>
                  </a:moveTo>
                  <a:lnTo>
                    <a:pt x="1" y="814"/>
                  </a:lnTo>
                  <a:lnTo>
                    <a:pt x="2811" y="7728"/>
                  </a:lnTo>
                  <a:lnTo>
                    <a:pt x="9133" y="6286"/>
                  </a:lnTo>
                  <a:lnTo>
                    <a:pt x="654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53"/>
            <p:cNvSpPr/>
            <p:nvPr/>
          </p:nvSpPr>
          <p:spPr>
            <a:xfrm>
              <a:off x="996075" y="3329800"/>
              <a:ext cx="244025" cy="208150"/>
            </a:xfrm>
            <a:custGeom>
              <a:rect b="b" l="l" r="r" t="t"/>
              <a:pathLst>
                <a:path extrusionOk="0" h="8326" w="9761">
                  <a:moveTo>
                    <a:pt x="6683" y="656"/>
                  </a:moveTo>
                  <a:lnTo>
                    <a:pt x="9021" y="6359"/>
                  </a:lnTo>
                  <a:lnTo>
                    <a:pt x="3327" y="7653"/>
                  </a:lnTo>
                  <a:lnTo>
                    <a:pt x="776" y="1368"/>
                  </a:lnTo>
                  <a:lnTo>
                    <a:pt x="6683" y="656"/>
                  </a:lnTo>
                  <a:close/>
                  <a:moveTo>
                    <a:pt x="6840" y="0"/>
                  </a:moveTo>
                  <a:lnTo>
                    <a:pt x="296" y="813"/>
                  </a:lnTo>
                  <a:cubicBezTo>
                    <a:pt x="222" y="813"/>
                    <a:pt x="111" y="850"/>
                    <a:pt x="74" y="961"/>
                  </a:cubicBezTo>
                  <a:cubicBezTo>
                    <a:pt x="37" y="1035"/>
                    <a:pt x="0" y="1146"/>
                    <a:pt x="37" y="1220"/>
                  </a:cubicBezTo>
                  <a:lnTo>
                    <a:pt x="2847" y="8134"/>
                  </a:lnTo>
                  <a:cubicBezTo>
                    <a:pt x="2911" y="8230"/>
                    <a:pt x="3030" y="8326"/>
                    <a:pt x="3157" y="8326"/>
                  </a:cubicBezTo>
                  <a:cubicBezTo>
                    <a:pt x="3177" y="8326"/>
                    <a:pt x="3197" y="8323"/>
                    <a:pt x="3216" y="8318"/>
                  </a:cubicBezTo>
                  <a:lnTo>
                    <a:pt x="9501" y="6877"/>
                  </a:lnTo>
                  <a:cubicBezTo>
                    <a:pt x="9612" y="6840"/>
                    <a:pt x="9686" y="6803"/>
                    <a:pt x="9723" y="6692"/>
                  </a:cubicBezTo>
                  <a:cubicBezTo>
                    <a:pt x="9760" y="6618"/>
                    <a:pt x="9760" y="6544"/>
                    <a:pt x="9723" y="6433"/>
                  </a:cubicBezTo>
                  <a:lnTo>
                    <a:pt x="7135" y="185"/>
                  </a:lnTo>
                  <a:cubicBezTo>
                    <a:pt x="7098" y="74"/>
                    <a:pt x="6951" y="0"/>
                    <a:pt x="68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53"/>
            <p:cNvSpPr/>
            <p:nvPr/>
          </p:nvSpPr>
          <p:spPr>
            <a:xfrm>
              <a:off x="1752100" y="3259550"/>
              <a:ext cx="92475" cy="106300"/>
            </a:xfrm>
            <a:custGeom>
              <a:rect b="b" l="l" r="r" t="t"/>
              <a:pathLst>
                <a:path extrusionOk="0" h="4252" w="3699">
                  <a:moveTo>
                    <a:pt x="2108" y="0"/>
                  </a:moveTo>
                  <a:lnTo>
                    <a:pt x="1" y="259"/>
                  </a:lnTo>
                  <a:lnTo>
                    <a:pt x="1628" y="4252"/>
                  </a:lnTo>
                  <a:lnTo>
                    <a:pt x="3698" y="3808"/>
                  </a:lnTo>
                  <a:lnTo>
                    <a:pt x="21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53"/>
            <p:cNvSpPr/>
            <p:nvPr/>
          </p:nvSpPr>
          <p:spPr>
            <a:xfrm>
              <a:off x="1743800" y="3251925"/>
              <a:ext cx="109075" cy="121575"/>
            </a:xfrm>
            <a:custGeom>
              <a:rect b="b" l="l" r="r" t="t"/>
              <a:pathLst>
                <a:path extrusionOk="0" h="4863" w="4363">
                  <a:moveTo>
                    <a:pt x="2218" y="638"/>
                  </a:moveTo>
                  <a:lnTo>
                    <a:pt x="3623" y="3891"/>
                  </a:lnTo>
                  <a:lnTo>
                    <a:pt x="2159" y="4210"/>
                  </a:lnTo>
                  <a:lnTo>
                    <a:pt x="2159" y="4210"/>
                  </a:lnTo>
                  <a:lnTo>
                    <a:pt x="777" y="823"/>
                  </a:lnTo>
                  <a:lnTo>
                    <a:pt x="2218" y="638"/>
                  </a:lnTo>
                  <a:close/>
                  <a:moveTo>
                    <a:pt x="2463" y="0"/>
                  </a:moveTo>
                  <a:cubicBezTo>
                    <a:pt x="2442" y="0"/>
                    <a:pt x="2422" y="3"/>
                    <a:pt x="2403" y="9"/>
                  </a:cubicBezTo>
                  <a:lnTo>
                    <a:pt x="296" y="268"/>
                  </a:lnTo>
                  <a:cubicBezTo>
                    <a:pt x="222" y="268"/>
                    <a:pt x="111" y="305"/>
                    <a:pt x="74" y="416"/>
                  </a:cubicBezTo>
                  <a:cubicBezTo>
                    <a:pt x="37" y="490"/>
                    <a:pt x="0" y="601"/>
                    <a:pt x="37" y="675"/>
                  </a:cubicBezTo>
                  <a:lnTo>
                    <a:pt x="1701" y="4668"/>
                  </a:lnTo>
                  <a:cubicBezTo>
                    <a:pt x="1732" y="4790"/>
                    <a:pt x="1838" y="4862"/>
                    <a:pt x="1958" y="4862"/>
                  </a:cubicBezTo>
                  <a:cubicBezTo>
                    <a:pt x="1983" y="4862"/>
                    <a:pt x="2008" y="4859"/>
                    <a:pt x="2034" y="4853"/>
                  </a:cubicBezTo>
                  <a:lnTo>
                    <a:pt x="4104" y="4409"/>
                  </a:lnTo>
                  <a:cubicBezTo>
                    <a:pt x="4215" y="4372"/>
                    <a:pt x="4289" y="4335"/>
                    <a:pt x="4326" y="4224"/>
                  </a:cubicBezTo>
                  <a:cubicBezTo>
                    <a:pt x="4363" y="4150"/>
                    <a:pt x="4363" y="4076"/>
                    <a:pt x="4326" y="3965"/>
                  </a:cubicBezTo>
                  <a:lnTo>
                    <a:pt x="2699" y="194"/>
                  </a:lnTo>
                  <a:cubicBezTo>
                    <a:pt x="2668" y="72"/>
                    <a:pt x="2562" y="0"/>
                    <a:pt x="2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53"/>
            <p:cNvSpPr/>
            <p:nvPr/>
          </p:nvSpPr>
          <p:spPr>
            <a:xfrm>
              <a:off x="1087575" y="3563625"/>
              <a:ext cx="235700" cy="215375"/>
            </a:xfrm>
            <a:custGeom>
              <a:rect b="b" l="l" r="r" t="t"/>
              <a:pathLst>
                <a:path extrusionOk="0" h="8615" w="9428">
                  <a:moveTo>
                    <a:pt x="6951" y="1"/>
                  </a:moveTo>
                  <a:lnTo>
                    <a:pt x="0" y="1701"/>
                  </a:lnTo>
                  <a:lnTo>
                    <a:pt x="2810" y="8615"/>
                  </a:lnTo>
                  <a:lnTo>
                    <a:pt x="9428" y="6064"/>
                  </a:lnTo>
                  <a:lnTo>
                    <a:pt x="695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53"/>
            <p:cNvSpPr/>
            <p:nvPr/>
          </p:nvSpPr>
          <p:spPr>
            <a:xfrm>
              <a:off x="1079250" y="3556000"/>
              <a:ext cx="252350" cy="231100"/>
            </a:xfrm>
            <a:custGeom>
              <a:rect b="b" l="l" r="r" t="t"/>
              <a:pathLst>
                <a:path extrusionOk="0" h="9244" w="10094">
                  <a:moveTo>
                    <a:pt x="7091" y="667"/>
                  </a:moveTo>
                  <a:lnTo>
                    <a:pt x="9354" y="6184"/>
                  </a:lnTo>
                  <a:lnTo>
                    <a:pt x="3328" y="8513"/>
                  </a:lnTo>
                  <a:lnTo>
                    <a:pt x="740" y="2228"/>
                  </a:lnTo>
                  <a:lnTo>
                    <a:pt x="7091" y="667"/>
                  </a:lnTo>
                  <a:close/>
                  <a:moveTo>
                    <a:pt x="7285" y="0"/>
                  </a:moveTo>
                  <a:cubicBezTo>
                    <a:pt x="7260" y="0"/>
                    <a:pt x="7235" y="4"/>
                    <a:pt x="7210" y="10"/>
                  </a:cubicBezTo>
                  <a:lnTo>
                    <a:pt x="259" y="1711"/>
                  </a:lnTo>
                  <a:cubicBezTo>
                    <a:pt x="185" y="1747"/>
                    <a:pt x="111" y="1821"/>
                    <a:pt x="74" y="1895"/>
                  </a:cubicBezTo>
                  <a:cubicBezTo>
                    <a:pt x="37" y="1969"/>
                    <a:pt x="0" y="2043"/>
                    <a:pt x="37" y="2154"/>
                  </a:cubicBezTo>
                  <a:lnTo>
                    <a:pt x="2847" y="9031"/>
                  </a:lnTo>
                  <a:cubicBezTo>
                    <a:pt x="2902" y="9168"/>
                    <a:pt x="3018" y="9244"/>
                    <a:pt x="3134" y="9244"/>
                  </a:cubicBezTo>
                  <a:cubicBezTo>
                    <a:pt x="3175" y="9244"/>
                    <a:pt x="3216" y="9235"/>
                    <a:pt x="3254" y="9216"/>
                  </a:cubicBezTo>
                  <a:lnTo>
                    <a:pt x="9872" y="6665"/>
                  </a:lnTo>
                  <a:cubicBezTo>
                    <a:pt x="9945" y="6628"/>
                    <a:pt x="10019" y="6591"/>
                    <a:pt x="10056" y="6480"/>
                  </a:cubicBezTo>
                  <a:cubicBezTo>
                    <a:pt x="10093" y="6406"/>
                    <a:pt x="10093" y="6332"/>
                    <a:pt x="10056" y="6258"/>
                  </a:cubicBezTo>
                  <a:lnTo>
                    <a:pt x="7542" y="195"/>
                  </a:lnTo>
                  <a:cubicBezTo>
                    <a:pt x="7512" y="72"/>
                    <a:pt x="7405" y="0"/>
                    <a:pt x="72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53"/>
            <p:cNvSpPr/>
            <p:nvPr/>
          </p:nvSpPr>
          <p:spPr>
            <a:xfrm>
              <a:off x="1670775" y="3434225"/>
              <a:ext cx="154375" cy="132200"/>
            </a:xfrm>
            <a:custGeom>
              <a:rect b="b" l="l" r="r" t="t"/>
              <a:pathLst>
                <a:path extrusionOk="0" h="5288" w="6175">
                  <a:moveTo>
                    <a:pt x="4733" y="1"/>
                  </a:moveTo>
                  <a:lnTo>
                    <a:pt x="1" y="1147"/>
                  </a:lnTo>
                  <a:lnTo>
                    <a:pt x="1627" y="5288"/>
                  </a:lnTo>
                  <a:lnTo>
                    <a:pt x="6175" y="3513"/>
                  </a:lnTo>
                  <a:lnTo>
                    <a:pt x="47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53"/>
            <p:cNvSpPr/>
            <p:nvPr/>
          </p:nvSpPr>
          <p:spPr>
            <a:xfrm>
              <a:off x="1663375" y="3426600"/>
              <a:ext cx="170100" cy="147450"/>
            </a:xfrm>
            <a:custGeom>
              <a:rect b="b" l="l" r="r" t="t"/>
              <a:pathLst>
                <a:path extrusionOk="0" h="5898" w="6804">
                  <a:moveTo>
                    <a:pt x="4867" y="660"/>
                  </a:moveTo>
                  <a:lnTo>
                    <a:pt x="6064" y="3670"/>
                  </a:lnTo>
                  <a:lnTo>
                    <a:pt x="2108" y="5186"/>
                  </a:lnTo>
                  <a:lnTo>
                    <a:pt x="740" y="1674"/>
                  </a:lnTo>
                  <a:lnTo>
                    <a:pt x="4867" y="660"/>
                  </a:lnTo>
                  <a:close/>
                  <a:moveTo>
                    <a:pt x="5031" y="1"/>
                  </a:moveTo>
                  <a:cubicBezTo>
                    <a:pt x="5006" y="1"/>
                    <a:pt x="4980" y="4"/>
                    <a:pt x="4955" y="10"/>
                  </a:cubicBezTo>
                  <a:lnTo>
                    <a:pt x="223" y="1156"/>
                  </a:lnTo>
                  <a:cubicBezTo>
                    <a:pt x="149" y="1193"/>
                    <a:pt x="75" y="1230"/>
                    <a:pt x="38" y="1304"/>
                  </a:cubicBezTo>
                  <a:cubicBezTo>
                    <a:pt x="1" y="1415"/>
                    <a:pt x="1" y="1489"/>
                    <a:pt x="38" y="1563"/>
                  </a:cubicBezTo>
                  <a:lnTo>
                    <a:pt x="1628" y="5703"/>
                  </a:lnTo>
                  <a:cubicBezTo>
                    <a:pt x="1689" y="5826"/>
                    <a:pt x="1826" y="5898"/>
                    <a:pt x="1956" y="5898"/>
                  </a:cubicBezTo>
                  <a:cubicBezTo>
                    <a:pt x="1982" y="5898"/>
                    <a:pt x="2009" y="5895"/>
                    <a:pt x="2034" y="5888"/>
                  </a:cubicBezTo>
                  <a:lnTo>
                    <a:pt x="6582" y="4114"/>
                  </a:lnTo>
                  <a:cubicBezTo>
                    <a:pt x="6656" y="4077"/>
                    <a:pt x="6729" y="4040"/>
                    <a:pt x="6766" y="3966"/>
                  </a:cubicBezTo>
                  <a:cubicBezTo>
                    <a:pt x="6803" y="3892"/>
                    <a:pt x="6803" y="3781"/>
                    <a:pt x="6766" y="3707"/>
                  </a:cubicBezTo>
                  <a:lnTo>
                    <a:pt x="5325" y="195"/>
                  </a:lnTo>
                  <a:cubicBezTo>
                    <a:pt x="5263" y="72"/>
                    <a:pt x="5151" y="1"/>
                    <a:pt x="5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53"/>
            <p:cNvSpPr/>
            <p:nvPr/>
          </p:nvSpPr>
          <p:spPr>
            <a:xfrm>
              <a:off x="1817725" y="3414825"/>
              <a:ext cx="87850" cy="97075"/>
            </a:xfrm>
            <a:custGeom>
              <a:rect b="b" l="l" r="r" t="t"/>
              <a:pathLst>
                <a:path extrusionOk="0" h="3883" w="3514">
                  <a:moveTo>
                    <a:pt x="1997" y="0"/>
                  </a:moveTo>
                  <a:lnTo>
                    <a:pt x="1" y="481"/>
                  </a:lnTo>
                  <a:lnTo>
                    <a:pt x="1406" y="3882"/>
                  </a:lnTo>
                  <a:lnTo>
                    <a:pt x="3513" y="3069"/>
                  </a:lnTo>
                  <a:lnTo>
                    <a:pt x="199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53"/>
            <p:cNvSpPr/>
            <p:nvPr/>
          </p:nvSpPr>
          <p:spPr>
            <a:xfrm>
              <a:off x="1810350" y="3407175"/>
              <a:ext cx="103525" cy="112350"/>
            </a:xfrm>
            <a:custGeom>
              <a:rect b="b" l="l" r="r" t="t"/>
              <a:pathLst>
                <a:path extrusionOk="0" h="4494" w="4141">
                  <a:moveTo>
                    <a:pt x="2107" y="676"/>
                  </a:moveTo>
                  <a:lnTo>
                    <a:pt x="3401" y="3227"/>
                  </a:lnTo>
                  <a:lnTo>
                    <a:pt x="1878" y="3787"/>
                  </a:lnTo>
                  <a:lnTo>
                    <a:pt x="1878" y="3787"/>
                  </a:lnTo>
                  <a:lnTo>
                    <a:pt x="740" y="1009"/>
                  </a:lnTo>
                  <a:lnTo>
                    <a:pt x="2107" y="676"/>
                  </a:lnTo>
                  <a:close/>
                  <a:moveTo>
                    <a:pt x="2280" y="1"/>
                  </a:moveTo>
                  <a:cubicBezTo>
                    <a:pt x="2259" y="1"/>
                    <a:pt x="2238" y="4"/>
                    <a:pt x="2218" y="11"/>
                  </a:cubicBezTo>
                  <a:lnTo>
                    <a:pt x="222" y="491"/>
                  </a:lnTo>
                  <a:cubicBezTo>
                    <a:pt x="148" y="528"/>
                    <a:pt x="74" y="565"/>
                    <a:pt x="37" y="639"/>
                  </a:cubicBezTo>
                  <a:cubicBezTo>
                    <a:pt x="0" y="713"/>
                    <a:pt x="0" y="824"/>
                    <a:pt x="37" y="898"/>
                  </a:cubicBezTo>
                  <a:lnTo>
                    <a:pt x="1405" y="4299"/>
                  </a:lnTo>
                  <a:cubicBezTo>
                    <a:pt x="1466" y="4422"/>
                    <a:pt x="1604" y="4493"/>
                    <a:pt x="1733" y="4493"/>
                  </a:cubicBezTo>
                  <a:cubicBezTo>
                    <a:pt x="1760" y="4493"/>
                    <a:pt x="1786" y="4490"/>
                    <a:pt x="1812" y="4484"/>
                  </a:cubicBezTo>
                  <a:lnTo>
                    <a:pt x="3919" y="3671"/>
                  </a:lnTo>
                  <a:cubicBezTo>
                    <a:pt x="3993" y="3634"/>
                    <a:pt x="4067" y="3560"/>
                    <a:pt x="4104" y="3486"/>
                  </a:cubicBezTo>
                  <a:cubicBezTo>
                    <a:pt x="4141" y="3412"/>
                    <a:pt x="4141" y="3301"/>
                    <a:pt x="4104" y="3227"/>
                  </a:cubicBezTo>
                  <a:lnTo>
                    <a:pt x="2551" y="158"/>
                  </a:lnTo>
                  <a:cubicBezTo>
                    <a:pt x="2490" y="67"/>
                    <a:pt x="2379" y="1"/>
                    <a:pt x="22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53"/>
            <p:cNvSpPr/>
            <p:nvPr/>
          </p:nvSpPr>
          <p:spPr>
            <a:xfrm>
              <a:off x="6467700" y="3108900"/>
              <a:ext cx="396550" cy="1791250"/>
            </a:xfrm>
            <a:custGeom>
              <a:rect b="b" l="l" r="r" t="t"/>
              <a:pathLst>
                <a:path extrusionOk="0" h="71650" w="15862">
                  <a:moveTo>
                    <a:pt x="15529" y="0"/>
                  </a:moveTo>
                  <a:cubicBezTo>
                    <a:pt x="15381" y="0"/>
                    <a:pt x="15233" y="148"/>
                    <a:pt x="15233" y="296"/>
                  </a:cubicBezTo>
                  <a:lnTo>
                    <a:pt x="15233" y="55456"/>
                  </a:lnTo>
                  <a:lnTo>
                    <a:pt x="297" y="55456"/>
                  </a:lnTo>
                  <a:cubicBezTo>
                    <a:pt x="223" y="55456"/>
                    <a:pt x="149" y="55493"/>
                    <a:pt x="112" y="55530"/>
                  </a:cubicBezTo>
                  <a:cubicBezTo>
                    <a:pt x="38" y="55604"/>
                    <a:pt x="1" y="55678"/>
                    <a:pt x="1" y="55752"/>
                  </a:cubicBezTo>
                  <a:lnTo>
                    <a:pt x="1" y="71354"/>
                  </a:lnTo>
                  <a:cubicBezTo>
                    <a:pt x="1" y="71538"/>
                    <a:pt x="149" y="71649"/>
                    <a:pt x="297" y="71649"/>
                  </a:cubicBezTo>
                  <a:cubicBezTo>
                    <a:pt x="482" y="71649"/>
                    <a:pt x="629" y="71538"/>
                    <a:pt x="629" y="71354"/>
                  </a:cubicBezTo>
                  <a:lnTo>
                    <a:pt x="629" y="56085"/>
                  </a:lnTo>
                  <a:lnTo>
                    <a:pt x="15529" y="56085"/>
                  </a:lnTo>
                  <a:cubicBezTo>
                    <a:pt x="15603" y="56085"/>
                    <a:pt x="15713" y="56048"/>
                    <a:pt x="15750" y="55974"/>
                  </a:cubicBezTo>
                  <a:cubicBezTo>
                    <a:pt x="15824" y="55937"/>
                    <a:pt x="15861" y="55863"/>
                    <a:pt x="15861" y="55752"/>
                  </a:cubicBezTo>
                  <a:lnTo>
                    <a:pt x="15861" y="296"/>
                  </a:lnTo>
                  <a:cubicBezTo>
                    <a:pt x="15861" y="148"/>
                    <a:pt x="15713" y="0"/>
                    <a:pt x="155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53"/>
            <p:cNvSpPr/>
            <p:nvPr/>
          </p:nvSpPr>
          <p:spPr>
            <a:xfrm>
              <a:off x="6694150" y="3425900"/>
              <a:ext cx="170100" cy="713575"/>
            </a:xfrm>
            <a:custGeom>
              <a:rect b="b" l="l" r="r" t="t"/>
              <a:pathLst>
                <a:path extrusionOk="0" h="28543" w="6804">
                  <a:moveTo>
                    <a:pt x="333" y="1"/>
                  </a:moveTo>
                  <a:cubicBezTo>
                    <a:pt x="149" y="1"/>
                    <a:pt x="1" y="149"/>
                    <a:pt x="1" y="297"/>
                  </a:cubicBezTo>
                  <a:lnTo>
                    <a:pt x="1" y="28210"/>
                  </a:lnTo>
                  <a:cubicBezTo>
                    <a:pt x="1" y="28321"/>
                    <a:pt x="38" y="28395"/>
                    <a:pt x="112" y="28431"/>
                  </a:cubicBezTo>
                  <a:cubicBezTo>
                    <a:pt x="149" y="28505"/>
                    <a:pt x="223" y="28542"/>
                    <a:pt x="333" y="28542"/>
                  </a:cubicBezTo>
                  <a:lnTo>
                    <a:pt x="6471" y="28542"/>
                  </a:lnTo>
                  <a:cubicBezTo>
                    <a:pt x="6655" y="28542"/>
                    <a:pt x="6803" y="28395"/>
                    <a:pt x="6803" y="28210"/>
                  </a:cubicBezTo>
                  <a:cubicBezTo>
                    <a:pt x="6803" y="28062"/>
                    <a:pt x="6655" y="27914"/>
                    <a:pt x="6471" y="27914"/>
                  </a:cubicBezTo>
                  <a:lnTo>
                    <a:pt x="629" y="27914"/>
                  </a:lnTo>
                  <a:lnTo>
                    <a:pt x="629" y="297"/>
                  </a:lnTo>
                  <a:cubicBezTo>
                    <a:pt x="629" y="149"/>
                    <a:pt x="481" y="1"/>
                    <a:pt x="3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53"/>
            <p:cNvSpPr/>
            <p:nvPr/>
          </p:nvSpPr>
          <p:spPr>
            <a:xfrm>
              <a:off x="5578575" y="4023925"/>
              <a:ext cx="478775" cy="632200"/>
            </a:xfrm>
            <a:custGeom>
              <a:rect b="b" l="l" r="r" t="t"/>
              <a:pathLst>
                <a:path extrusionOk="0" h="25288" w="19151">
                  <a:moveTo>
                    <a:pt x="362" y="0"/>
                  </a:moveTo>
                  <a:cubicBezTo>
                    <a:pt x="255" y="0"/>
                    <a:pt x="148" y="49"/>
                    <a:pt x="74" y="148"/>
                  </a:cubicBezTo>
                  <a:cubicBezTo>
                    <a:pt x="0" y="296"/>
                    <a:pt x="37" y="481"/>
                    <a:pt x="185" y="592"/>
                  </a:cubicBezTo>
                  <a:lnTo>
                    <a:pt x="18523" y="11720"/>
                  </a:lnTo>
                  <a:lnTo>
                    <a:pt x="18523" y="24955"/>
                  </a:lnTo>
                  <a:cubicBezTo>
                    <a:pt x="18523" y="25140"/>
                    <a:pt x="18670" y="25288"/>
                    <a:pt x="18855" y="25288"/>
                  </a:cubicBezTo>
                  <a:cubicBezTo>
                    <a:pt x="19003" y="25288"/>
                    <a:pt x="19151" y="25140"/>
                    <a:pt x="19151" y="24955"/>
                  </a:cubicBezTo>
                  <a:lnTo>
                    <a:pt x="19151" y="11535"/>
                  </a:lnTo>
                  <a:cubicBezTo>
                    <a:pt x="19151" y="11461"/>
                    <a:pt x="19077" y="11350"/>
                    <a:pt x="19003" y="11276"/>
                  </a:cubicBezTo>
                  <a:lnTo>
                    <a:pt x="518" y="37"/>
                  </a:lnTo>
                  <a:cubicBezTo>
                    <a:pt x="469" y="12"/>
                    <a:pt x="415" y="0"/>
                    <a:pt x="3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53"/>
            <p:cNvSpPr/>
            <p:nvPr/>
          </p:nvSpPr>
          <p:spPr>
            <a:xfrm>
              <a:off x="5824425" y="4187500"/>
              <a:ext cx="15725" cy="314275"/>
            </a:xfrm>
            <a:custGeom>
              <a:rect b="b" l="l" r="r" t="t"/>
              <a:pathLst>
                <a:path extrusionOk="0" h="12571" w="629">
                  <a:moveTo>
                    <a:pt x="296" y="1"/>
                  </a:moveTo>
                  <a:cubicBezTo>
                    <a:pt x="148" y="1"/>
                    <a:pt x="0" y="112"/>
                    <a:pt x="0" y="297"/>
                  </a:cubicBezTo>
                  <a:lnTo>
                    <a:pt x="0" y="12275"/>
                  </a:lnTo>
                  <a:cubicBezTo>
                    <a:pt x="0" y="12423"/>
                    <a:pt x="148" y="12571"/>
                    <a:pt x="296" y="12571"/>
                  </a:cubicBezTo>
                  <a:cubicBezTo>
                    <a:pt x="481" y="12571"/>
                    <a:pt x="629" y="12423"/>
                    <a:pt x="629" y="12275"/>
                  </a:cubicBezTo>
                  <a:lnTo>
                    <a:pt x="629" y="297"/>
                  </a:lnTo>
                  <a:cubicBezTo>
                    <a:pt x="629" y="112"/>
                    <a:pt x="481" y="1"/>
                    <a:pt x="2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53"/>
            <p:cNvSpPr/>
            <p:nvPr/>
          </p:nvSpPr>
          <p:spPr>
            <a:xfrm>
              <a:off x="5823500" y="3806475"/>
              <a:ext cx="396525" cy="794825"/>
            </a:xfrm>
            <a:custGeom>
              <a:rect b="b" l="l" r="r" t="t"/>
              <a:pathLst>
                <a:path extrusionOk="0" h="31793" w="15861">
                  <a:moveTo>
                    <a:pt x="335" y="1"/>
                  </a:moveTo>
                  <a:cubicBezTo>
                    <a:pt x="310" y="1"/>
                    <a:pt x="284" y="4"/>
                    <a:pt x="259" y="10"/>
                  </a:cubicBezTo>
                  <a:cubicBezTo>
                    <a:pt x="74" y="84"/>
                    <a:pt x="0" y="232"/>
                    <a:pt x="37" y="417"/>
                  </a:cubicBezTo>
                  <a:lnTo>
                    <a:pt x="1849" y="6221"/>
                  </a:lnTo>
                  <a:cubicBezTo>
                    <a:pt x="1886" y="6258"/>
                    <a:pt x="1923" y="6332"/>
                    <a:pt x="1997" y="6369"/>
                  </a:cubicBezTo>
                  <a:lnTo>
                    <a:pt x="15269" y="14613"/>
                  </a:lnTo>
                  <a:lnTo>
                    <a:pt x="15269" y="30844"/>
                  </a:lnTo>
                  <a:lnTo>
                    <a:pt x="9243" y="26185"/>
                  </a:lnTo>
                  <a:cubicBezTo>
                    <a:pt x="9174" y="26134"/>
                    <a:pt x="9098" y="26106"/>
                    <a:pt x="9024" y="26106"/>
                  </a:cubicBezTo>
                  <a:cubicBezTo>
                    <a:pt x="8940" y="26106"/>
                    <a:pt x="8859" y="26143"/>
                    <a:pt x="8799" y="26222"/>
                  </a:cubicBezTo>
                  <a:cubicBezTo>
                    <a:pt x="8689" y="26370"/>
                    <a:pt x="8726" y="26555"/>
                    <a:pt x="8836" y="26666"/>
                  </a:cubicBezTo>
                  <a:lnTo>
                    <a:pt x="15380" y="31731"/>
                  </a:lnTo>
                  <a:cubicBezTo>
                    <a:pt x="15424" y="31774"/>
                    <a:pt x="15492" y="31792"/>
                    <a:pt x="15564" y="31792"/>
                  </a:cubicBezTo>
                  <a:cubicBezTo>
                    <a:pt x="15615" y="31792"/>
                    <a:pt x="15667" y="31783"/>
                    <a:pt x="15713" y="31768"/>
                  </a:cubicBezTo>
                  <a:cubicBezTo>
                    <a:pt x="15824" y="31731"/>
                    <a:pt x="15861" y="31620"/>
                    <a:pt x="15861" y="31472"/>
                  </a:cubicBezTo>
                  <a:lnTo>
                    <a:pt x="15861" y="14465"/>
                  </a:lnTo>
                  <a:cubicBezTo>
                    <a:pt x="15861" y="14355"/>
                    <a:pt x="15824" y="14244"/>
                    <a:pt x="15713" y="14207"/>
                  </a:cubicBezTo>
                  <a:lnTo>
                    <a:pt x="2404" y="5925"/>
                  </a:lnTo>
                  <a:lnTo>
                    <a:pt x="629" y="232"/>
                  </a:lnTo>
                  <a:cubicBezTo>
                    <a:pt x="598" y="78"/>
                    <a:pt x="465" y="1"/>
                    <a:pt x="3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53"/>
            <p:cNvSpPr/>
            <p:nvPr/>
          </p:nvSpPr>
          <p:spPr>
            <a:xfrm>
              <a:off x="694750" y="2954525"/>
              <a:ext cx="15750" cy="1954850"/>
            </a:xfrm>
            <a:custGeom>
              <a:rect b="b" l="l" r="r" t="t"/>
              <a:pathLst>
                <a:path extrusionOk="0" h="78194" w="630">
                  <a:moveTo>
                    <a:pt x="333" y="1"/>
                  </a:moveTo>
                  <a:cubicBezTo>
                    <a:pt x="149" y="1"/>
                    <a:pt x="1" y="149"/>
                    <a:pt x="1" y="334"/>
                  </a:cubicBezTo>
                  <a:lnTo>
                    <a:pt x="1" y="77898"/>
                  </a:lnTo>
                  <a:cubicBezTo>
                    <a:pt x="1" y="78046"/>
                    <a:pt x="149" y="78194"/>
                    <a:pt x="333" y="78194"/>
                  </a:cubicBezTo>
                  <a:cubicBezTo>
                    <a:pt x="481" y="78194"/>
                    <a:pt x="629" y="78046"/>
                    <a:pt x="629" y="77898"/>
                  </a:cubicBezTo>
                  <a:lnTo>
                    <a:pt x="629" y="334"/>
                  </a:lnTo>
                  <a:cubicBezTo>
                    <a:pt x="629" y="149"/>
                    <a:pt x="481" y="1"/>
                    <a:pt x="3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53"/>
            <p:cNvSpPr/>
            <p:nvPr/>
          </p:nvSpPr>
          <p:spPr>
            <a:xfrm>
              <a:off x="758525" y="3878800"/>
              <a:ext cx="223700" cy="15750"/>
            </a:xfrm>
            <a:custGeom>
              <a:rect b="b" l="l" r="r" t="t"/>
              <a:pathLst>
                <a:path extrusionOk="0" h="630" w="8948">
                  <a:moveTo>
                    <a:pt x="296" y="1"/>
                  </a:moveTo>
                  <a:cubicBezTo>
                    <a:pt x="148" y="1"/>
                    <a:pt x="1" y="149"/>
                    <a:pt x="1" y="333"/>
                  </a:cubicBezTo>
                  <a:cubicBezTo>
                    <a:pt x="1" y="481"/>
                    <a:pt x="148" y="629"/>
                    <a:pt x="296" y="629"/>
                  </a:cubicBezTo>
                  <a:lnTo>
                    <a:pt x="8652" y="629"/>
                  </a:lnTo>
                  <a:cubicBezTo>
                    <a:pt x="8800" y="629"/>
                    <a:pt x="8947" y="481"/>
                    <a:pt x="8947" y="333"/>
                  </a:cubicBezTo>
                  <a:cubicBezTo>
                    <a:pt x="8947" y="149"/>
                    <a:pt x="8800" y="1"/>
                    <a:pt x="86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53"/>
            <p:cNvSpPr/>
            <p:nvPr/>
          </p:nvSpPr>
          <p:spPr>
            <a:xfrm>
              <a:off x="966475" y="3697650"/>
              <a:ext cx="170100" cy="1175700"/>
            </a:xfrm>
            <a:custGeom>
              <a:rect b="b" l="l" r="r" t="t"/>
              <a:pathLst>
                <a:path extrusionOk="0" h="47028" w="6804">
                  <a:moveTo>
                    <a:pt x="334" y="0"/>
                  </a:moveTo>
                  <a:cubicBezTo>
                    <a:pt x="149" y="0"/>
                    <a:pt x="1" y="148"/>
                    <a:pt x="1" y="333"/>
                  </a:cubicBezTo>
                  <a:lnTo>
                    <a:pt x="1" y="46731"/>
                  </a:lnTo>
                  <a:cubicBezTo>
                    <a:pt x="1" y="46805"/>
                    <a:pt x="38" y="46879"/>
                    <a:pt x="112" y="46916"/>
                  </a:cubicBezTo>
                  <a:cubicBezTo>
                    <a:pt x="149" y="46990"/>
                    <a:pt x="260" y="47027"/>
                    <a:pt x="334" y="47027"/>
                  </a:cubicBezTo>
                  <a:lnTo>
                    <a:pt x="6471" y="47027"/>
                  </a:lnTo>
                  <a:cubicBezTo>
                    <a:pt x="6656" y="47027"/>
                    <a:pt x="6804" y="46879"/>
                    <a:pt x="6804" y="46731"/>
                  </a:cubicBezTo>
                  <a:cubicBezTo>
                    <a:pt x="6804" y="46547"/>
                    <a:pt x="6656" y="46399"/>
                    <a:pt x="6471" y="46399"/>
                  </a:cubicBezTo>
                  <a:lnTo>
                    <a:pt x="629" y="46399"/>
                  </a:lnTo>
                  <a:lnTo>
                    <a:pt x="629" y="333"/>
                  </a:lnTo>
                  <a:cubicBezTo>
                    <a:pt x="629" y="148"/>
                    <a:pt x="482" y="0"/>
                    <a:pt x="3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53"/>
            <p:cNvSpPr/>
            <p:nvPr/>
          </p:nvSpPr>
          <p:spPr>
            <a:xfrm>
              <a:off x="794575" y="4078450"/>
              <a:ext cx="187650" cy="332750"/>
            </a:xfrm>
            <a:custGeom>
              <a:rect b="b" l="l" r="r" t="t"/>
              <a:pathLst>
                <a:path extrusionOk="0" h="13310" w="7506">
                  <a:moveTo>
                    <a:pt x="296" y="0"/>
                  </a:moveTo>
                  <a:cubicBezTo>
                    <a:pt x="222" y="0"/>
                    <a:pt x="148" y="37"/>
                    <a:pt x="111" y="74"/>
                  </a:cubicBezTo>
                  <a:cubicBezTo>
                    <a:pt x="37" y="148"/>
                    <a:pt x="0" y="222"/>
                    <a:pt x="0" y="296"/>
                  </a:cubicBezTo>
                  <a:lnTo>
                    <a:pt x="0" y="13014"/>
                  </a:lnTo>
                  <a:cubicBezTo>
                    <a:pt x="0" y="13088"/>
                    <a:pt x="37" y="13162"/>
                    <a:pt x="111" y="13199"/>
                  </a:cubicBezTo>
                  <a:cubicBezTo>
                    <a:pt x="148" y="13273"/>
                    <a:pt x="222" y="13310"/>
                    <a:pt x="296" y="13310"/>
                  </a:cubicBezTo>
                  <a:lnTo>
                    <a:pt x="6840" y="13310"/>
                  </a:lnTo>
                  <a:cubicBezTo>
                    <a:pt x="7025" y="13310"/>
                    <a:pt x="7136" y="13162"/>
                    <a:pt x="7136" y="13014"/>
                  </a:cubicBezTo>
                  <a:cubicBezTo>
                    <a:pt x="7136" y="12829"/>
                    <a:pt x="7025" y="12681"/>
                    <a:pt x="6840" y="12681"/>
                  </a:cubicBezTo>
                  <a:lnTo>
                    <a:pt x="629" y="12681"/>
                  </a:lnTo>
                  <a:lnTo>
                    <a:pt x="629" y="629"/>
                  </a:lnTo>
                  <a:lnTo>
                    <a:pt x="7210" y="629"/>
                  </a:lnTo>
                  <a:cubicBezTo>
                    <a:pt x="7358" y="629"/>
                    <a:pt x="7505" y="481"/>
                    <a:pt x="7505" y="296"/>
                  </a:cubicBezTo>
                  <a:cubicBezTo>
                    <a:pt x="7505" y="148"/>
                    <a:pt x="7358" y="0"/>
                    <a:pt x="72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53"/>
            <p:cNvSpPr/>
            <p:nvPr/>
          </p:nvSpPr>
          <p:spPr>
            <a:xfrm>
              <a:off x="1193850" y="4105250"/>
              <a:ext cx="14825" cy="813375"/>
            </a:xfrm>
            <a:custGeom>
              <a:rect b="b" l="l" r="r" t="t"/>
              <a:pathLst>
                <a:path extrusionOk="0" h="32535" w="593">
                  <a:moveTo>
                    <a:pt x="297" y="0"/>
                  </a:moveTo>
                  <a:cubicBezTo>
                    <a:pt x="112" y="0"/>
                    <a:pt x="1" y="148"/>
                    <a:pt x="1" y="333"/>
                  </a:cubicBezTo>
                  <a:lnTo>
                    <a:pt x="1" y="32239"/>
                  </a:lnTo>
                  <a:cubicBezTo>
                    <a:pt x="1" y="32387"/>
                    <a:pt x="112" y="32535"/>
                    <a:pt x="297" y="32535"/>
                  </a:cubicBezTo>
                  <a:cubicBezTo>
                    <a:pt x="444" y="32535"/>
                    <a:pt x="592" y="32387"/>
                    <a:pt x="592" y="32239"/>
                  </a:cubicBezTo>
                  <a:lnTo>
                    <a:pt x="592" y="333"/>
                  </a:lnTo>
                  <a:cubicBezTo>
                    <a:pt x="592" y="148"/>
                    <a:pt x="444" y="0"/>
                    <a:pt x="29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53"/>
            <p:cNvSpPr/>
            <p:nvPr/>
          </p:nvSpPr>
          <p:spPr>
            <a:xfrm>
              <a:off x="6377125" y="4105250"/>
              <a:ext cx="15750" cy="857750"/>
            </a:xfrm>
            <a:custGeom>
              <a:rect b="b" l="l" r="r" t="t"/>
              <a:pathLst>
                <a:path extrusionOk="0" h="34310" w="630">
                  <a:moveTo>
                    <a:pt x="297" y="0"/>
                  </a:moveTo>
                  <a:cubicBezTo>
                    <a:pt x="149" y="0"/>
                    <a:pt x="1" y="148"/>
                    <a:pt x="1" y="333"/>
                  </a:cubicBezTo>
                  <a:lnTo>
                    <a:pt x="1" y="34014"/>
                  </a:lnTo>
                  <a:cubicBezTo>
                    <a:pt x="1" y="34161"/>
                    <a:pt x="149" y="34309"/>
                    <a:pt x="297" y="34309"/>
                  </a:cubicBezTo>
                  <a:cubicBezTo>
                    <a:pt x="481" y="34309"/>
                    <a:pt x="629" y="34161"/>
                    <a:pt x="629" y="34014"/>
                  </a:cubicBezTo>
                  <a:lnTo>
                    <a:pt x="629" y="333"/>
                  </a:lnTo>
                  <a:cubicBezTo>
                    <a:pt x="629" y="148"/>
                    <a:pt x="481" y="0"/>
                    <a:pt x="29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53"/>
            <p:cNvSpPr/>
            <p:nvPr/>
          </p:nvSpPr>
          <p:spPr>
            <a:xfrm>
              <a:off x="1301075" y="3906075"/>
              <a:ext cx="715400" cy="278475"/>
            </a:xfrm>
            <a:custGeom>
              <a:rect b="b" l="l" r="r" t="t"/>
              <a:pathLst>
                <a:path extrusionOk="0" h="11139" w="28616">
                  <a:moveTo>
                    <a:pt x="19941" y="0"/>
                  </a:moveTo>
                  <a:cubicBezTo>
                    <a:pt x="19891" y="0"/>
                    <a:pt x="19835" y="19"/>
                    <a:pt x="19780" y="56"/>
                  </a:cubicBezTo>
                  <a:lnTo>
                    <a:pt x="222" y="10555"/>
                  </a:lnTo>
                  <a:cubicBezTo>
                    <a:pt x="74" y="10629"/>
                    <a:pt x="0" y="10814"/>
                    <a:pt x="74" y="10962"/>
                  </a:cubicBezTo>
                  <a:cubicBezTo>
                    <a:pt x="128" y="11070"/>
                    <a:pt x="242" y="11139"/>
                    <a:pt x="357" y="11139"/>
                  </a:cubicBezTo>
                  <a:cubicBezTo>
                    <a:pt x="399" y="11139"/>
                    <a:pt x="441" y="11130"/>
                    <a:pt x="481" y="11110"/>
                  </a:cubicBezTo>
                  <a:lnTo>
                    <a:pt x="19632" y="832"/>
                  </a:lnTo>
                  <a:lnTo>
                    <a:pt x="19632" y="9372"/>
                  </a:lnTo>
                  <a:cubicBezTo>
                    <a:pt x="19632" y="9483"/>
                    <a:pt x="19669" y="9594"/>
                    <a:pt x="19780" y="9668"/>
                  </a:cubicBezTo>
                  <a:cubicBezTo>
                    <a:pt x="19826" y="9683"/>
                    <a:pt x="19878" y="9692"/>
                    <a:pt x="19929" y="9692"/>
                  </a:cubicBezTo>
                  <a:cubicBezTo>
                    <a:pt x="20000" y="9692"/>
                    <a:pt x="20069" y="9674"/>
                    <a:pt x="20112" y="9631"/>
                  </a:cubicBezTo>
                  <a:lnTo>
                    <a:pt x="28468" y="3087"/>
                  </a:lnTo>
                  <a:cubicBezTo>
                    <a:pt x="28579" y="2976"/>
                    <a:pt x="28616" y="2792"/>
                    <a:pt x="28505" y="2681"/>
                  </a:cubicBezTo>
                  <a:cubicBezTo>
                    <a:pt x="28437" y="2591"/>
                    <a:pt x="28343" y="2542"/>
                    <a:pt x="28246" y="2542"/>
                  </a:cubicBezTo>
                  <a:cubicBezTo>
                    <a:pt x="28183" y="2542"/>
                    <a:pt x="28119" y="2563"/>
                    <a:pt x="28061" y="2607"/>
                  </a:cubicBezTo>
                  <a:lnTo>
                    <a:pt x="20223" y="8744"/>
                  </a:lnTo>
                  <a:lnTo>
                    <a:pt x="20223" y="315"/>
                  </a:lnTo>
                  <a:cubicBezTo>
                    <a:pt x="20223" y="204"/>
                    <a:pt x="20186" y="93"/>
                    <a:pt x="20075" y="56"/>
                  </a:cubicBezTo>
                  <a:cubicBezTo>
                    <a:pt x="20038" y="19"/>
                    <a:pt x="19992" y="0"/>
                    <a:pt x="199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53"/>
            <p:cNvSpPr/>
            <p:nvPr/>
          </p:nvSpPr>
          <p:spPr>
            <a:xfrm>
              <a:off x="1355600" y="3997100"/>
              <a:ext cx="297650" cy="595025"/>
            </a:xfrm>
            <a:custGeom>
              <a:rect b="b" l="l" r="r" t="t"/>
              <a:pathLst>
                <a:path extrusionOk="0" h="23801" w="11906">
                  <a:moveTo>
                    <a:pt x="11572" y="1"/>
                  </a:moveTo>
                  <a:cubicBezTo>
                    <a:pt x="11425" y="1"/>
                    <a:pt x="11277" y="149"/>
                    <a:pt x="11277" y="297"/>
                  </a:cubicBezTo>
                  <a:lnTo>
                    <a:pt x="11277" y="15381"/>
                  </a:lnTo>
                  <a:lnTo>
                    <a:pt x="185" y="23255"/>
                  </a:lnTo>
                  <a:cubicBezTo>
                    <a:pt x="38" y="23329"/>
                    <a:pt x="1" y="23551"/>
                    <a:pt x="112" y="23662"/>
                  </a:cubicBezTo>
                  <a:cubicBezTo>
                    <a:pt x="156" y="23752"/>
                    <a:pt x="242" y="23801"/>
                    <a:pt x="335" y="23801"/>
                  </a:cubicBezTo>
                  <a:cubicBezTo>
                    <a:pt x="396" y="23801"/>
                    <a:pt x="460" y="23780"/>
                    <a:pt x="518" y="23736"/>
                  </a:cubicBezTo>
                  <a:lnTo>
                    <a:pt x="11757" y="15787"/>
                  </a:lnTo>
                  <a:cubicBezTo>
                    <a:pt x="11831" y="15713"/>
                    <a:pt x="11905" y="15640"/>
                    <a:pt x="11905" y="15529"/>
                  </a:cubicBezTo>
                  <a:lnTo>
                    <a:pt x="11905" y="297"/>
                  </a:lnTo>
                  <a:cubicBezTo>
                    <a:pt x="11905" y="149"/>
                    <a:pt x="11757" y="1"/>
                    <a:pt x="115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53"/>
            <p:cNvSpPr/>
            <p:nvPr/>
          </p:nvSpPr>
          <p:spPr>
            <a:xfrm>
              <a:off x="1882425" y="4069200"/>
              <a:ext cx="14825" cy="206150"/>
            </a:xfrm>
            <a:custGeom>
              <a:rect b="b" l="l" r="r" t="t"/>
              <a:pathLst>
                <a:path extrusionOk="0" h="8246" w="593">
                  <a:moveTo>
                    <a:pt x="297" y="1"/>
                  </a:moveTo>
                  <a:cubicBezTo>
                    <a:pt x="112" y="1"/>
                    <a:pt x="1" y="148"/>
                    <a:pt x="1" y="333"/>
                  </a:cubicBezTo>
                  <a:lnTo>
                    <a:pt x="1" y="7912"/>
                  </a:lnTo>
                  <a:cubicBezTo>
                    <a:pt x="1" y="8097"/>
                    <a:pt x="112" y="8245"/>
                    <a:pt x="297" y="8245"/>
                  </a:cubicBezTo>
                  <a:cubicBezTo>
                    <a:pt x="481" y="8245"/>
                    <a:pt x="592" y="8097"/>
                    <a:pt x="592" y="7912"/>
                  </a:cubicBezTo>
                  <a:lnTo>
                    <a:pt x="592" y="333"/>
                  </a:lnTo>
                  <a:cubicBezTo>
                    <a:pt x="592" y="148"/>
                    <a:pt x="481" y="1"/>
                    <a:pt x="29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3"/>
            <p:cNvSpPr/>
            <p:nvPr/>
          </p:nvSpPr>
          <p:spPr>
            <a:xfrm>
              <a:off x="3261425" y="5005475"/>
              <a:ext cx="265300" cy="191150"/>
            </a:xfrm>
            <a:custGeom>
              <a:rect b="b" l="l" r="r" t="t"/>
              <a:pathLst>
                <a:path extrusionOk="0" h="7646" w="10612">
                  <a:moveTo>
                    <a:pt x="5879" y="1"/>
                  </a:moveTo>
                  <a:lnTo>
                    <a:pt x="851" y="6397"/>
                  </a:lnTo>
                  <a:cubicBezTo>
                    <a:pt x="851" y="6397"/>
                    <a:pt x="1" y="7395"/>
                    <a:pt x="1517" y="7580"/>
                  </a:cubicBezTo>
                  <a:cubicBezTo>
                    <a:pt x="2022" y="7629"/>
                    <a:pt x="3201" y="7646"/>
                    <a:pt x="4548" y="7646"/>
                  </a:cubicBezTo>
                  <a:cubicBezTo>
                    <a:pt x="7243" y="7646"/>
                    <a:pt x="10612" y="7580"/>
                    <a:pt x="10612" y="7580"/>
                  </a:cubicBezTo>
                  <a:lnTo>
                    <a:pt x="10612" y="999"/>
                  </a:lnTo>
                  <a:lnTo>
                    <a:pt x="587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53"/>
            <p:cNvSpPr/>
            <p:nvPr/>
          </p:nvSpPr>
          <p:spPr>
            <a:xfrm>
              <a:off x="3268825" y="4997850"/>
              <a:ext cx="265300" cy="206375"/>
            </a:xfrm>
            <a:custGeom>
              <a:rect b="b" l="l" r="r" t="t"/>
              <a:pathLst>
                <a:path extrusionOk="0" h="8255" w="10612">
                  <a:moveTo>
                    <a:pt x="5724" y="640"/>
                  </a:moveTo>
                  <a:lnTo>
                    <a:pt x="9983" y="1563"/>
                  </a:lnTo>
                  <a:lnTo>
                    <a:pt x="9983" y="7566"/>
                  </a:lnTo>
                  <a:lnTo>
                    <a:pt x="9983" y="7566"/>
                  </a:lnTo>
                  <a:cubicBezTo>
                    <a:pt x="9629" y="7580"/>
                    <a:pt x="9021" y="7603"/>
                    <a:pt x="8282" y="7626"/>
                  </a:cubicBezTo>
                  <a:cubicBezTo>
                    <a:pt x="7099" y="7626"/>
                    <a:pt x="5583" y="7663"/>
                    <a:pt x="4252" y="7663"/>
                  </a:cubicBezTo>
                  <a:cubicBezTo>
                    <a:pt x="2921" y="7663"/>
                    <a:pt x="1738" y="7626"/>
                    <a:pt x="1258" y="7589"/>
                  </a:cubicBezTo>
                  <a:cubicBezTo>
                    <a:pt x="925" y="7552"/>
                    <a:pt x="777" y="7441"/>
                    <a:pt x="703" y="7404"/>
                  </a:cubicBezTo>
                  <a:cubicBezTo>
                    <a:pt x="629" y="7330"/>
                    <a:pt x="629" y="7330"/>
                    <a:pt x="629" y="7256"/>
                  </a:cubicBezTo>
                  <a:cubicBezTo>
                    <a:pt x="629" y="7219"/>
                    <a:pt x="666" y="7109"/>
                    <a:pt x="703" y="7035"/>
                  </a:cubicBezTo>
                  <a:lnTo>
                    <a:pt x="777" y="6924"/>
                  </a:lnTo>
                  <a:lnTo>
                    <a:pt x="777" y="6887"/>
                  </a:lnTo>
                  <a:lnTo>
                    <a:pt x="5724" y="640"/>
                  </a:lnTo>
                  <a:close/>
                  <a:moveTo>
                    <a:pt x="5596" y="0"/>
                  </a:moveTo>
                  <a:cubicBezTo>
                    <a:pt x="5507" y="0"/>
                    <a:pt x="5422" y="61"/>
                    <a:pt x="5361" y="121"/>
                  </a:cubicBezTo>
                  <a:lnTo>
                    <a:pt x="296" y="6517"/>
                  </a:lnTo>
                  <a:lnTo>
                    <a:pt x="308" y="6525"/>
                  </a:lnTo>
                  <a:lnTo>
                    <a:pt x="308" y="6525"/>
                  </a:lnTo>
                  <a:cubicBezTo>
                    <a:pt x="268" y="6548"/>
                    <a:pt x="208" y="6620"/>
                    <a:pt x="149" y="6739"/>
                  </a:cubicBezTo>
                  <a:cubicBezTo>
                    <a:pt x="112" y="6850"/>
                    <a:pt x="1" y="7035"/>
                    <a:pt x="1" y="7256"/>
                  </a:cubicBezTo>
                  <a:cubicBezTo>
                    <a:pt x="1" y="7478"/>
                    <a:pt x="112" y="7737"/>
                    <a:pt x="296" y="7885"/>
                  </a:cubicBezTo>
                  <a:cubicBezTo>
                    <a:pt x="518" y="8033"/>
                    <a:pt x="814" y="8144"/>
                    <a:pt x="1184" y="8181"/>
                  </a:cubicBezTo>
                  <a:cubicBezTo>
                    <a:pt x="1738" y="8255"/>
                    <a:pt x="2884" y="8255"/>
                    <a:pt x="4252" y="8255"/>
                  </a:cubicBezTo>
                  <a:cubicBezTo>
                    <a:pt x="6951" y="8255"/>
                    <a:pt x="10316" y="8181"/>
                    <a:pt x="10316" y="8181"/>
                  </a:cubicBezTo>
                  <a:cubicBezTo>
                    <a:pt x="10463" y="8181"/>
                    <a:pt x="10611" y="8033"/>
                    <a:pt x="10611" y="7885"/>
                  </a:cubicBezTo>
                  <a:lnTo>
                    <a:pt x="10611" y="1304"/>
                  </a:lnTo>
                  <a:cubicBezTo>
                    <a:pt x="10611" y="1193"/>
                    <a:pt x="10500" y="1045"/>
                    <a:pt x="10352" y="1008"/>
                  </a:cubicBezTo>
                  <a:lnTo>
                    <a:pt x="5657" y="10"/>
                  </a:lnTo>
                  <a:cubicBezTo>
                    <a:pt x="5637" y="3"/>
                    <a:pt x="5617" y="0"/>
                    <a:pt x="5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53"/>
            <p:cNvSpPr/>
            <p:nvPr/>
          </p:nvSpPr>
          <p:spPr>
            <a:xfrm>
              <a:off x="3389900" y="4063650"/>
              <a:ext cx="271775" cy="1028750"/>
            </a:xfrm>
            <a:custGeom>
              <a:rect b="b" l="l" r="r" t="t"/>
              <a:pathLst>
                <a:path extrusionOk="0" h="41150" w="10871">
                  <a:moveTo>
                    <a:pt x="297" y="1"/>
                  </a:moveTo>
                  <a:lnTo>
                    <a:pt x="1" y="39264"/>
                  </a:lnTo>
                  <a:cubicBezTo>
                    <a:pt x="1" y="40299"/>
                    <a:pt x="851" y="41149"/>
                    <a:pt x="1886" y="41149"/>
                  </a:cubicBezTo>
                  <a:lnTo>
                    <a:pt x="3365" y="41149"/>
                  </a:lnTo>
                  <a:cubicBezTo>
                    <a:pt x="4289" y="41149"/>
                    <a:pt x="5066" y="40484"/>
                    <a:pt x="5214" y="39559"/>
                  </a:cubicBezTo>
                  <a:lnTo>
                    <a:pt x="10870" y="3883"/>
                  </a:lnTo>
                  <a:lnTo>
                    <a:pt x="29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3"/>
            <p:cNvSpPr/>
            <p:nvPr/>
          </p:nvSpPr>
          <p:spPr>
            <a:xfrm>
              <a:off x="3382525" y="4055650"/>
              <a:ext cx="287450" cy="1044125"/>
            </a:xfrm>
            <a:custGeom>
              <a:rect b="b" l="l" r="r" t="t"/>
              <a:pathLst>
                <a:path extrusionOk="0" h="41765" w="11498">
                  <a:moveTo>
                    <a:pt x="921" y="777"/>
                  </a:moveTo>
                  <a:lnTo>
                    <a:pt x="10832" y="4388"/>
                  </a:lnTo>
                  <a:lnTo>
                    <a:pt x="5213" y="39842"/>
                  </a:lnTo>
                  <a:cubicBezTo>
                    <a:pt x="5102" y="40619"/>
                    <a:pt x="4437" y="41173"/>
                    <a:pt x="3660" y="41173"/>
                  </a:cubicBezTo>
                  <a:lnTo>
                    <a:pt x="2181" y="41173"/>
                  </a:lnTo>
                  <a:cubicBezTo>
                    <a:pt x="1331" y="41173"/>
                    <a:pt x="629" y="40471"/>
                    <a:pt x="629" y="39584"/>
                  </a:cubicBezTo>
                  <a:lnTo>
                    <a:pt x="921" y="777"/>
                  </a:lnTo>
                  <a:close/>
                  <a:moveTo>
                    <a:pt x="597" y="1"/>
                  </a:moveTo>
                  <a:cubicBezTo>
                    <a:pt x="543" y="1"/>
                    <a:pt x="487" y="19"/>
                    <a:pt x="444" y="62"/>
                  </a:cubicBezTo>
                  <a:cubicBezTo>
                    <a:pt x="333" y="99"/>
                    <a:pt x="296" y="210"/>
                    <a:pt x="296" y="321"/>
                  </a:cubicBezTo>
                  <a:lnTo>
                    <a:pt x="0" y="39584"/>
                  </a:lnTo>
                  <a:cubicBezTo>
                    <a:pt x="0" y="40804"/>
                    <a:pt x="961" y="41765"/>
                    <a:pt x="2181" y="41765"/>
                  </a:cubicBezTo>
                  <a:lnTo>
                    <a:pt x="3660" y="41765"/>
                  </a:lnTo>
                  <a:cubicBezTo>
                    <a:pt x="4732" y="41765"/>
                    <a:pt x="5657" y="40989"/>
                    <a:pt x="5804" y="39953"/>
                  </a:cubicBezTo>
                  <a:lnTo>
                    <a:pt x="11461" y="4240"/>
                  </a:lnTo>
                  <a:cubicBezTo>
                    <a:pt x="11498" y="4092"/>
                    <a:pt x="11424" y="3944"/>
                    <a:pt x="11276" y="3907"/>
                  </a:cubicBezTo>
                  <a:lnTo>
                    <a:pt x="703" y="25"/>
                  </a:lnTo>
                  <a:cubicBezTo>
                    <a:pt x="672" y="10"/>
                    <a:pt x="635" y="1"/>
                    <a:pt x="5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3"/>
            <p:cNvSpPr/>
            <p:nvPr/>
          </p:nvSpPr>
          <p:spPr>
            <a:xfrm>
              <a:off x="3397300" y="3850150"/>
              <a:ext cx="427050" cy="427050"/>
            </a:xfrm>
            <a:custGeom>
              <a:rect b="b" l="l" r="r" t="t"/>
              <a:pathLst>
                <a:path extrusionOk="0" h="17082" w="17082">
                  <a:moveTo>
                    <a:pt x="8541" y="1"/>
                  </a:moveTo>
                  <a:cubicBezTo>
                    <a:pt x="3846" y="1"/>
                    <a:pt x="1" y="3809"/>
                    <a:pt x="1" y="8541"/>
                  </a:cubicBezTo>
                  <a:cubicBezTo>
                    <a:pt x="1" y="13236"/>
                    <a:pt x="3846" y="17081"/>
                    <a:pt x="8541" y="17081"/>
                  </a:cubicBezTo>
                  <a:cubicBezTo>
                    <a:pt x="13273" y="17081"/>
                    <a:pt x="17081" y="13236"/>
                    <a:pt x="17081" y="8541"/>
                  </a:cubicBezTo>
                  <a:cubicBezTo>
                    <a:pt x="17081" y="3809"/>
                    <a:pt x="13273" y="1"/>
                    <a:pt x="85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3"/>
            <p:cNvSpPr/>
            <p:nvPr/>
          </p:nvSpPr>
          <p:spPr>
            <a:xfrm>
              <a:off x="3389900" y="3841825"/>
              <a:ext cx="442750" cy="442750"/>
            </a:xfrm>
            <a:custGeom>
              <a:rect b="b" l="l" r="r" t="t"/>
              <a:pathLst>
                <a:path extrusionOk="0" h="17710" w="17710">
                  <a:moveTo>
                    <a:pt x="8837" y="629"/>
                  </a:moveTo>
                  <a:cubicBezTo>
                    <a:pt x="11129" y="629"/>
                    <a:pt x="13199" y="1554"/>
                    <a:pt x="14678" y="3032"/>
                  </a:cubicBezTo>
                  <a:cubicBezTo>
                    <a:pt x="16157" y="4548"/>
                    <a:pt x="17081" y="6582"/>
                    <a:pt x="17081" y="8874"/>
                  </a:cubicBezTo>
                  <a:cubicBezTo>
                    <a:pt x="17081" y="11129"/>
                    <a:pt x="16157" y="13199"/>
                    <a:pt x="14678" y="14678"/>
                  </a:cubicBezTo>
                  <a:cubicBezTo>
                    <a:pt x="13199" y="16194"/>
                    <a:pt x="11129" y="17081"/>
                    <a:pt x="8837" y="17081"/>
                  </a:cubicBezTo>
                  <a:cubicBezTo>
                    <a:pt x="6582" y="17081"/>
                    <a:pt x="4511" y="16194"/>
                    <a:pt x="3032" y="14678"/>
                  </a:cubicBezTo>
                  <a:cubicBezTo>
                    <a:pt x="1554" y="13199"/>
                    <a:pt x="629" y="11129"/>
                    <a:pt x="629" y="8874"/>
                  </a:cubicBezTo>
                  <a:cubicBezTo>
                    <a:pt x="629" y="6582"/>
                    <a:pt x="1554" y="4548"/>
                    <a:pt x="3032" y="3032"/>
                  </a:cubicBezTo>
                  <a:cubicBezTo>
                    <a:pt x="4511" y="1554"/>
                    <a:pt x="6582" y="629"/>
                    <a:pt x="8837" y="629"/>
                  </a:cubicBezTo>
                  <a:close/>
                  <a:moveTo>
                    <a:pt x="8837" y="1"/>
                  </a:moveTo>
                  <a:cubicBezTo>
                    <a:pt x="3957" y="1"/>
                    <a:pt x="1" y="3994"/>
                    <a:pt x="1" y="8874"/>
                  </a:cubicBezTo>
                  <a:cubicBezTo>
                    <a:pt x="1" y="13754"/>
                    <a:pt x="3957" y="17710"/>
                    <a:pt x="8837" y="17710"/>
                  </a:cubicBezTo>
                  <a:cubicBezTo>
                    <a:pt x="13754" y="17710"/>
                    <a:pt x="17710" y="13754"/>
                    <a:pt x="17710" y="8874"/>
                  </a:cubicBezTo>
                  <a:cubicBezTo>
                    <a:pt x="17710" y="3994"/>
                    <a:pt x="13754" y="1"/>
                    <a:pt x="88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53"/>
            <p:cNvSpPr/>
            <p:nvPr/>
          </p:nvSpPr>
          <p:spPr>
            <a:xfrm>
              <a:off x="4143175" y="5005475"/>
              <a:ext cx="265300" cy="191150"/>
            </a:xfrm>
            <a:custGeom>
              <a:rect b="b" l="l" r="r" t="t"/>
              <a:pathLst>
                <a:path extrusionOk="0" h="7646" w="10612">
                  <a:moveTo>
                    <a:pt x="4733" y="1"/>
                  </a:moveTo>
                  <a:lnTo>
                    <a:pt x="1" y="999"/>
                  </a:lnTo>
                  <a:lnTo>
                    <a:pt x="1" y="7580"/>
                  </a:lnTo>
                  <a:cubicBezTo>
                    <a:pt x="1" y="7580"/>
                    <a:pt x="3369" y="7646"/>
                    <a:pt x="6064" y="7646"/>
                  </a:cubicBezTo>
                  <a:cubicBezTo>
                    <a:pt x="7411" y="7646"/>
                    <a:pt x="8590" y="7629"/>
                    <a:pt x="9096" y="7580"/>
                  </a:cubicBezTo>
                  <a:cubicBezTo>
                    <a:pt x="10611" y="7395"/>
                    <a:pt x="9761" y="6397"/>
                    <a:pt x="9761" y="6397"/>
                  </a:cubicBezTo>
                  <a:lnTo>
                    <a:pt x="473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53"/>
            <p:cNvSpPr/>
            <p:nvPr/>
          </p:nvSpPr>
          <p:spPr>
            <a:xfrm>
              <a:off x="4135800" y="4997850"/>
              <a:ext cx="265275" cy="206375"/>
            </a:xfrm>
            <a:custGeom>
              <a:rect b="b" l="l" r="r" t="t"/>
              <a:pathLst>
                <a:path extrusionOk="0" h="8255" w="10611">
                  <a:moveTo>
                    <a:pt x="4887" y="640"/>
                  </a:moveTo>
                  <a:lnTo>
                    <a:pt x="9797" y="6887"/>
                  </a:lnTo>
                  <a:lnTo>
                    <a:pt x="9834" y="6887"/>
                  </a:lnTo>
                  <a:cubicBezTo>
                    <a:pt x="9834" y="6887"/>
                    <a:pt x="9871" y="6961"/>
                    <a:pt x="9908" y="7035"/>
                  </a:cubicBezTo>
                  <a:cubicBezTo>
                    <a:pt x="9945" y="7109"/>
                    <a:pt x="9982" y="7219"/>
                    <a:pt x="9982" y="7256"/>
                  </a:cubicBezTo>
                  <a:cubicBezTo>
                    <a:pt x="9982" y="7330"/>
                    <a:pt x="9982" y="7330"/>
                    <a:pt x="9908" y="7404"/>
                  </a:cubicBezTo>
                  <a:cubicBezTo>
                    <a:pt x="9834" y="7441"/>
                    <a:pt x="9686" y="7552"/>
                    <a:pt x="9354" y="7589"/>
                  </a:cubicBezTo>
                  <a:cubicBezTo>
                    <a:pt x="8873" y="7626"/>
                    <a:pt x="7690" y="7663"/>
                    <a:pt x="6359" y="7663"/>
                  </a:cubicBezTo>
                  <a:cubicBezTo>
                    <a:pt x="5028" y="7663"/>
                    <a:pt x="3512" y="7626"/>
                    <a:pt x="2329" y="7626"/>
                  </a:cubicBezTo>
                  <a:cubicBezTo>
                    <a:pt x="1564" y="7602"/>
                    <a:pt x="938" y="7578"/>
                    <a:pt x="592" y="7564"/>
                  </a:cubicBezTo>
                  <a:lnTo>
                    <a:pt x="592" y="7564"/>
                  </a:lnTo>
                  <a:lnTo>
                    <a:pt x="592" y="1563"/>
                  </a:lnTo>
                  <a:lnTo>
                    <a:pt x="4887" y="640"/>
                  </a:lnTo>
                  <a:close/>
                  <a:moveTo>
                    <a:pt x="5015" y="0"/>
                  </a:moveTo>
                  <a:cubicBezTo>
                    <a:pt x="4995" y="0"/>
                    <a:pt x="4975" y="3"/>
                    <a:pt x="4954" y="10"/>
                  </a:cubicBezTo>
                  <a:lnTo>
                    <a:pt x="222" y="1008"/>
                  </a:lnTo>
                  <a:cubicBezTo>
                    <a:pt x="111" y="1045"/>
                    <a:pt x="0" y="1193"/>
                    <a:pt x="0" y="1304"/>
                  </a:cubicBezTo>
                  <a:lnTo>
                    <a:pt x="0" y="7885"/>
                  </a:lnTo>
                  <a:cubicBezTo>
                    <a:pt x="0" y="8033"/>
                    <a:pt x="111" y="8181"/>
                    <a:pt x="296" y="8181"/>
                  </a:cubicBezTo>
                  <a:cubicBezTo>
                    <a:pt x="296" y="8181"/>
                    <a:pt x="3660" y="8255"/>
                    <a:pt x="6359" y="8255"/>
                  </a:cubicBezTo>
                  <a:cubicBezTo>
                    <a:pt x="7690" y="8255"/>
                    <a:pt x="8873" y="8255"/>
                    <a:pt x="9428" y="8181"/>
                  </a:cubicBezTo>
                  <a:cubicBezTo>
                    <a:pt x="9797" y="8144"/>
                    <a:pt x="10093" y="8033"/>
                    <a:pt x="10278" y="7885"/>
                  </a:cubicBezTo>
                  <a:cubicBezTo>
                    <a:pt x="10500" y="7737"/>
                    <a:pt x="10611" y="7478"/>
                    <a:pt x="10611" y="7256"/>
                  </a:cubicBezTo>
                  <a:cubicBezTo>
                    <a:pt x="10611" y="7035"/>
                    <a:pt x="10500" y="6850"/>
                    <a:pt x="10426" y="6739"/>
                  </a:cubicBezTo>
                  <a:cubicBezTo>
                    <a:pt x="10352" y="6591"/>
                    <a:pt x="10315" y="6517"/>
                    <a:pt x="10278" y="6517"/>
                  </a:cubicBezTo>
                  <a:lnTo>
                    <a:pt x="5250" y="121"/>
                  </a:lnTo>
                  <a:cubicBezTo>
                    <a:pt x="5190" y="61"/>
                    <a:pt x="5105" y="0"/>
                    <a:pt x="50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3"/>
            <p:cNvSpPr/>
            <p:nvPr/>
          </p:nvSpPr>
          <p:spPr>
            <a:xfrm>
              <a:off x="4008250" y="4063650"/>
              <a:ext cx="271750" cy="1028750"/>
            </a:xfrm>
            <a:custGeom>
              <a:rect b="b" l="l" r="r" t="t"/>
              <a:pathLst>
                <a:path extrusionOk="0" h="41150" w="10870">
                  <a:moveTo>
                    <a:pt x="10574" y="1"/>
                  </a:moveTo>
                  <a:lnTo>
                    <a:pt x="0" y="3883"/>
                  </a:lnTo>
                  <a:lnTo>
                    <a:pt x="5657" y="39559"/>
                  </a:lnTo>
                  <a:cubicBezTo>
                    <a:pt x="5805" y="40484"/>
                    <a:pt x="6581" y="41149"/>
                    <a:pt x="7505" y="41149"/>
                  </a:cubicBezTo>
                  <a:lnTo>
                    <a:pt x="8984" y="41149"/>
                  </a:lnTo>
                  <a:cubicBezTo>
                    <a:pt x="10019" y="41149"/>
                    <a:pt x="10870" y="40299"/>
                    <a:pt x="10870" y="39264"/>
                  </a:cubicBezTo>
                  <a:lnTo>
                    <a:pt x="105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53"/>
            <p:cNvSpPr/>
            <p:nvPr/>
          </p:nvSpPr>
          <p:spPr>
            <a:xfrm>
              <a:off x="3999925" y="4055650"/>
              <a:ext cx="287475" cy="1044125"/>
            </a:xfrm>
            <a:custGeom>
              <a:rect b="b" l="l" r="r" t="t"/>
              <a:pathLst>
                <a:path extrusionOk="0" h="41765" w="11499">
                  <a:moveTo>
                    <a:pt x="10577" y="764"/>
                  </a:moveTo>
                  <a:lnTo>
                    <a:pt x="10870" y="39584"/>
                  </a:lnTo>
                  <a:cubicBezTo>
                    <a:pt x="10870" y="40471"/>
                    <a:pt x="10167" y="41173"/>
                    <a:pt x="9317" y="41173"/>
                  </a:cubicBezTo>
                  <a:lnTo>
                    <a:pt x="7838" y="41173"/>
                  </a:lnTo>
                  <a:cubicBezTo>
                    <a:pt x="7062" y="41173"/>
                    <a:pt x="6396" y="40619"/>
                    <a:pt x="6285" y="39842"/>
                  </a:cubicBezTo>
                  <a:lnTo>
                    <a:pt x="666" y="4388"/>
                  </a:lnTo>
                  <a:lnTo>
                    <a:pt x="10577" y="764"/>
                  </a:lnTo>
                  <a:close/>
                  <a:moveTo>
                    <a:pt x="10902" y="1"/>
                  </a:moveTo>
                  <a:cubicBezTo>
                    <a:pt x="10863" y="1"/>
                    <a:pt x="10827" y="10"/>
                    <a:pt x="10796" y="25"/>
                  </a:cubicBezTo>
                  <a:lnTo>
                    <a:pt x="222" y="3907"/>
                  </a:lnTo>
                  <a:cubicBezTo>
                    <a:pt x="74" y="3944"/>
                    <a:pt x="0" y="4092"/>
                    <a:pt x="37" y="4240"/>
                  </a:cubicBezTo>
                  <a:lnTo>
                    <a:pt x="5657" y="39953"/>
                  </a:lnTo>
                  <a:cubicBezTo>
                    <a:pt x="5842" y="40989"/>
                    <a:pt x="6766" y="41765"/>
                    <a:pt x="7838" y="41765"/>
                  </a:cubicBezTo>
                  <a:lnTo>
                    <a:pt x="9317" y="41765"/>
                  </a:lnTo>
                  <a:cubicBezTo>
                    <a:pt x="10500" y="41765"/>
                    <a:pt x="11498" y="40804"/>
                    <a:pt x="11498" y="39584"/>
                  </a:cubicBezTo>
                  <a:lnTo>
                    <a:pt x="11203" y="321"/>
                  </a:lnTo>
                  <a:cubicBezTo>
                    <a:pt x="11203" y="210"/>
                    <a:pt x="11129" y="99"/>
                    <a:pt x="11055" y="62"/>
                  </a:cubicBezTo>
                  <a:cubicBezTo>
                    <a:pt x="11011" y="19"/>
                    <a:pt x="10955" y="1"/>
                    <a:pt x="109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53"/>
            <p:cNvSpPr/>
            <p:nvPr/>
          </p:nvSpPr>
          <p:spPr>
            <a:xfrm>
              <a:off x="3844650" y="3850150"/>
              <a:ext cx="427950" cy="427050"/>
            </a:xfrm>
            <a:custGeom>
              <a:rect b="b" l="l" r="r" t="t"/>
              <a:pathLst>
                <a:path extrusionOk="0" h="17082" w="17118">
                  <a:moveTo>
                    <a:pt x="8541" y="1"/>
                  </a:moveTo>
                  <a:cubicBezTo>
                    <a:pt x="3845" y="1"/>
                    <a:pt x="0" y="3809"/>
                    <a:pt x="0" y="8541"/>
                  </a:cubicBezTo>
                  <a:cubicBezTo>
                    <a:pt x="0" y="13236"/>
                    <a:pt x="3845" y="17081"/>
                    <a:pt x="8541" y="17081"/>
                  </a:cubicBezTo>
                  <a:cubicBezTo>
                    <a:pt x="13273" y="17081"/>
                    <a:pt x="17118" y="13236"/>
                    <a:pt x="17118" y="8541"/>
                  </a:cubicBezTo>
                  <a:cubicBezTo>
                    <a:pt x="17118" y="3809"/>
                    <a:pt x="13273" y="1"/>
                    <a:pt x="85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3"/>
            <p:cNvSpPr/>
            <p:nvPr/>
          </p:nvSpPr>
          <p:spPr>
            <a:xfrm>
              <a:off x="3837250" y="3841825"/>
              <a:ext cx="442750" cy="442750"/>
            </a:xfrm>
            <a:custGeom>
              <a:rect b="b" l="l" r="r" t="t"/>
              <a:pathLst>
                <a:path extrusionOk="0" h="17710" w="17710">
                  <a:moveTo>
                    <a:pt x="8837" y="629"/>
                  </a:moveTo>
                  <a:cubicBezTo>
                    <a:pt x="11129" y="629"/>
                    <a:pt x="13199" y="1554"/>
                    <a:pt x="14678" y="3032"/>
                  </a:cubicBezTo>
                  <a:cubicBezTo>
                    <a:pt x="16157" y="4548"/>
                    <a:pt x="17081" y="6582"/>
                    <a:pt x="17081" y="8874"/>
                  </a:cubicBezTo>
                  <a:cubicBezTo>
                    <a:pt x="17081" y="11129"/>
                    <a:pt x="16157" y="13199"/>
                    <a:pt x="14678" y="14678"/>
                  </a:cubicBezTo>
                  <a:cubicBezTo>
                    <a:pt x="13199" y="16194"/>
                    <a:pt x="11129" y="17081"/>
                    <a:pt x="8837" y="17081"/>
                  </a:cubicBezTo>
                  <a:cubicBezTo>
                    <a:pt x="6581" y="17081"/>
                    <a:pt x="4511" y="16194"/>
                    <a:pt x="3032" y="14678"/>
                  </a:cubicBezTo>
                  <a:cubicBezTo>
                    <a:pt x="1553" y="13199"/>
                    <a:pt x="629" y="11129"/>
                    <a:pt x="629" y="8874"/>
                  </a:cubicBezTo>
                  <a:cubicBezTo>
                    <a:pt x="629" y="6582"/>
                    <a:pt x="1553" y="4548"/>
                    <a:pt x="3032" y="3032"/>
                  </a:cubicBezTo>
                  <a:cubicBezTo>
                    <a:pt x="4511" y="1554"/>
                    <a:pt x="6581" y="629"/>
                    <a:pt x="8837" y="629"/>
                  </a:cubicBezTo>
                  <a:close/>
                  <a:moveTo>
                    <a:pt x="8837" y="1"/>
                  </a:moveTo>
                  <a:cubicBezTo>
                    <a:pt x="3956" y="1"/>
                    <a:pt x="1" y="3994"/>
                    <a:pt x="1" y="8874"/>
                  </a:cubicBezTo>
                  <a:cubicBezTo>
                    <a:pt x="1" y="13754"/>
                    <a:pt x="3956" y="17710"/>
                    <a:pt x="8837" y="17710"/>
                  </a:cubicBezTo>
                  <a:cubicBezTo>
                    <a:pt x="13754" y="17710"/>
                    <a:pt x="17710" y="13754"/>
                    <a:pt x="17710" y="8874"/>
                  </a:cubicBezTo>
                  <a:cubicBezTo>
                    <a:pt x="17710" y="3994"/>
                    <a:pt x="13754" y="1"/>
                    <a:pt x="88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3"/>
            <p:cNvSpPr/>
            <p:nvPr/>
          </p:nvSpPr>
          <p:spPr>
            <a:xfrm>
              <a:off x="3685675" y="2397200"/>
              <a:ext cx="332750" cy="450150"/>
            </a:xfrm>
            <a:custGeom>
              <a:rect b="b" l="l" r="r" t="t"/>
              <a:pathLst>
                <a:path extrusionOk="0" h="18006" w="13310">
                  <a:moveTo>
                    <a:pt x="6433" y="1"/>
                  </a:moveTo>
                  <a:cubicBezTo>
                    <a:pt x="5657" y="1"/>
                    <a:pt x="4881" y="112"/>
                    <a:pt x="4252" y="333"/>
                  </a:cubicBezTo>
                  <a:cubicBezTo>
                    <a:pt x="0" y="2034"/>
                    <a:pt x="1442" y="9280"/>
                    <a:pt x="2034" y="12755"/>
                  </a:cubicBezTo>
                  <a:cubicBezTo>
                    <a:pt x="2516" y="15718"/>
                    <a:pt x="5405" y="18006"/>
                    <a:pt x="8369" y="18006"/>
                  </a:cubicBezTo>
                  <a:cubicBezTo>
                    <a:pt x="8586" y="18006"/>
                    <a:pt x="8804" y="17994"/>
                    <a:pt x="9021" y="17968"/>
                  </a:cubicBezTo>
                  <a:cubicBezTo>
                    <a:pt x="13125" y="17525"/>
                    <a:pt x="13310" y="12534"/>
                    <a:pt x="13162" y="9391"/>
                  </a:cubicBezTo>
                  <a:cubicBezTo>
                    <a:pt x="12903" y="4770"/>
                    <a:pt x="12090" y="38"/>
                    <a:pt x="64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53"/>
            <p:cNvSpPr/>
            <p:nvPr/>
          </p:nvSpPr>
          <p:spPr>
            <a:xfrm>
              <a:off x="3710625" y="2388875"/>
              <a:ext cx="312425" cy="466800"/>
            </a:xfrm>
            <a:custGeom>
              <a:rect b="b" l="l" r="r" t="t"/>
              <a:pathLst>
                <a:path extrusionOk="0" h="18672" w="12497">
                  <a:moveTo>
                    <a:pt x="5435" y="629"/>
                  </a:moveTo>
                  <a:cubicBezTo>
                    <a:pt x="6803" y="629"/>
                    <a:pt x="7838" y="925"/>
                    <a:pt x="8689" y="1406"/>
                  </a:cubicBezTo>
                  <a:cubicBezTo>
                    <a:pt x="9909" y="2145"/>
                    <a:pt x="10648" y="3365"/>
                    <a:pt x="11092" y="4807"/>
                  </a:cubicBezTo>
                  <a:cubicBezTo>
                    <a:pt x="11572" y="6286"/>
                    <a:pt x="11757" y="8023"/>
                    <a:pt x="11831" y="9761"/>
                  </a:cubicBezTo>
                  <a:cubicBezTo>
                    <a:pt x="11868" y="10168"/>
                    <a:pt x="11868" y="10648"/>
                    <a:pt x="11868" y="11129"/>
                  </a:cubicBezTo>
                  <a:cubicBezTo>
                    <a:pt x="11868" y="12645"/>
                    <a:pt x="11720" y="14309"/>
                    <a:pt x="11129" y="15602"/>
                  </a:cubicBezTo>
                  <a:cubicBezTo>
                    <a:pt x="10870" y="16231"/>
                    <a:pt x="10463" y="16786"/>
                    <a:pt x="9983" y="17229"/>
                  </a:cubicBezTo>
                  <a:cubicBezTo>
                    <a:pt x="9465" y="17636"/>
                    <a:pt x="8837" y="17932"/>
                    <a:pt x="8023" y="18006"/>
                  </a:cubicBezTo>
                  <a:cubicBezTo>
                    <a:pt x="7801" y="18043"/>
                    <a:pt x="7617" y="18043"/>
                    <a:pt x="7395" y="18043"/>
                  </a:cubicBezTo>
                  <a:cubicBezTo>
                    <a:pt x="5990" y="18043"/>
                    <a:pt x="4585" y="17488"/>
                    <a:pt x="3476" y="16601"/>
                  </a:cubicBezTo>
                  <a:cubicBezTo>
                    <a:pt x="2367" y="15676"/>
                    <a:pt x="1553" y="14419"/>
                    <a:pt x="1332" y="13052"/>
                  </a:cubicBezTo>
                  <a:cubicBezTo>
                    <a:pt x="1073" y="11462"/>
                    <a:pt x="629" y="9059"/>
                    <a:pt x="629" y="6840"/>
                  </a:cubicBezTo>
                  <a:cubicBezTo>
                    <a:pt x="629" y="5509"/>
                    <a:pt x="777" y="4216"/>
                    <a:pt x="1221" y="3217"/>
                  </a:cubicBezTo>
                  <a:cubicBezTo>
                    <a:pt x="1627" y="2182"/>
                    <a:pt x="2293" y="1406"/>
                    <a:pt x="3365" y="962"/>
                  </a:cubicBezTo>
                  <a:cubicBezTo>
                    <a:pt x="3957" y="740"/>
                    <a:pt x="4659" y="629"/>
                    <a:pt x="5398" y="629"/>
                  </a:cubicBezTo>
                  <a:close/>
                  <a:moveTo>
                    <a:pt x="5398" y="1"/>
                  </a:moveTo>
                  <a:cubicBezTo>
                    <a:pt x="4585" y="1"/>
                    <a:pt x="3809" y="149"/>
                    <a:pt x="3143" y="408"/>
                  </a:cubicBezTo>
                  <a:cubicBezTo>
                    <a:pt x="1886" y="888"/>
                    <a:pt x="1110" y="1812"/>
                    <a:pt x="629" y="2959"/>
                  </a:cubicBezTo>
                  <a:cubicBezTo>
                    <a:pt x="149" y="4105"/>
                    <a:pt x="1" y="5473"/>
                    <a:pt x="1" y="6840"/>
                  </a:cubicBezTo>
                  <a:cubicBezTo>
                    <a:pt x="1" y="9133"/>
                    <a:pt x="481" y="11573"/>
                    <a:pt x="740" y="13162"/>
                  </a:cubicBezTo>
                  <a:cubicBezTo>
                    <a:pt x="999" y="14715"/>
                    <a:pt x="1886" y="16083"/>
                    <a:pt x="3069" y="17081"/>
                  </a:cubicBezTo>
                  <a:cubicBezTo>
                    <a:pt x="4289" y="18043"/>
                    <a:pt x="5842" y="18671"/>
                    <a:pt x="7395" y="18671"/>
                  </a:cubicBezTo>
                  <a:cubicBezTo>
                    <a:pt x="7617" y="18671"/>
                    <a:pt x="7838" y="18634"/>
                    <a:pt x="8060" y="18634"/>
                  </a:cubicBezTo>
                  <a:cubicBezTo>
                    <a:pt x="9021" y="18523"/>
                    <a:pt x="9761" y="18190"/>
                    <a:pt x="10352" y="17673"/>
                  </a:cubicBezTo>
                  <a:cubicBezTo>
                    <a:pt x="11277" y="16970"/>
                    <a:pt x="11794" y="15861"/>
                    <a:pt x="12090" y="14715"/>
                  </a:cubicBezTo>
                  <a:cubicBezTo>
                    <a:pt x="12423" y="13569"/>
                    <a:pt x="12497" y="12312"/>
                    <a:pt x="12497" y="11129"/>
                  </a:cubicBezTo>
                  <a:cubicBezTo>
                    <a:pt x="12497" y="10648"/>
                    <a:pt x="12497" y="10168"/>
                    <a:pt x="12460" y="9724"/>
                  </a:cubicBezTo>
                  <a:cubicBezTo>
                    <a:pt x="12312" y="7395"/>
                    <a:pt x="12053" y="4992"/>
                    <a:pt x="11092" y="3143"/>
                  </a:cubicBezTo>
                  <a:cubicBezTo>
                    <a:pt x="10611" y="2219"/>
                    <a:pt x="9909" y="1443"/>
                    <a:pt x="8985" y="888"/>
                  </a:cubicBezTo>
                  <a:cubicBezTo>
                    <a:pt x="8060" y="334"/>
                    <a:pt x="6877" y="38"/>
                    <a:pt x="54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53"/>
            <p:cNvSpPr/>
            <p:nvPr/>
          </p:nvSpPr>
          <p:spPr>
            <a:xfrm>
              <a:off x="3762400" y="2725350"/>
              <a:ext cx="136800" cy="153425"/>
            </a:xfrm>
            <a:custGeom>
              <a:rect b="b" l="l" r="r" t="t"/>
              <a:pathLst>
                <a:path extrusionOk="0" h="6137" w="5472">
                  <a:moveTo>
                    <a:pt x="1639" y="0"/>
                  </a:moveTo>
                  <a:cubicBezTo>
                    <a:pt x="994" y="0"/>
                    <a:pt x="403" y="187"/>
                    <a:pt x="0" y="702"/>
                  </a:cubicBezTo>
                  <a:lnTo>
                    <a:pt x="444" y="5730"/>
                  </a:lnTo>
                  <a:lnTo>
                    <a:pt x="5250" y="6136"/>
                  </a:lnTo>
                  <a:lnTo>
                    <a:pt x="5472" y="1330"/>
                  </a:lnTo>
                  <a:cubicBezTo>
                    <a:pt x="5472" y="1330"/>
                    <a:pt x="3360" y="0"/>
                    <a:pt x="16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53"/>
            <p:cNvSpPr/>
            <p:nvPr/>
          </p:nvSpPr>
          <p:spPr>
            <a:xfrm>
              <a:off x="3755000" y="2717000"/>
              <a:ext cx="151600" cy="169525"/>
            </a:xfrm>
            <a:custGeom>
              <a:rect b="b" l="l" r="r" t="t"/>
              <a:pathLst>
                <a:path extrusionOk="0" h="6781" w="6064">
                  <a:moveTo>
                    <a:pt x="1923" y="629"/>
                  </a:moveTo>
                  <a:cubicBezTo>
                    <a:pt x="2699" y="629"/>
                    <a:pt x="3660" y="925"/>
                    <a:pt x="4363" y="1257"/>
                  </a:cubicBezTo>
                  <a:cubicBezTo>
                    <a:pt x="4732" y="1442"/>
                    <a:pt x="5028" y="1590"/>
                    <a:pt x="5250" y="1701"/>
                  </a:cubicBezTo>
                  <a:cubicBezTo>
                    <a:pt x="5321" y="1749"/>
                    <a:pt x="5377" y="1781"/>
                    <a:pt x="5428" y="1807"/>
                  </a:cubicBezTo>
                  <a:lnTo>
                    <a:pt x="5428" y="1807"/>
                  </a:lnTo>
                  <a:lnTo>
                    <a:pt x="5250" y="6138"/>
                  </a:lnTo>
                  <a:lnTo>
                    <a:pt x="998" y="5768"/>
                  </a:lnTo>
                  <a:lnTo>
                    <a:pt x="638" y="1112"/>
                  </a:lnTo>
                  <a:lnTo>
                    <a:pt x="638" y="1112"/>
                  </a:lnTo>
                  <a:cubicBezTo>
                    <a:pt x="779" y="950"/>
                    <a:pt x="963" y="838"/>
                    <a:pt x="1146" y="777"/>
                  </a:cubicBezTo>
                  <a:cubicBezTo>
                    <a:pt x="1368" y="666"/>
                    <a:pt x="1664" y="629"/>
                    <a:pt x="1923" y="629"/>
                  </a:cubicBezTo>
                  <a:close/>
                  <a:moveTo>
                    <a:pt x="1923" y="0"/>
                  </a:moveTo>
                  <a:cubicBezTo>
                    <a:pt x="1590" y="0"/>
                    <a:pt x="1257" y="74"/>
                    <a:pt x="925" y="185"/>
                  </a:cubicBezTo>
                  <a:cubicBezTo>
                    <a:pt x="592" y="333"/>
                    <a:pt x="296" y="518"/>
                    <a:pt x="74" y="814"/>
                  </a:cubicBezTo>
                  <a:cubicBezTo>
                    <a:pt x="0" y="888"/>
                    <a:pt x="0" y="962"/>
                    <a:pt x="0" y="1036"/>
                  </a:cubicBezTo>
                  <a:lnTo>
                    <a:pt x="407" y="6064"/>
                  </a:lnTo>
                  <a:cubicBezTo>
                    <a:pt x="444" y="6212"/>
                    <a:pt x="555" y="6359"/>
                    <a:pt x="703" y="6359"/>
                  </a:cubicBezTo>
                  <a:lnTo>
                    <a:pt x="5509" y="6766"/>
                  </a:lnTo>
                  <a:cubicBezTo>
                    <a:pt x="5539" y="6776"/>
                    <a:pt x="5566" y="6781"/>
                    <a:pt x="5591" y="6781"/>
                  </a:cubicBezTo>
                  <a:cubicBezTo>
                    <a:pt x="5659" y="6781"/>
                    <a:pt x="5714" y="6746"/>
                    <a:pt x="5768" y="6692"/>
                  </a:cubicBezTo>
                  <a:cubicBezTo>
                    <a:pt x="5805" y="6655"/>
                    <a:pt x="5842" y="6581"/>
                    <a:pt x="5842" y="6470"/>
                  </a:cubicBezTo>
                  <a:lnTo>
                    <a:pt x="6063" y="1664"/>
                  </a:lnTo>
                  <a:cubicBezTo>
                    <a:pt x="6063" y="1553"/>
                    <a:pt x="6026" y="1442"/>
                    <a:pt x="5916" y="1405"/>
                  </a:cubicBezTo>
                  <a:cubicBezTo>
                    <a:pt x="5916" y="1368"/>
                    <a:pt x="5398" y="1036"/>
                    <a:pt x="4622" y="703"/>
                  </a:cubicBezTo>
                  <a:cubicBezTo>
                    <a:pt x="3845" y="370"/>
                    <a:pt x="2884" y="0"/>
                    <a:pt x="19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53"/>
            <p:cNvSpPr/>
            <p:nvPr/>
          </p:nvSpPr>
          <p:spPr>
            <a:xfrm>
              <a:off x="3642950" y="2338775"/>
              <a:ext cx="450350" cy="524625"/>
            </a:xfrm>
            <a:custGeom>
              <a:rect b="b" l="l" r="r" t="t"/>
              <a:pathLst>
                <a:path extrusionOk="0" h="20985" w="18014">
                  <a:moveTo>
                    <a:pt x="11262" y="9730"/>
                  </a:moveTo>
                  <a:cubicBezTo>
                    <a:pt x="11883" y="9730"/>
                    <a:pt x="12619" y="11617"/>
                    <a:pt x="12727" y="11913"/>
                  </a:cubicBezTo>
                  <a:cubicBezTo>
                    <a:pt x="12727" y="12911"/>
                    <a:pt x="12616" y="14538"/>
                    <a:pt x="12357" y="15092"/>
                  </a:cubicBezTo>
                  <a:cubicBezTo>
                    <a:pt x="12209" y="15351"/>
                    <a:pt x="11913" y="15647"/>
                    <a:pt x="11544" y="15906"/>
                  </a:cubicBezTo>
                  <a:cubicBezTo>
                    <a:pt x="12024" y="15277"/>
                    <a:pt x="12172" y="14760"/>
                    <a:pt x="11728" y="14686"/>
                  </a:cubicBezTo>
                  <a:cubicBezTo>
                    <a:pt x="10250" y="14464"/>
                    <a:pt x="10028" y="13429"/>
                    <a:pt x="10656" y="10693"/>
                  </a:cubicBezTo>
                  <a:cubicBezTo>
                    <a:pt x="10817" y="9991"/>
                    <a:pt x="11032" y="9730"/>
                    <a:pt x="11262" y="9730"/>
                  </a:cubicBezTo>
                  <a:close/>
                  <a:moveTo>
                    <a:pt x="6846" y="1"/>
                  </a:moveTo>
                  <a:cubicBezTo>
                    <a:pt x="3183" y="1"/>
                    <a:pt x="1" y="4529"/>
                    <a:pt x="1229" y="9658"/>
                  </a:cubicBezTo>
                  <a:cubicBezTo>
                    <a:pt x="1931" y="12652"/>
                    <a:pt x="3743" y="17348"/>
                    <a:pt x="7144" y="18272"/>
                  </a:cubicBezTo>
                  <a:cubicBezTo>
                    <a:pt x="7305" y="18314"/>
                    <a:pt x="7471" y="18333"/>
                    <a:pt x="7640" y="18333"/>
                  </a:cubicBezTo>
                  <a:cubicBezTo>
                    <a:pt x="8367" y="18333"/>
                    <a:pt x="9153" y="17975"/>
                    <a:pt x="9843" y="17496"/>
                  </a:cubicBezTo>
                  <a:lnTo>
                    <a:pt x="9843" y="17496"/>
                  </a:lnTo>
                  <a:cubicBezTo>
                    <a:pt x="9806" y="17606"/>
                    <a:pt x="9806" y="17717"/>
                    <a:pt x="9806" y="17828"/>
                  </a:cubicBezTo>
                  <a:cubicBezTo>
                    <a:pt x="10019" y="18643"/>
                    <a:pt x="9824" y="20985"/>
                    <a:pt x="11498" y="20985"/>
                  </a:cubicBezTo>
                  <a:cubicBezTo>
                    <a:pt x="11571" y="20985"/>
                    <a:pt x="11648" y="20980"/>
                    <a:pt x="11728" y="20971"/>
                  </a:cubicBezTo>
                  <a:cubicBezTo>
                    <a:pt x="13614" y="20749"/>
                    <a:pt x="14871" y="17422"/>
                    <a:pt x="14871" y="15943"/>
                  </a:cubicBezTo>
                  <a:cubicBezTo>
                    <a:pt x="14871" y="14464"/>
                    <a:pt x="13392" y="13614"/>
                    <a:pt x="13392" y="13614"/>
                  </a:cubicBezTo>
                  <a:lnTo>
                    <a:pt x="12985" y="7957"/>
                  </a:lnTo>
                  <a:cubicBezTo>
                    <a:pt x="12985" y="7957"/>
                    <a:pt x="14649" y="7957"/>
                    <a:pt x="16313" y="5887"/>
                  </a:cubicBezTo>
                  <a:cubicBezTo>
                    <a:pt x="18013" y="3779"/>
                    <a:pt x="11285" y="230"/>
                    <a:pt x="7107" y="8"/>
                  </a:cubicBezTo>
                  <a:cubicBezTo>
                    <a:pt x="7020" y="3"/>
                    <a:pt x="6933" y="1"/>
                    <a:pt x="68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53"/>
            <p:cNvSpPr/>
            <p:nvPr/>
          </p:nvSpPr>
          <p:spPr>
            <a:xfrm>
              <a:off x="3658875" y="2330650"/>
              <a:ext cx="406700" cy="540725"/>
            </a:xfrm>
            <a:custGeom>
              <a:rect b="b" l="l" r="r" t="t"/>
              <a:pathLst>
                <a:path extrusionOk="0" h="21629" w="16268">
                  <a:moveTo>
                    <a:pt x="10685" y="10389"/>
                  </a:moveTo>
                  <a:cubicBezTo>
                    <a:pt x="10796" y="10463"/>
                    <a:pt x="10907" y="10574"/>
                    <a:pt x="11018" y="10759"/>
                  </a:cubicBezTo>
                  <a:cubicBezTo>
                    <a:pt x="11376" y="11248"/>
                    <a:pt x="11677" y="11966"/>
                    <a:pt x="11794" y="12256"/>
                  </a:cubicBezTo>
                  <a:lnTo>
                    <a:pt x="11794" y="12256"/>
                  </a:lnTo>
                  <a:cubicBezTo>
                    <a:pt x="11793" y="12736"/>
                    <a:pt x="11756" y="13392"/>
                    <a:pt x="11683" y="13976"/>
                  </a:cubicBezTo>
                  <a:cubicBezTo>
                    <a:pt x="11646" y="14271"/>
                    <a:pt x="11609" y="14530"/>
                    <a:pt x="11572" y="14752"/>
                  </a:cubicBezTo>
                  <a:cubicBezTo>
                    <a:pt x="11562" y="14821"/>
                    <a:pt x="11550" y="14885"/>
                    <a:pt x="11536" y="14943"/>
                  </a:cubicBezTo>
                  <a:lnTo>
                    <a:pt x="11536" y="14943"/>
                  </a:lnTo>
                  <a:cubicBezTo>
                    <a:pt x="11524" y="14928"/>
                    <a:pt x="11512" y="14914"/>
                    <a:pt x="11498" y="14900"/>
                  </a:cubicBezTo>
                  <a:cubicBezTo>
                    <a:pt x="11424" y="14789"/>
                    <a:pt x="11276" y="14715"/>
                    <a:pt x="11128" y="14715"/>
                  </a:cubicBezTo>
                  <a:cubicBezTo>
                    <a:pt x="10685" y="14641"/>
                    <a:pt x="10426" y="14493"/>
                    <a:pt x="10278" y="14308"/>
                  </a:cubicBezTo>
                  <a:cubicBezTo>
                    <a:pt x="10093" y="14124"/>
                    <a:pt x="9982" y="13791"/>
                    <a:pt x="9982" y="13273"/>
                  </a:cubicBezTo>
                  <a:cubicBezTo>
                    <a:pt x="9982" y="12756"/>
                    <a:pt x="10093" y="12016"/>
                    <a:pt x="10315" y="11092"/>
                  </a:cubicBezTo>
                  <a:cubicBezTo>
                    <a:pt x="10389" y="10759"/>
                    <a:pt x="10500" y="10537"/>
                    <a:pt x="10574" y="10463"/>
                  </a:cubicBezTo>
                  <a:lnTo>
                    <a:pt x="10611" y="10389"/>
                  </a:lnTo>
                  <a:close/>
                  <a:moveTo>
                    <a:pt x="6433" y="629"/>
                  </a:moveTo>
                  <a:cubicBezTo>
                    <a:pt x="8245" y="740"/>
                    <a:pt x="10611" y="1480"/>
                    <a:pt x="12459" y="2478"/>
                  </a:cubicBezTo>
                  <a:cubicBezTo>
                    <a:pt x="13384" y="2958"/>
                    <a:pt x="14234" y="3513"/>
                    <a:pt x="14789" y="4031"/>
                  </a:cubicBezTo>
                  <a:cubicBezTo>
                    <a:pt x="15084" y="4289"/>
                    <a:pt x="15306" y="4585"/>
                    <a:pt x="15417" y="4807"/>
                  </a:cubicBezTo>
                  <a:cubicBezTo>
                    <a:pt x="15565" y="5066"/>
                    <a:pt x="15639" y="5288"/>
                    <a:pt x="15639" y="5472"/>
                  </a:cubicBezTo>
                  <a:cubicBezTo>
                    <a:pt x="15639" y="5657"/>
                    <a:pt x="15602" y="5842"/>
                    <a:pt x="15454" y="5990"/>
                  </a:cubicBezTo>
                  <a:cubicBezTo>
                    <a:pt x="14641" y="7025"/>
                    <a:pt x="13864" y="7506"/>
                    <a:pt x="13273" y="7765"/>
                  </a:cubicBezTo>
                  <a:cubicBezTo>
                    <a:pt x="12977" y="7875"/>
                    <a:pt x="12718" y="7912"/>
                    <a:pt x="12570" y="7949"/>
                  </a:cubicBezTo>
                  <a:cubicBezTo>
                    <a:pt x="12496" y="7986"/>
                    <a:pt x="12422" y="7986"/>
                    <a:pt x="12385" y="7986"/>
                  </a:cubicBezTo>
                  <a:lnTo>
                    <a:pt x="12348" y="7986"/>
                  </a:lnTo>
                  <a:cubicBezTo>
                    <a:pt x="12238" y="7986"/>
                    <a:pt x="12164" y="8023"/>
                    <a:pt x="12090" y="8097"/>
                  </a:cubicBezTo>
                  <a:cubicBezTo>
                    <a:pt x="12053" y="8134"/>
                    <a:pt x="12016" y="8245"/>
                    <a:pt x="12016" y="8319"/>
                  </a:cubicBezTo>
                  <a:lnTo>
                    <a:pt x="12294" y="11868"/>
                  </a:lnTo>
                  <a:lnTo>
                    <a:pt x="12294" y="11868"/>
                  </a:lnTo>
                  <a:cubicBezTo>
                    <a:pt x="12196" y="11621"/>
                    <a:pt x="12030" y="11256"/>
                    <a:pt x="11831" y="10907"/>
                  </a:cubicBezTo>
                  <a:cubicBezTo>
                    <a:pt x="11683" y="10648"/>
                    <a:pt x="11535" y="10389"/>
                    <a:pt x="11350" y="10168"/>
                  </a:cubicBezTo>
                  <a:cubicBezTo>
                    <a:pt x="11239" y="10057"/>
                    <a:pt x="11165" y="9946"/>
                    <a:pt x="11055" y="9872"/>
                  </a:cubicBezTo>
                  <a:cubicBezTo>
                    <a:pt x="10907" y="9798"/>
                    <a:pt x="10796" y="9761"/>
                    <a:pt x="10648" y="9761"/>
                  </a:cubicBezTo>
                  <a:cubicBezTo>
                    <a:pt x="10500" y="9761"/>
                    <a:pt x="10389" y="9798"/>
                    <a:pt x="10278" y="9872"/>
                  </a:cubicBezTo>
                  <a:cubicBezTo>
                    <a:pt x="10130" y="9946"/>
                    <a:pt x="10056" y="10094"/>
                    <a:pt x="9945" y="10279"/>
                  </a:cubicBezTo>
                  <a:cubicBezTo>
                    <a:pt x="9871" y="10463"/>
                    <a:pt x="9798" y="10685"/>
                    <a:pt x="9724" y="10944"/>
                  </a:cubicBezTo>
                  <a:cubicBezTo>
                    <a:pt x="9502" y="11905"/>
                    <a:pt x="9391" y="12645"/>
                    <a:pt x="9391" y="13273"/>
                  </a:cubicBezTo>
                  <a:cubicBezTo>
                    <a:pt x="9391" y="13865"/>
                    <a:pt x="9502" y="14345"/>
                    <a:pt x="9798" y="14678"/>
                  </a:cubicBezTo>
                  <a:cubicBezTo>
                    <a:pt x="10056" y="15048"/>
                    <a:pt x="10500" y="15233"/>
                    <a:pt x="11018" y="15307"/>
                  </a:cubicBezTo>
                  <a:lnTo>
                    <a:pt x="11055" y="15307"/>
                  </a:lnTo>
                  <a:cubicBezTo>
                    <a:pt x="11055" y="15344"/>
                    <a:pt x="11018" y="15454"/>
                    <a:pt x="10944" y="15602"/>
                  </a:cubicBezTo>
                  <a:cubicBezTo>
                    <a:pt x="10907" y="15713"/>
                    <a:pt x="10796" y="15898"/>
                    <a:pt x="10648" y="16046"/>
                  </a:cubicBezTo>
                  <a:cubicBezTo>
                    <a:pt x="10574" y="16194"/>
                    <a:pt x="10574" y="16379"/>
                    <a:pt x="10685" y="16453"/>
                  </a:cubicBezTo>
                  <a:cubicBezTo>
                    <a:pt x="10749" y="16517"/>
                    <a:pt x="10839" y="16557"/>
                    <a:pt x="10924" y="16557"/>
                  </a:cubicBezTo>
                  <a:cubicBezTo>
                    <a:pt x="10986" y="16557"/>
                    <a:pt x="11045" y="16536"/>
                    <a:pt x="11091" y="16490"/>
                  </a:cubicBezTo>
                  <a:cubicBezTo>
                    <a:pt x="11461" y="16194"/>
                    <a:pt x="11794" y="15898"/>
                    <a:pt x="11979" y="15565"/>
                  </a:cubicBezTo>
                  <a:cubicBezTo>
                    <a:pt x="12090" y="15381"/>
                    <a:pt x="12127" y="15159"/>
                    <a:pt x="12201" y="14900"/>
                  </a:cubicBezTo>
                  <a:cubicBezTo>
                    <a:pt x="12303" y="14362"/>
                    <a:pt x="12352" y="13665"/>
                    <a:pt x="12385" y="13029"/>
                  </a:cubicBezTo>
                  <a:lnTo>
                    <a:pt x="12385" y="13029"/>
                  </a:lnTo>
                  <a:lnTo>
                    <a:pt x="12459" y="13976"/>
                  </a:lnTo>
                  <a:cubicBezTo>
                    <a:pt x="12459" y="14087"/>
                    <a:pt x="12496" y="14160"/>
                    <a:pt x="12607" y="14234"/>
                  </a:cubicBezTo>
                  <a:cubicBezTo>
                    <a:pt x="12681" y="14271"/>
                    <a:pt x="13014" y="14493"/>
                    <a:pt x="13310" y="14826"/>
                  </a:cubicBezTo>
                  <a:cubicBezTo>
                    <a:pt x="13642" y="15196"/>
                    <a:pt x="13901" y="15676"/>
                    <a:pt x="13901" y="16268"/>
                  </a:cubicBezTo>
                  <a:cubicBezTo>
                    <a:pt x="13901" y="16933"/>
                    <a:pt x="13605" y="18116"/>
                    <a:pt x="13088" y="19115"/>
                  </a:cubicBezTo>
                  <a:cubicBezTo>
                    <a:pt x="12829" y="19595"/>
                    <a:pt x="12496" y="20076"/>
                    <a:pt x="12164" y="20409"/>
                  </a:cubicBezTo>
                  <a:cubicBezTo>
                    <a:pt x="11794" y="20741"/>
                    <a:pt x="11424" y="20963"/>
                    <a:pt x="11055" y="21000"/>
                  </a:cubicBezTo>
                  <a:lnTo>
                    <a:pt x="10870" y="21000"/>
                  </a:lnTo>
                  <a:cubicBezTo>
                    <a:pt x="10500" y="21000"/>
                    <a:pt x="10315" y="20889"/>
                    <a:pt x="10167" y="20704"/>
                  </a:cubicBezTo>
                  <a:cubicBezTo>
                    <a:pt x="9908" y="20446"/>
                    <a:pt x="9761" y="19965"/>
                    <a:pt x="9687" y="19447"/>
                  </a:cubicBezTo>
                  <a:cubicBezTo>
                    <a:pt x="9576" y="18930"/>
                    <a:pt x="9576" y="18449"/>
                    <a:pt x="9502" y="18079"/>
                  </a:cubicBezTo>
                  <a:lnTo>
                    <a:pt x="9465" y="18042"/>
                  </a:lnTo>
                  <a:lnTo>
                    <a:pt x="9502" y="17931"/>
                  </a:lnTo>
                  <a:cubicBezTo>
                    <a:pt x="9539" y="17821"/>
                    <a:pt x="9502" y="17673"/>
                    <a:pt x="9428" y="17599"/>
                  </a:cubicBezTo>
                  <a:cubicBezTo>
                    <a:pt x="9367" y="17538"/>
                    <a:pt x="9294" y="17510"/>
                    <a:pt x="9223" y="17510"/>
                  </a:cubicBezTo>
                  <a:cubicBezTo>
                    <a:pt x="9165" y="17510"/>
                    <a:pt x="9108" y="17529"/>
                    <a:pt x="9058" y="17562"/>
                  </a:cubicBezTo>
                  <a:cubicBezTo>
                    <a:pt x="8356" y="18042"/>
                    <a:pt x="7616" y="18338"/>
                    <a:pt x="7025" y="18338"/>
                  </a:cubicBezTo>
                  <a:cubicBezTo>
                    <a:pt x="6877" y="18338"/>
                    <a:pt x="6729" y="18338"/>
                    <a:pt x="6581" y="18301"/>
                  </a:cubicBezTo>
                  <a:cubicBezTo>
                    <a:pt x="4991" y="17858"/>
                    <a:pt x="3734" y="16527"/>
                    <a:pt x="2810" y="14900"/>
                  </a:cubicBezTo>
                  <a:cubicBezTo>
                    <a:pt x="1849" y="13273"/>
                    <a:pt x="1257" y="11388"/>
                    <a:pt x="888" y="9909"/>
                  </a:cubicBezTo>
                  <a:cubicBezTo>
                    <a:pt x="703" y="9169"/>
                    <a:pt x="629" y="8430"/>
                    <a:pt x="629" y="7728"/>
                  </a:cubicBezTo>
                  <a:cubicBezTo>
                    <a:pt x="629" y="5731"/>
                    <a:pt x="1294" y="3957"/>
                    <a:pt x="2329" y="2663"/>
                  </a:cubicBezTo>
                  <a:cubicBezTo>
                    <a:pt x="3365" y="1369"/>
                    <a:pt x="4770" y="629"/>
                    <a:pt x="6211" y="629"/>
                  </a:cubicBezTo>
                  <a:close/>
                  <a:moveTo>
                    <a:pt x="6211" y="1"/>
                  </a:moveTo>
                  <a:cubicBezTo>
                    <a:pt x="4548" y="1"/>
                    <a:pt x="2995" y="888"/>
                    <a:pt x="1849" y="2293"/>
                  </a:cubicBezTo>
                  <a:cubicBezTo>
                    <a:pt x="740" y="3661"/>
                    <a:pt x="0" y="5583"/>
                    <a:pt x="0" y="7728"/>
                  </a:cubicBezTo>
                  <a:cubicBezTo>
                    <a:pt x="0" y="8467"/>
                    <a:pt x="111" y="9243"/>
                    <a:pt x="296" y="10057"/>
                  </a:cubicBezTo>
                  <a:cubicBezTo>
                    <a:pt x="666" y="11573"/>
                    <a:pt x="1294" y="13532"/>
                    <a:pt x="2256" y="15233"/>
                  </a:cubicBezTo>
                  <a:cubicBezTo>
                    <a:pt x="3254" y="16933"/>
                    <a:pt x="4585" y="18412"/>
                    <a:pt x="6433" y="18893"/>
                  </a:cubicBezTo>
                  <a:cubicBezTo>
                    <a:pt x="6618" y="18930"/>
                    <a:pt x="6803" y="18967"/>
                    <a:pt x="7025" y="18967"/>
                  </a:cubicBezTo>
                  <a:cubicBezTo>
                    <a:pt x="7663" y="18967"/>
                    <a:pt x="8301" y="18716"/>
                    <a:pt x="8903" y="18377"/>
                  </a:cubicBezTo>
                  <a:lnTo>
                    <a:pt x="8903" y="18377"/>
                  </a:lnTo>
                  <a:cubicBezTo>
                    <a:pt x="8930" y="18537"/>
                    <a:pt x="8957" y="18760"/>
                    <a:pt x="8984" y="19004"/>
                  </a:cubicBezTo>
                  <a:cubicBezTo>
                    <a:pt x="9058" y="19521"/>
                    <a:pt x="9132" y="20150"/>
                    <a:pt x="9391" y="20667"/>
                  </a:cubicBezTo>
                  <a:cubicBezTo>
                    <a:pt x="9502" y="20926"/>
                    <a:pt x="9687" y="21148"/>
                    <a:pt x="9945" y="21333"/>
                  </a:cubicBezTo>
                  <a:cubicBezTo>
                    <a:pt x="10167" y="21518"/>
                    <a:pt x="10500" y="21629"/>
                    <a:pt x="10870" y="21629"/>
                  </a:cubicBezTo>
                  <a:cubicBezTo>
                    <a:pt x="10944" y="21629"/>
                    <a:pt x="11018" y="21629"/>
                    <a:pt x="11091" y="21592"/>
                  </a:cubicBezTo>
                  <a:cubicBezTo>
                    <a:pt x="11683" y="21555"/>
                    <a:pt x="12164" y="21259"/>
                    <a:pt x="12570" y="20852"/>
                  </a:cubicBezTo>
                  <a:cubicBezTo>
                    <a:pt x="13199" y="20261"/>
                    <a:pt x="13679" y="19410"/>
                    <a:pt x="14012" y="18560"/>
                  </a:cubicBezTo>
                  <a:cubicBezTo>
                    <a:pt x="14345" y="17710"/>
                    <a:pt x="14530" y="16859"/>
                    <a:pt x="14530" y="16268"/>
                  </a:cubicBezTo>
                  <a:cubicBezTo>
                    <a:pt x="14530" y="15417"/>
                    <a:pt x="14123" y="14789"/>
                    <a:pt x="13716" y="14345"/>
                  </a:cubicBezTo>
                  <a:cubicBezTo>
                    <a:pt x="13455" y="14084"/>
                    <a:pt x="13194" y="13899"/>
                    <a:pt x="13040" y="13790"/>
                  </a:cubicBezTo>
                  <a:lnTo>
                    <a:pt x="13040" y="13790"/>
                  </a:lnTo>
                  <a:lnTo>
                    <a:pt x="12666" y="8578"/>
                  </a:lnTo>
                  <a:lnTo>
                    <a:pt x="12666" y="8578"/>
                  </a:lnTo>
                  <a:cubicBezTo>
                    <a:pt x="13265" y="8469"/>
                    <a:pt x="14621" y="8046"/>
                    <a:pt x="15935" y="6397"/>
                  </a:cubicBezTo>
                  <a:cubicBezTo>
                    <a:pt x="16156" y="6101"/>
                    <a:pt x="16267" y="5805"/>
                    <a:pt x="16267" y="5472"/>
                  </a:cubicBezTo>
                  <a:cubicBezTo>
                    <a:pt x="16267" y="5140"/>
                    <a:pt x="16156" y="4807"/>
                    <a:pt x="15972" y="4511"/>
                  </a:cubicBezTo>
                  <a:cubicBezTo>
                    <a:pt x="15639" y="3957"/>
                    <a:pt x="15084" y="3439"/>
                    <a:pt x="14419" y="2921"/>
                  </a:cubicBezTo>
                  <a:cubicBezTo>
                    <a:pt x="12348" y="1443"/>
                    <a:pt x="9021" y="149"/>
                    <a:pt x="64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53"/>
            <p:cNvSpPr/>
            <p:nvPr/>
          </p:nvSpPr>
          <p:spPr>
            <a:xfrm>
              <a:off x="3633000" y="2838275"/>
              <a:ext cx="438125" cy="93175"/>
            </a:xfrm>
            <a:custGeom>
              <a:rect b="b" l="l" r="r" t="t"/>
              <a:pathLst>
                <a:path extrusionOk="0" h="3727" w="17525">
                  <a:moveTo>
                    <a:pt x="6167" y="0"/>
                  </a:moveTo>
                  <a:cubicBezTo>
                    <a:pt x="5883" y="0"/>
                    <a:pt x="5625" y="10"/>
                    <a:pt x="5398" y="30"/>
                  </a:cubicBezTo>
                  <a:cubicBezTo>
                    <a:pt x="2884" y="251"/>
                    <a:pt x="1738" y="1619"/>
                    <a:pt x="1738" y="1619"/>
                  </a:cubicBezTo>
                  <a:lnTo>
                    <a:pt x="0" y="3061"/>
                  </a:lnTo>
                  <a:lnTo>
                    <a:pt x="17524" y="3727"/>
                  </a:lnTo>
                  <a:cubicBezTo>
                    <a:pt x="17524" y="3727"/>
                    <a:pt x="17007" y="2728"/>
                    <a:pt x="15676" y="1804"/>
                  </a:cubicBezTo>
                  <a:cubicBezTo>
                    <a:pt x="14431" y="963"/>
                    <a:pt x="9025" y="0"/>
                    <a:pt x="61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53"/>
            <p:cNvSpPr/>
            <p:nvPr/>
          </p:nvSpPr>
          <p:spPr>
            <a:xfrm>
              <a:off x="3624675" y="2830675"/>
              <a:ext cx="454750" cy="108425"/>
            </a:xfrm>
            <a:custGeom>
              <a:rect b="b" l="l" r="r" t="t"/>
              <a:pathLst>
                <a:path extrusionOk="0" h="4337" w="18190">
                  <a:moveTo>
                    <a:pt x="6544" y="592"/>
                  </a:moveTo>
                  <a:cubicBezTo>
                    <a:pt x="7949" y="592"/>
                    <a:pt x="9982" y="851"/>
                    <a:pt x="11831" y="1184"/>
                  </a:cubicBezTo>
                  <a:cubicBezTo>
                    <a:pt x="12755" y="1369"/>
                    <a:pt x="13606" y="1554"/>
                    <a:pt x="14345" y="1775"/>
                  </a:cubicBezTo>
                  <a:cubicBezTo>
                    <a:pt x="15047" y="1960"/>
                    <a:pt x="15602" y="2182"/>
                    <a:pt x="15824" y="2367"/>
                  </a:cubicBezTo>
                  <a:cubicBezTo>
                    <a:pt x="16489" y="2811"/>
                    <a:pt x="16933" y="3254"/>
                    <a:pt x="17192" y="3624"/>
                  </a:cubicBezTo>
                  <a:cubicBezTo>
                    <a:pt x="17221" y="3653"/>
                    <a:pt x="17249" y="3683"/>
                    <a:pt x="17275" y="3712"/>
                  </a:cubicBezTo>
                  <a:lnTo>
                    <a:pt x="17275" y="3712"/>
                  </a:lnTo>
                  <a:lnTo>
                    <a:pt x="1146" y="3106"/>
                  </a:lnTo>
                  <a:lnTo>
                    <a:pt x="2293" y="2182"/>
                  </a:lnTo>
                  <a:lnTo>
                    <a:pt x="2330" y="2145"/>
                  </a:lnTo>
                  <a:cubicBezTo>
                    <a:pt x="2367" y="2108"/>
                    <a:pt x="3439" y="851"/>
                    <a:pt x="5768" y="629"/>
                  </a:cubicBezTo>
                  <a:cubicBezTo>
                    <a:pt x="5990" y="629"/>
                    <a:pt x="6248" y="592"/>
                    <a:pt x="6544" y="592"/>
                  </a:cubicBezTo>
                  <a:close/>
                  <a:moveTo>
                    <a:pt x="6544" y="1"/>
                  </a:moveTo>
                  <a:cubicBezTo>
                    <a:pt x="6211" y="1"/>
                    <a:pt x="5953" y="1"/>
                    <a:pt x="5694" y="38"/>
                  </a:cubicBezTo>
                  <a:cubicBezTo>
                    <a:pt x="3241" y="245"/>
                    <a:pt x="2047" y="1517"/>
                    <a:pt x="1871" y="1714"/>
                  </a:cubicBezTo>
                  <a:lnTo>
                    <a:pt x="1871" y="1714"/>
                  </a:lnTo>
                  <a:lnTo>
                    <a:pt x="148" y="3143"/>
                  </a:lnTo>
                  <a:cubicBezTo>
                    <a:pt x="37" y="3217"/>
                    <a:pt x="0" y="3365"/>
                    <a:pt x="37" y="3476"/>
                  </a:cubicBezTo>
                  <a:cubicBezTo>
                    <a:pt x="74" y="3587"/>
                    <a:pt x="185" y="3661"/>
                    <a:pt x="296" y="3661"/>
                  </a:cubicBezTo>
                  <a:lnTo>
                    <a:pt x="17857" y="4326"/>
                  </a:lnTo>
                  <a:cubicBezTo>
                    <a:pt x="17878" y="4333"/>
                    <a:pt x="17898" y="4336"/>
                    <a:pt x="17918" y="4336"/>
                  </a:cubicBezTo>
                  <a:cubicBezTo>
                    <a:pt x="18006" y="4336"/>
                    <a:pt x="18086" y="4276"/>
                    <a:pt x="18116" y="4216"/>
                  </a:cubicBezTo>
                  <a:cubicBezTo>
                    <a:pt x="18190" y="4105"/>
                    <a:pt x="18190" y="3994"/>
                    <a:pt x="18153" y="3883"/>
                  </a:cubicBezTo>
                  <a:cubicBezTo>
                    <a:pt x="18116" y="3883"/>
                    <a:pt x="17598" y="2811"/>
                    <a:pt x="16194" y="1849"/>
                  </a:cubicBezTo>
                  <a:cubicBezTo>
                    <a:pt x="15824" y="1591"/>
                    <a:pt x="15232" y="1406"/>
                    <a:pt x="14493" y="1184"/>
                  </a:cubicBezTo>
                  <a:cubicBezTo>
                    <a:pt x="12312" y="555"/>
                    <a:pt x="8725" y="1"/>
                    <a:pt x="65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53"/>
            <p:cNvSpPr/>
            <p:nvPr/>
          </p:nvSpPr>
          <p:spPr>
            <a:xfrm>
              <a:off x="3174550" y="2857500"/>
              <a:ext cx="244950" cy="223675"/>
            </a:xfrm>
            <a:custGeom>
              <a:rect b="b" l="l" r="r" t="t"/>
              <a:pathLst>
                <a:path extrusionOk="0" h="8947" w="9798">
                  <a:moveTo>
                    <a:pt x="6545" y="0"/>
                  </a:moveTo>
                  <a:lnTo>
                    <a:pt x="4992" y="148"/>
                  </a:lnTo>
                  <a:lnTo>
                    <a:pt x="4289" y="2403"/>
                  </a:lnTo>
                  <a:lnTo>
                    <a:pt x="1" y="3623"/>
                  </a:lnTo>
                  <a:lnTo>
                    <a:pt x="1221" y="8947"/>
                  </a:lnTo>
                  <a:lnTo>
                    <a:pt x="5103" y="8762"/>
                  </a:lnTo>
                  <a:lnTo>
                    <a:pt x="6729" y="7061"/>
                  </a:lnTo>
                  <a:lnTo>
                    <a:pt x="9798" y="3771"/>
                  </a:lnTo>
                  <a:lnTo>
                    <a:pt x="9132" y="3253"/>
                  </a:lnTo>
                  <a:lnTo>
                    <a:pt x="6027" y="5176"/>
                  </a:lnTo>
                  <a:lnTo>
                    <a:pt x="6360" y="2218"/>
                  </a:lnTo>
                  <a:lnTo>
                    <a:pt x="6877" y="2921"/>
                  </a:lnTo>
                  <a:lnTo>
                    <a:pt x="7580" y="2218"/>
                  </a:lnTo>
                  <a:lnTo>
                    <a:pt x="654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53"/>
            <p:cNvSpPr/>
            <p:nvPr/>
          </p:nvSpPr>
          <p:spPr>
            <a:xfrm>
              <a:off x="3165325" y="2849175"/>
              <a:ext cx="261575" cy="239575"/>
            </a:xfrm>
            <a:custGeom>
              <a:rect b="b" l="l" r="r" t="t"/>
              <a:pathLst>
                <a:path extrusionOk="0" h="9583" w="10463">
                  <a:moveTo>
                    <a:pt x="6729" y="666"/>
                  </a:moveTo>
                  <a:lnTo>
                    <a:pt x="7579" y="2514"/>
                  </a:lnTo>
                  <a:lnTo>
                    <a:pt x="7283" y="2773"/>
                  </a:lnTo>
                  <a:lnTo>
                    <a:pt x="6987" y="2366"/>
                  </a:lnTo>
                  <a:cubicBezTo>
                    <a:pt x="6914" y="2292"/>
                    <a:pt x="6803" y="2255"/>
                    <a:pt x="6655" y="2255"/>
                  </a:cubicBezTo>
                  <a:cubicBezTo>
                    <a:pt x="6544" y="2292"/>
                    <a:pt x="6470" y="2403"/>
                    <a:pt x="6433" y="2514"/>
                  </a:cubicBezTo>
                  <a:lnTo>
                    <a:pt x="6100" y="5472"/>
                  </a:lnTo>
                  <a:cubicBezTo>
                    <a:pt x="6063" y="5583"/>
                    <a:pt x="6137" y="5694"/>
                    <a:pt x="6248" y="5768"/>
                  </a:cubicBezTo>
                  <a:cubicBezTo>
                    <a:pt x="6285" y="5805"/>
                    <a:pt x="6340" y="5823"/>
                    <a:pt x="6396" y="5823"/>
                  </a:cubicBezTo>
                  <a:cubicBezTo>
                    <a:pt x="6451" y="5823"/>
                    <a:pt x="6507" y="5805"/>
                    <a:pt x="6544" y="5768"/>
                  </a:cubicBezTo>
                  <a:lnTo>
                    <a:pt x="9501" y="3993"/>
                  </a:lnTo>
                  <a:lnTo>
                    <a:pt x="9686" y="4141"/>
                  </a:lnTo>
                  <a:lnTo>
                    <a:pt x="6877" y="7210"/>
                  </a:lnTo>
                  <a:lnTo>
                    <a:pt x="5324" y="8799"/>
                  </a:lnTo>
                  <a:lnTo>
                    <a:pt x="1831" y="8972"/>
                  </a:lnTo>
                  <a:lnTo>
                    <a:pt x="1831" y="8972"/>
                  </a:lnTo>
                  <a:lnTo>
                    <a:pt x="702" y="4178"/>
                  </a:lnTo>
                  <a:lnTo>
                    <a:pt x="4769" y="3032"/>
                  </a:lnTo>
                  <a:cubicBezTo>
                    <a:pt x="4843" y="2995"/>
                    <a:pt x="4954" y="2921"/>
                    <a:pt x="4954" y="2847"/>
                  </a:cubicBezTo>
                  <a:lnTo>
                    <a:pt x="5583" y="777"/>
                  </a:lnTo>
                  <a:lnTo>
                    <a:pt x="6729" y="666"/>
                  </a:lnTo>
                  <a:close/>
                  <a:moveTo>
                    <a:pt x="6877" y="0"/>
                  </a:moveTo>
                  <a:lnTo>
                    <a:pt x="5324" y="185"/>
                  </a:lnTo>
                  <a:cubicBezTo>
                    <a:pt x="5213" y="185"/>
                    <a:pt x="5102" y="296"/>
                    <a:pt x="5065" y="407"/>
                  </a:cubicBezTo>
                  <a:lnTo>
                    <a:pt x="4436" y="2477"/>
                  </a:lnTo>
                  <a:lnTo>
                    <a:pt x="259" y="3660"/>
                  </a:lnTo>
                  <a:cubicBezTo>
                    <a:pt x="111" y="3697"/>
                    <a:pt x="0" y="3845"/>
                    <a:pt x="37" y="4030"/>
                  </a:cubicBezTo>
                  <a:lnTo>
                    <a:pt x="1294" y="9354"/>
                  </a:lnTo>
                  <a:cubicBezTo>
                    <a:pt x="1326" y="9482"/>
                    <a:pt x="1442" y="9583"/>
                    <a:pt x="1569" y="9583"/>
                  </a:cubicBezTo>
                  <a:cubicBezTo>
                    <a:pt x="1588" y="9583"/>
                    <a:pt x="1607" y="9581"/>
                    <a:pt x="1627" y="9576"/>
                  </a:cubicBezTo>
                  <a:lnTo>
                    <a:pt x="5472" y="9391"/>
                  </a:lnTo>
                  <a:cubicBezTo>
                    <a:pt x="5546" y="9391"/>
                    <a:pt x="5620" y="9354"/>
                    <a:pt x="5693" y="9317"/>
                  </a:cubicBezTo>
                  <a:lnTo>
                    <a:pt x="7320" y="7616"/>
                  </a:lnTo>
                  <a:lnTo>
                    <a:pt x="10389" y="4289"/>
                  </a:lnTo>
                  <a:cubicBezTo>
                    <a:pt x="10426" y="4252"/>
                    <a:pt x="10463" y="4141"/>
                    <a:pt x="10463" y="4067"/>
                  </a:cubicBezTo>
                  <a:cubicBezTo>
                    <a:pt x="10463" y="3993"/>
                    <a:pt x="10426" y="3919"/>
                    <a:pt x="10352" y="3845"/>
                  </a:cubicBezTo>
                  <a:lnTo>
                    <a:pt x="9686" y="3365"/>
                  </a:lnTo>
                  <a:cubicBezTo>
                    <a:pt x="9643" y="3321"/>
                    <a:pt x="9574" y="3303"/>
                    <a:pt x="9503" y="3303"/>
                  </a:cubicBezTo>
                  <a:cubicBezTo>
                    <a:pt x="9452" y="3303"/>
                    <a:pt x="9400" y="3312"/>
                    <a:pt x="9354" y="3328"/>
                  </a:cubicBezTo>
                  <a:lnTo>
                    <a:pt x="6766" y="4917"/>
                  </a:lnTo>
                  <a:lnTo>
                    <a:pt x="6950" y="3365"/>
                  </a:lnTo>
                  <a:lnTo>
                    <a:pt x="7024" y="3439"/>
                  </a:lnTo>
                  <a:cubicBezTo>
                    <a:pt x="7061" y="3512"/>
                    <a:pt x="7135" y="3549"/>
                    <a:pt x="7246" y="3549"/>
                  </a:cubicBezTo>
                  <a:cubicBezTo>
                    <a:pt x="7266" y="3559"/>
                    <a:pt x="7289" y="3564"/>
                    <a:pt x="7312" y="3564"/>
                  </a:cubicBezTo>
                  <a:cubicBezTo>
                    <a:pt x="7374" y="3564"/>
                    <a:pt x="7441" y="3530"/>
                    <a:pt x="7468" y="3476"/>
                  </a:cubicBezTo>
                  <a:lnTo>
                    <a:pt x="8171" y="2773"/>
                  </a:lnTo>
                  <a:cubicBezTo>
                    <a:pt x="8281" y="2699"/>
                    <a:pt x="8281" y="2551"/>
                    <a:pt x="8244" y="2440"/>
                  </a:cubicBezTo>
                  <a:lnTo>
                    <a:pt x="7209" y="185"/>
                  </a:lnTo>
                  <a:cubicBezTo>
                    <a:pt x="7135" y="74"/>
                    <a:pt x="7024" y="0"/>
                    <a:pt x="68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53"/>
            <p:cNvSpPr/>
            <p:nvPr/>
          </p:nvSpPr>
          <p:spPr>
            <a:xfrm>
              <a:off x="3119100" y="3076550"/>
              <a:ext cx="183025" cy="423600"/>
            </a:xfrm>
            <a:custGeom>
              <a:rect b="b" l="l" r="r" t="t"/>
              <a:pathLst>
                <a:path extrusionOk="0" h="16944" w="7321">
                  <a:moveTo>
                    <a:pt x="7321" y="0"/>
                  </a:moveTo>
                  <a:lnTo>
                    <a:pt x="3439" y="185"/>
                  </a:lnTo>
                  <a:lnTo>
                    <a:pt x="148" y="13975"/>
                  </a:lnTo>
                  <a:lnTo>
                    <a:pt x="0" y="14345"/>
                  </a:lnTo>
                  <a:cubicBezTo>
                    <a:pt x="1103" y="16435"/>
                    <a:pt x="2918" y="16943"/>
                    <a:pt x="4422" y="16943"/>
                  </a:cubicBezTo>
                  <a:cubicBezTo>
                    <a:pt x="5844" y="16943"/>
                    <a:pt x="6988" y="16489"/>
                    <a:pt x="6988" y="16489"/>
                  </a:cubicBezTo>
                  <a:lnTo>
                    <a:pt x="732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53"/>
            <p:cNvSpPr/>
            <p:nvPr/>
          </p:nvSpPr>
          <p:spPr>
            <a:xfrm>
              <a:off x="3110775" y="3068775"/>
              <a:ext cx="198750" cy="439425"/>
            </a:xfrm>
            <a:custGeom>
              <a:rect b="b" l="l" r="r" t="t"/>
              <a:pathLst>
                <a:path extrusionOk="0" h="17577" w="7950">
                  <a:moveTo>
                    <a:pt x="7321" y="644"/>
                  </a:moveTo>
                  <a:lnTo>
                    <a:pt x="6993" y="16588"/>
                  </a:lnTo>
                  <a:lnTo>
                    <a:pt x="6993" y="16588"/>
                  </a:lnTo>
                  <a:cubicBezTo>
                    <a:pt x="6621" y="16705"/>
                    <a:pt x="5745" y="16948"/>
                    <a:pt x="4733" y="16948"/>
                  </a:cubicBezTo>
                  <a:cubicBezTo>
                    <a:pt x="3994" y="16948"/>
                    <a:pt x="3217" y="16837"/>
                    <a:pt x="2515" y="16467"/>
                  </a:cubicBezTo>
                  <a:cubicBezTo>
                    <a:pt x="1841" y="16113"/>
                    <a:pt x="1168" y="15555"/>
                    <a:pt x="658" y="14663"/>
                  </a:cubicBezTo>
                  <a:lnTo>
                    <a:pt x="658" y="14663"/>
                  </a:lnTo>
                  <a:lnTo>
                    <a:pt x="740" y="14360"/>
                  </a:lnTo>
                  <a:lnTo>
                    <a:pt x="777" y="14360"/>
                  </a:lnTo>
                  <a:lnTo>
                    <a:pt x="4031" y="792"/>
                  </a:lnTo>
                  <a:lnTo>
                    <a:pt x="7321" y="644"/>
                  </a:lnTo>
                  <a:close/>
                  <a:moveTo>
                    <a:pt x="7699" y="1"/>
                  </a:moveTo>
                  <a:cubicBezTo>
                    <a:pt x="7673" y="1"/>
                    <a:pt x="7646" y="5"/>
                    <a:pt x="7617" y="15"/>
                  </a:cubicBezTo>
                  <a:lnTo>
                    <a:pt x="3772" y="200"/>
                  </a:lnTo>
                  <a:cubicBezTo>
                    <a:pt x="3624" y="200"/>
                    <a:pt x="3513" y="311"/>
                    <a:pt x="3476" y="422"/>
                  </a:cubicBezTo>
                  <a:lnTo>
                    <a:pt x="149" y="14175"/>
                  </a:lnTo>
                  <a:lnTo>
                    <a:pt x="38" y="14582"/>
                  </a:lnTo>
                  <a:cubicBezTo>
                    <a:pt x="1" y="14656"/>
                    <a:pt x="38" y="14730"/>
                    <a:pt x="75" y="14804"/>
                  </a:cubicBezTo>
                  <a:cubicBezTo>
                    <a:pt x="629" y="15913"/>
                    <a:pt x="1406" y="16615"/>
                    <a:pt x="2256" y="17022"/>
                  </a:cubicBezTo>
                  <a:cubicBezTo>
                    <a:pt x="3069" y="17429"/>
                    <a:pt x="3957" y="17576"/>
                    <a:pt x="4733" y="17576"/>
                  </a:cubicBezTo>
                  <a:cubicBezTo>
                    <a:pt x="6212" y="17576"/>
                    <a:pt x="7395" y="17096"/>
                    <a:pt x="7432" y="17096"/>
                  </a:cubicBezTo>
                  <a:cubicBezTo>
                    <a:pt x="7543" y="17022"/>
                    <a:pt x="7617" y="16948"/>
                    <a:pt x="7617" y="16800"/>
                  </a:cubicBezTo>
                  <a:lnTo>
                    <a:pt x="7949" y="311"/>
                  </a:lnTo>
                  <a:cubicBezTo>
                    <a:pt x="7949" y="237"/>
                    <a:pt x="7912" y="126"/>
                    <a:pt x="7875" y="89"/>
                  </a:cubicBezTo>
                  <a:cubicBezTo>
                    <a:pt x="7821" y="35"/>
                    <a:pt x="7767" y="1"/>
                    <a:pt x="7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3"/>
            <p:cNvSpPr/>
            <p:nvPr/>
          </p:nvSpPr>
          <p:spPr>
            <a:xfrm>
              <a:off x="3104300" y="2951775"/>
              <a:ext cx="378050" cy="561575"/>
            </a:xfrm>
            <a:custGeom>
              <a:rect b="b" l="l" r="r" t="t"/>
              <a:pathLst>
                <a:path extrusionOk="0" h="22463" w="15122">
                  <a:moveTo>
                    <a:pt x="12608" y="0"/>
                  </a:moveTo>
                  <a:lnTo>
                    <a:pt x="777" y="18559"/>
                  </a:lnTo>
                  <a:cubicBezTo>
                    <a:pt x="777" y="18559"/>
                    <a:pt x="1" y="20888"/>
                    <a:pt x="2922" y="22072"/>
                  </a:cubicBezTo>
                  <a:cubicBezTo>
                    <a:pt x="3637" y="22356"/>
                    <a:pt x="4284" y="22463"/>
                    <a:pt x="4852" y="22463"/>
                  </a:cubicBezTo>
                  <a:cubicBezTo>
                    <a:pt x="6576" y="22463"/>
                    <a:pt x="7580" y="21480"/>
                    <a:pt x="7580" y="21480"/>
                  </a:cubicBezTo>
                  <a:lnTo>
                    <a:pt x="15122" y="14714"/>
                  </a:lnTo>
                  <a:lnTo>
                    <a:pt x="126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53"/>
            <p:cNvSpPr/>
            <p:nvPr/>
          </p:nvSpPr>
          <p:spPr>
            <a:xfrm>
              <a:off x="3113550" y="2944025"/>
              <a:ext cx="376200" cy="577100"/>
            </a:xfrm>
            <a:custGeom>
              <a:rect b="b" l="l" r="r" t="t"/>
              <a:pathLst>
                <a:path extrusionOk="0" h="23084" w="15048">
                  <a:moveTo>
                    <a:pt x="12046" y="1166"/>
                  </a:moveTo>
                  <a:lnTo>
                    <a:pt x="14419" y="14913"/>
                  </a:lnTo>
                  <a:lnTo>
                    <a:pt x="6988" y="21568"/>
                  </a:lnTo>
                  <a:cubicBezTo>
                    <a:pt x="6951" y="21605"/>
                    <a:pt x="6027" y="22455"/>
                    <a:pt x="4511" y="22455"/>
                  </a:cubicBezTo>
                  <a:cubicBezTo>
                    <a:pt x="3957" y="22455"/>
                    <a:pt x="3365" y="22345"/>
                    <a:pt x="2663" y="22086"/>
                  </a:cubicBezTo>
                  <a:cubicBezTo>
                    <a:pt x="1775" y="21716"/>
                    <a:pt x="1258" y="21272"/>
                    <a:pt x="999" y="20829"/>
                  </a:cubicBezTo>
                  <a:cubicBezTo>
                    <a:pt x="703" y="20385"/>
                    <a:pt x="629" y="19941"/>
                    <a:pt x="629" y="19572"/>
                  </a:cubicBezTo>
                  <a:cubicBezTo>
                    <a:pt x="629" y="19387"/>
                    <a:pt x="666" y="19239"/>
                    <a:pt x="666" y="19128"/>
                  </a:cubicBezTo>
                  <a:lnTo>
                    <a:pt x="703" y="19017"/>
                  </a:lnTo>
                  <a:lnTo>
                    <a:pt x="703" y="18996"/>
                  </a:lnTo>
                  <a:lnTo>
                    <a:pt x="703" y="18996"/>
                  </a:lnTo>
                  <a:lnTo>
                    <a:pt x="12046" y="1166"/>
                  </a:lnTo>
                  <a:close/>
                  <a:moveTo>
                    <a:pt x="12187" y="0"/>
                  </a:moveTo>
                  <a:cubicBezTo>
                    <a:pt x="12097" y="0"/>
                    <a:pt x="12007" y="42"/>
                    <a:pt x="11979" y="125"/>
                  </a:cubicBezTo>
                  <a:lnTo>
                    <a:pt x="149" y="18721"/>
                  </a:lnTo>
                  <a:lnTo>
                    <a:pt x="112" y="18795"/>
                  </a:lnTo>
                  <a:cubicBezTo>
                    <a:pt x="112" y="18795"/>
                    <a:pt x="1" y="19128"/>
                    <a:pt x="1" y="19572"/>
                  </a:cubicBezTo>
                  <a:cubicBezTo>
                    <a:pt x="1" y="20015"/>
                    <a:pt x="112" y="20570"/>
                    <a:pt x="481" y="21162"/>
                  </a:cubicBezTo>
                  <a:cubicBezTo>
                    <a:pt x="814" y="21716"/>
                    <a:pt x="1443" y="22271"/>
                    <a:pt x="2441" y="22640"/>
                  </a:cubicBezTo>
                  <a:cubicBezTo>
                    <a:pt x="3180" y="22973"/>
                    <a:pt x="3883" y="23084"/>
                    <a:pt x="4511" y="23084"/>
                  </a:cubicBezTo>
                  <a:cubicBezTo>
                    <a:pt x="6323" y="23084"/>
                    <a:pt x="7395" y="22049"/>
                    <a:pt x="7395" y="22012"/>
                  </a:cubicBezTo>
                  <a:lnTo>
                    <a:pt x="14937" y="15246"/>
                  </a:lnTo>
                  <a:cubicBezTo>
                    <a:pt x="15011" y="15172"/>
                    <a:pt x="15048" y="15061"/>
                    <a:pt x="15048" y="14950"/>
                  </a:cubicBezTo>
                  <a:lnTo>
                    <a:pt x="12534" y="236"/>
                  </a:lnTo>
                  <a:cubicBezTo>
                    <a:pt x="12497" y="125"/>
                    <a:pt x="12423" y="14"/>
                    <a:pt x="12275" y="14"/>
                  </a:cubicBezTo>
                  <a:cubicBezTo>
                    <a:pt x="12247" y="5"/>
                    <a:pt x="12217" y="0"/>
                    <a:pt x="121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53"/>
            <p:cNvSpPr/>
            <p:nvPr/>
          </p:nvSpPr>
          <p:spPr>
            <a:xfrm>
              <a:off x="4058150" y="2922175"/>
              <a:ext cx="1011175" cy="521400"/>
            </a:xfrm>
            <a:custGeom>
              <a:rect b="b" l="l" r="r" t="t"/>
              <a:pathLst>
                <a:path extrusionOk="0" h="20856" w="40447">
                  <a:moveTo>
                    <a:pt x="7173" y="1"/>
                  </a:moveTo>
                  <a:lnTo>
                    <a:pt x="1" y="10649"/>
                  </a:lnTo>
                  <a:lnTo>
                    <a:pt x="15861" y="20113"/>
                  </a:lnTo>
                  <a:cubicBezTo>
                    <a:pt x="16705" y="20604"/>
                    <a:pt x="17644" y="20855"/>
                    <a:pt x="18582" y="20855"/>
                  </a:cubicBezTo>
                  <a:cubicBezTo>
                    <a:pt x="19410" y="20855"/>
                    <a:pt x="20237" y="20660"/>
                    <a:pt x="21000" y="20261"/>
                  </a:cubicBezTo>
                  <a:lnTo>
                    <a:pt x="40446" y="10353"/>
                  </a:lnTo>
                  <a:lnTo>
                    <a:pt x="38968" y="7617"/>
                  </a:lnTo>
                  <a:lnTo>
                    <a:pt x="21591" y="13680"/>
                  </a:lnTo>
                  <a:lnTo>
                    <a:pt x="71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53"/>
            <p:cNvSpPr/>
            <p:nvPr/>
          </p:nvSpPr>
          <p:spPr>
            <a:xfrm>
              <a:off x="4049825" y="2914800"/>
              <a:ext cx="1026900" cy="537025"/>
            </a:xfrm>
            <a:custGeom>
              <a:rect b="b" l="l" r="r" t="t"/>
              <a:pathLst>
                <a:path extrusionOk="0" h="21481" w="41076">
                  <a:moveTo>
                    <a:pt x="7540" y="760"/>
                  </a:moveTo>
                  <a:lnTo>
                    <a:pt x="21740" y="14197"/>
                  </a:lnTo>
                  <a:cubicBezTo>
                    <a:pt x="21794" y="14251"/>
                    <a:pt x="21868" y="14285"/>
                    <a:pt x="21947" y="14285"/>
                  </a:cubicBezTo>
                  <a:cubicBezTo>
                    <a:pt x="21976" y="14285"/>
                    <a:pt x="22006" y="14281"/>
                    <a:pt x="22035" y="14271"/>
                  </a:cubicBezTo>
                  <a:lnTo>
                    <a:pt x="39153" y="8282"/>
                  </a:lnTo>
                  <a:lnTo>
                    <a:pt x="40336" y="10500"/>
                  </a:lnTo>
                  <a:lnTo>
                    <a:pt x="21222" y="20297"/>
                  </a:lnTo>
                  <a:cubicBezTo>
                    <a:pt x="20483" y="20667"/>
                    <a:pt x="19706" y="20852"/>
                    <a:pt x="18930" y="20852"/>
                  </a:cubicBezTo>
                  <a:cubicBezTo>
                    <a:pt x="18043" y="20852"/>
                    <a:pt x="17155" y="20593"/>
                    <a:pt x="16342" y="20149"/>
                  </a:cubicBezTo>
                  <a:lnTo>
                    <a:pt x="740" y="10833"/>
                  </a:lnTo>
                  <a:lnTo>
                    <a:pt x="7540" y="760"/>
                  </a:lnTo>
                  <a:close/>
                  <a:moveTo>
                    <a:pt x="7469" y="0"/>
                  </a:moveTo>
                  <a:cubicBezTo>
                    <a:pt x="7358" y="0"/>
                    <a:pt x="7284" y="74"/>
                    <a:pt x="7247" y="148"/>
                  </a:cubicBezTo>
                  <a:lnTo>
                    <a:pt x="75" y="10759"/>
                  </a:lnTo>
                  <a:cubicBezTo>
                    <a:pt x="1" y="10833"/>
                    <a:pt x="1" y="10944"/>
                    <a:pt x="38" y="11017"/>
                  </a:cubicBezTo>
                  <a:cubicBezTo>
                    <a:pt x="38" y="11091"/>
                    <a:pt x="75" y="11165"/>
                    <a:pt x="149" y="11202"/>
                  </a:cubicBezTo>
                  <a:lnTo>
                    <a:pt x="16046" y="20667"/>
                  </a:lnTo>
                  <a:cubicBezTo>
                    <a:pt x="16933" y="21184"/>
                    <a:pt x="17932" y="21480"/>
                    <a:pt x="18930" y="21480"/>
                  </a:cubicBezTo>
                  <a:cubicBezTo>
                    <a:pt x="19817" y="21480"/>
                    <a:pt x="20667" y="21258"/>
                    <a:pt x="21481" y="20852"/>
                  </a:cubicBezTo>
                  <a:lnTo>
                    <a:pt x="40927" y="10907"/>
                  </a:lnTo>
                  <a:cubicBezTo>
                    <a:pt x="40964" y="10870"/>
                    <a:pt x="41038" y="10833"/>
                    <a:pt x="41075" y="10722"/>
                  </a:cubicBezTo>
                  <a:cubicBezTo>
                    <a:pt x="41075" y="10648"/>
                    <a:pt x="41075" y="10574"/>
                    <a:pt x="41038" y="10500"/>
                  </a:cubicBezTo>
                  <a:lnTo>
                    <a:pt x="39559" y="7764"/>
                  </a:lnTo>
                  <a:cubicBezTo>
                    <a:pt x="39531" y="7651"/>
                    <a:pt x="39417" y="7603"/>
                    <a:pt x="39298" y="7603"/>
                  </a:cubicBezTo>
                  <a:cubicBezTo>
                    <a:pt x="39262" y="7603"/>
                    <a:pt x="39225" y="7607"/>
                    <a:pt x="39190" y="7616"/>
                  </a:cubicBezTo>
                  <a:lnTo>
                    <a:pt x="21998" y="13605"/>
                  </a:lnTo>
                  <a:lnTo>
                    <a:pt x="7691" y="74"/>
                  </a:lnTo>
                  <a:cubicBezTo>
                    <a:pt x="7617" y="37"/>
                    <a:pt x="7543" y="0"/>
                    <a:pt x="7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3"/>
            <p:cNvSpPr/>
            <p:nvPr/>
          </p:nvSpPr>
          <p:spPr>
            <a:xfrm>
              <a:off x="5032325" y="2936500"/>
              <a:ext cx="282850" cy="248425"/>
            </a:xfrm>
            <a:custGeom>
              <a:rect b="b" l="l" r="r" t="t"/>
              <a:pathLst>
                <a:path extrusionOk="0" h="9937" w="11314">
                  <a:moveTo>
                    <a:pt x="3692" y="1"/>
                  </a:moveTo>
                  <a:cubicBezTo>
                    <a:pt x="3456" y="1"/>
                    <a:pt x="3291" y="130"/>
                    <a:pt x="3291" y="130"/>
                  </a:cubicBezTo>
                  <a:lnTo>
                    <a:pt x="1479" y="4197"/>
                  </a:lnTo>
                  <a:lnTo>
                    <a:pt x="1" y="7044"/>
                  </a:lnTo>
                  <a:lnTo>
                    <a:pt x="1479" y="9780"/>
                  </a:lnTo>
                  <a:cubicBezTo>
                    <a:pt x="1479" y="9780"/>
                    <a:pt x="2594" y="9936"/>
                    <a:pt x="3401" y="9936"/>
                  </a:cubicBezTo>
                  <a:cubicBezTo>
                    <a:pt x="3704" y="9936"/>
                    <a:pt x="3963" y="9914"/>
                    <a:pt x="4104" y="9854"/>
                  </a:cubicBezTo>
                  <a:cubicBezTo>
                    <a:pt x="4474" y="9669"/>
                    <a:pt x="5546" y="9077"/>
                    <a:pt x="6175" y="8671"/>
                  </a:cubicBezTo>
                  <a:cubicBezTo>
                    <a:pt x="6470" y="8486"/>
                    <a:pt x="6692" y="8153"/>
                    <a:pt x="6766" y="7783"/>
                  </a:cubicBezTo>
                  <a:lnTo>
                    <a:pt x="7173" y="4863"/>
                  </a:lnTo>
                  <a:cubicBezTo>
                    <a:pt x="7173" y="4863"/>
                    <a:pt x="9391" y="3864"/>
                    <a:pt x="10796" y="3014"/>
                  </a:cubicBezTo>
                  <a:cubicBezTo>
                    <a:pt x="11314" y="2681"/>
                    <a:pt x="10759" y="2090"/>
                    <a:pt x="10537" y="1905"/>
                  </a:cubicBezTo>
                  <a:cubicBezTo>
                    <a:pt x="10467" y="1835"/>
                    <a:pt x="10382" y="1809"/>
                    <a:pt x="10291" y="1809"/>
                  </a:cubicBezTo>
                  <a:cubicBezTo>
                    <a:pt x="10239" y="1809"/>
                    <a:pt x="10185" y="1818"/>
                    <a:pt x="10131" y="1831"/>
                  </a:cubicBezTo>
                  <a:lnTo>
                    <a:pt x="5805" y="3495"/>
                  </a:lnTo>
                  <a:lnTo>
                    <a:pt x="3846" y="3162"/>
                  </a:lnTo>
                  <a:cubicBezTo>
                    <a:pt x="4067" y="2423"/>
                    <a:pt x="4659" y="722"/>
                    <a:pt x="4326" y="352"/>
                  </a:cubicBezTo>
                  <a:cubicBezTo>
                    <a:pt x="4101" y="78"/>
                    <a:pt x="3875" y="1"/>
                    <a:pt x="36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53"/>
            <p:cNvSpPr/>
            <p:nvPr/>
          </p:nvSpPr>
          <p:spPr>
            <a:xfrm>
              <a:off x="5024000" y="2928650"/>
              <a:ext cx="291175" cy="263450"/>
            </a:xfrm>
            <a:custGeom>
              <a:rect b="b" l="l" r="r" t="t"/>
              <a:pathLst>
                <a:path extrusionOk="0" h="10538" w="11647">
                  <a:moveTo>
                    <a:pt x="4031" y="629"/>
                  </a:moveTo>
                  <a:cubicBezTo>
                    <a:pt x="4142" y="629"/>
                    <a:pt x="4252" y="666"/>
                    <a:pt x="4400" y="851"/>
                  </a:cubicBezTo>
                  <a:cubicBezTo>
                    <a:pt x="4437" y="851"/>
                    <a:pt x="4437" y="925"/>
                    <a:pt x="4437" y="1036"/>
                  </a:cubicBezTo>
                  <a:cubicBezTo>
                    <a:pt x="4437" y="1295"/>
                    <a:pt x="4363" y="1775"/>
                    <a:pt x="4216" y="2219"/>
                  </a:cubicBezTo>
                  <a:cubicBezTo>
                    <a:pt x="4105" y="2663"/>
                    <a:pt x="3957" y="3069"/>
                    <a:pt x="3883" y="3402"/>
                  </a:cubicBezTo>
                  <a:cubicBezTo>
                    <a:pt x="3883" y="3476"/>
                    <a:pt x="3883" y="3550"/>
                    <a:pt x="3920" y="3624"/>
                  </a:cubicBezTo>
                  <a:cubicBezTo>
                    <a:pt x="3957" y="3698"/>
                    <a:pt x="4031" y="3772"/>
                    <a:pt x="4142" y="3772"/>
                  </a:cubicBezTo>
                  <a:lnTo>
                    <a:pt x="6101" y="4104"/>
                  </a:lnTo>
                  <a:lnTo>
                    <a:pt x="6249" y="4104"/>
                  </a:lnTo>
                  <a:lnTo>
                    <a:pt x="10574" y="2441"/>
                  </a:lnTo>
                  <a:lnTo>
                    <a:pt x="10685" y="2441"/>
                  </a:lnTo>
                  <a:cubicBezTo>
                    <a:pt x="10722" y="2515"/>
                    <a:pt x="10833" y="2589"/>
                    <a:pt x="10907" y="2700"/>
                  </a:cubicBezTo>
                  <a:cubicBezTo>
                    <a:pt x="10981" y="2811"/>
                    <a:pt x="11018" y="2921"/>
                    <a:pt x="11018" y="2958"/>
                  </a:cubicBezTo>
                  <a:lnTo>
                    <a:pt x="11018" y="2995"/>
                  </a:lnTo>
                  <a:lnTo>
                    <a:pt x="10944" y="3069"/>
                  </a:lnTo>
                  <a:cubicBezTo>
                    <a:pt x="10279" y="3476"/>
                    <a:pt x="9391" y="3920"/>
                    <a:pt x="8652" y="4289"/>
                  </a:cubicBezTo>
                  <a:cubicBezTo>
                    <a:pt x="8319" y="4437"/>
                    <a:pt x="7987" y="4622"/>
                    <a:pt x="7765" y="4696"/>
                  </a:cubicBezTo>
                  <a:cubicBezTo>
                    <a:pt x="7543" y="4807"/>
                    <a:pt x="7395" y="4881"/>
                    <a:pt x="7395" y="4881"/>
                  </a:cubicBezTo>
                  <a:cubicBezTo>
                    <a:pt x="7284" y="4918"/>
                    <a:pt x="7247" y="5029"/>
                    <a:pt x="7210" y="5103"/>
                  </a:cubicBezTo>
                  <a:lnTo>
                    <a:pt x="6766" y="8060"/>
                  </a:lnTo>
                  <a:cubicBezTo>
                    <a:pt x="6730" y="8356"/>
                    <a:pt x="6582" y="8578"/>
                    <a:pt x="6323" y="8726"/>
                  </a:cubicBezTo>
                  <a:cubicBezTo>
                    <a:pt x="6027" y="8911"/>
                    <a:pt x="5620" y="9169"/>
                    <a:pt x="5214" y="9391"/>
                  </a:cubicBezTo>
                  <a:cubicBezTo>
                    <a:pt x="4844" y="9613"/>
                    <a:pt x="4474" y="9798"/>
                    <a:pt x="4326" y="9872"/>
                  </a:cubicBezTo>
                  <a:cubicBezTo>
                    <a:pt x="4326" y="9872"/>
                    <a:pt x="4216" y="9909"/>
                    <a:pt x="4105" y="9909"/>
                  </a:cubicBezTo>
                  <a:cubicBezTo>
                    <a:pt x="3994" y="9909"/>
                    <a:pt x="3846" y="9946"/>
                    <a:pt x="3698" y="9946"/>
                  </a:cubicBezTo>
                  <a:cubicBezTo>
                    <a:pt x="3328" y="9946"/>
                    <a:pt x="2848" y="9909"/>
                    <a:pt x="2478" y="9872"/>
                  </a:cubicBezTo>
                  <a:cubicBezTo>
                    <a:pt x="2281" y="9852"/>
                    <a:pt x="2116" y="9833"/>
                    <a:pt x="2004" y="9818"/>
                  </a:cubicBezTo>
                  <a:lnTo>
                    <a:pt x="2004" y="9818"/>
                  </a:lnTo>
                  <a:lnTo>
                    <a:pt x="703" y="7358"/>
                  </a:lnTo>
                  <a:lnTo>
                    <a:pt x="2071" y="4659"/>
                  </a:lnTo>
                  <a:lnTo>
                    <a:pt x="2108" y="4659"/>
                  </a:lnTo>
                  <a:lnTo>
                    <a:pt x="3885" y="670"/>
                  </a:lnTo>
                  <a:lnTo>
                    <a:pt x="3885" y="670"/>
                  </a:lnTo>
                  <a:cubicBezTo>
                    <a:pt x="3923" y="650"/>
                    <a:pt x="3972" y="629"/>
                    <a:pt x="4031" y="629"/>
                  </a:cubicBezTo>
                  <a:close/>
                  <a:moveTo>
                    <a:pt x="4031" y="1"/>
                  </a:moveTo>
                  <a:cubicBezTo>
                    <a:pt x="3698" y="1"/>
                    <a:pt x="3476" y="186"/>
                    <a:pt x="3439" y="223"/>
                  </a:cubicBezTo>
                  <a:lnTo>
                    <a:pt x="3365" y="333"/>
                  </a:lnTo>
                  <a:lnTo>
                    <a:pt x="1517" y="4400"/>
                  </a:lnTo>
                  <a:lnTo>
                    <a:pt x="75" y="7210"/>
                  </a:lnTo>
                  <a:cubicBezTo>
                    <a:pt x="1" y="7284"/>
                    <a:pt x="1" y="7395"/>
                    <a:pt x="75" y="7506"/>
                  </a:cubicBezTo>
                  <a:lnTo>
                    <a:pt x="1517" y="10242"/>
                  </a:lnTo>
                  <a:cubicBezTo>
                    <a:pt x="1591" y="10316"/>
                    <a:pt x="1665" y="10390"/>
                    <a:pt x="1775" y="10390"/>
                  </a:cubicBezTo>
                  <a:cubicBezTo>
                    <a:pt x="1775" y="10390"/>
                    <a:pt x="2848" y="10537"/>
                    <a:pt x="3698" y="10537"/>
                  </a:cubicBezTo>
                  <a:lnTo>
                    <a:pt x="4179" y="10537"/>
                  </a:lnTo>
                  <a:cubicBezTo>
                    <a:pt x="4326" y="10500"/>
                    <a:pt x="4437" y="10500"/>
                    <a:pt x="4585" y="10426"/>
                  </a:cubicBezTo>
                  <a:cubicBezTo>
                    <a:pt x="4770" y="10353"/>
                    <a:pt x="5140" y="10168"/>
                    <a:pt x="5546" y="9909"/>
                  </a:cubicBezTo>
                  <a:cubicBezTo>
                    <a:pt x="5916" y="9687"/>
                    <a:pt x="6323" y="9465"/>
                    <a:pt x="6656" y="9243"/>
                  </a:cubicBezTo>
                  <a:cubicBezTo>
                    <a:pt x="7062" y="9022"/>
                    <a:pt x="7321" y="8615"/>
                    <a:pt x="7395" y="8171"/>
                  </a:cubicBezTo>
                  <a:lnTo>
                    <a:pt x="7816" y="5361"/>
                  </a:lnTo>
                  <a:lnTo>
                    <a:pt x="7816" y="5361"/>
                  </a:lnTo>
                  <a:cubicBezTo>
                    <a:pt x="8353" y="5115"/>
                    <a:pt x="10100" y="4299"/>
                    <a:pt x="11277" y="3587"/>
                  </a:cubicBezTo>
                  <a:cubicBezTo>
                    <a:pt x="11388" y="3513"/>
                    <a:pt x="11499" y="3439"/>
                    <a:pt x="11536" y="3328"/>
                  </a:cubicBezTo>
                  <a:cubicBezTo>
                    <a:pt x="11610" y="3217"/>
                    <a:pt x="11647" y="3069"/>
                    <a:pt x="11647" y="2958"/>
                  </a:cubicBezTo>
                  <a:cubicBezTo>
                    <a:pt x="11647" y="2700"/>
                    <a:pt x="11536" y="2515"/>
                    <a:pt x="11425" y="2330"/>
                  </a:cubicBezTo>
                  <a:cubicBezTo>
                    <a:pt x="11277" y="2182"/>
                    <a:pt x="11166" y="2071"/>
                    <a:pt x="11055" y="1960"/>
                  </a:cubicBezTo>
                  <a:cubicBezTo>
                    <a:pt x="10944" y="1886"/>
                    <a:pt x="10759" y="1812"/>
                    <a:pt x="10611" y="1812"/>
                  </a:cubicBezTo>
                  <a:cubicBezTo>
                    <a:pt x="10537" y="1812"/>
                    <a:pt x="10427" y="1849"/>
                    <a:pt x="10353" y="1886"/>
                  </a:cubicBezTo>
                  <a:lnTo>
                    <a:pt x="6101" y="3476"/>
                  </a:lnTo>
                  <a:lnTo>
                    <a:pt x="4563" y="3230"/>
                  </a:lnTo>
                  <a:lnTo>
                    <a:pt x="4563" y="3230"/>
                  </a:lnTo>
                  <a:cubicBezTo>
                    <a:pt x="4638" y="2974"/>
                    <a:pt x="4731" y="2670"/>
                    <a:pt x="4807" y="2367"/>
                  </a:cubicBezTo>
                  <a:cubicBezTo>
                    <a:pt x="4955" y="1886"/>
                    <a:pt x="5066" y="1443"/>
                    <a:pt x="5066" y="1036"/>
                  </a:cubicBezTo>
                  <a:cubicBezTo>
                    <a:pt x="5066" y="851"/>
                    <a:pt x="5029" y="629"/>
                    <a:pt x="4881" y="444"/>
                  </a:cubicBezTo>
                  <a:cubicBezTo>
                    <a:pt x="4622" y="149"/>
                    <a:pt x="4326" y="1"/>
                    <a:pt x="4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3"/>
            <p:cNvSpPr/>
            <p:nvPr/>
          </p:nvSpPr>
          <p:spPr>
            <a:xfrm>
              <a:off x="5170975" y="3049725"/>
              <a:ext cx="49925" cy="34225"/>
            </a:xfrm>
            <a:custGeom>
              <a:rect b="b" l="l" r="r" t="t"/>
              <a:pathLst>
                <a:path extrusionOk="0" h="1369" w="1997">
                  <a:moveTo>
                    <a:pt x="1635" y="1"/>
                  </a:moveTo>
                  <a:cubicBezTo>
                    <a:pt x="1582" y="1"/>
                    <a:pt x="1528" y="13"/>
                    <a:pt x="1479" y="38"/>
                  </a:cubicBezTo>
                  <a:lnTo>
                    <a:pt x="185" y="777"/>
                  </a:lnTo>
                  <a:cubicBezTo>
                    <a:pt x="37" y="888"/>
                    <a:pt x="0" y="1073"/>
                    <a:pt x="74" y="1221"/>
                  </a:cubicBezTo>
                  <a:cubicBezTo>
                    <a:pt x="123" y="1320"/>
                    <a:pt x="222" y="1369"/>
                    <a:pt x="326" y="1369"/>
                  </a:cubicBezTo>
                  <a:cubicBezTo>
                    <a:pt x="378" y="1369"/>
                    <a:pt x="432" y="1357"/>
                    <a:pt x="481" y="1332"/>
                  </a:cubicBezTo>
                  <a:lnTo>
                    <a:pt x="1812" y="592"/>
                  </a:lnTo>
                  <a:cubicBezTo>
                    <a:pt x="1960" y="519"/>
                    <a:pt x="1997" y="297"/>
                    <a:pt x="1923" y="149"/>
                  </a:cubicBezTo>
                  <a:cubicBezTo>
                    <a:pt x="1849" y="50"/>
                    <a:pt x="1742" y="1"/>
                    <a:pt x="16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53"/>
            <p:cNvSpPr/>
            <p:nvPr/>
          </p:nvSpPr>
          <p:spPr>
            <a:xfrm>
              <a:off x="5177425" y="3078150"/>
              <a:ext cx="36075" cy="32750"/>
            </a:xfrm>
            <a:custGeom>
              <a:rect b="b" l="l" r="r" t="t"/>
              <a:pathLst>
                <a:path extrusionOk="0" h="1310" w="1443">
                  <a:moveTo>
                    <a:pt x="1124" y="1"/>
                  </a:moveTo>
                  <a:cubicBezTo>
                    <a:pt x="1045" y="1"/>
                    <a:pt x="962" y="28"/>
                    <a:pt x="888" y="84"/>
                  </a:cubicBezTo>
                  <a:lnTo>
                    <a:pt x="149" y="786"/>
                  </a:lnTo>
                  <a:cubicBezTo>
                    <a:pt x="1" y="897"/>
                    <a:pt x="1" y="1082"/>
                    <a:pt x="112" y="1193"/>
                  </a:cubicBezTo>
                  <a:cubicBezTo>
                    <a:pt x="171" y="1272"/>
                    <a:pt x="263" y="1309"/>
                    <a:pt x="352" y="1309"/>
                  </a:cubicBezTo>
                  <a:cubicBezTo>
                    <a:pt x="429" y="1309"/>
                    <a:pt x="504" y="1282"/>
                    <a:pt x="556" y="1230"/>
                  </a:cubicBezTo>
                  <a:lnTo>
                    <a:pt x="1332" y="528"/>
                  </a:lnTo>
                  <a:cubicBezTo>
                    <a:pt x="1443" y="417"/>
                    <a:pt x="1443" y="232"/>
                    <a:pt x="1332" y="84"/>
                  </a:cubicBezTo>
                  <a:cubicBezTo>
                    <a:pt x="1276" y="28"/>
                    <a:pt x="1203" y="1"/>
                    <a:pt x="1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53"/>
            <p:cNvSpPr/>
            <p:nvPr/>
          </p:nvSpPr>
          <p:spPr>
            <a:xfrm>
              <a:off x="5175600" y="3110600"/>
              <a:ext cx="33275" cy="33575"/>
            </a:xfrm>
            <a:custGeom>
              <a:rect b="b" l="l" r="r" t="t"/>
              <a:pathLst>
                <a:path extrusionOk="0" h="1343" w="1331">
                  <a:moveTo>
                    <a:pt x="964" y="1"/>
                  </a:moveTo>
                  <a:cubicBezTo>
                    <a:pt x="880" y="1"/>
                    <a:pt x="799" y="38"/>
                    <a:pt x="739" y="117"/>
                  </a:cubicBezTo>
                  <a:lnTo>
                    <a:pt x="111" y="819"/>
                  </a:lnTo>
                  <a:cubicBezTo>
                    <a:pt x="0" y="967"/>
                    <a:pt x="37" y="1152"/>
                    <a:pt x="148" y="1263"/>
                  </a:cubicBezTo>
                  <a:cubicBezTo>
                    <a:pt x="217" y="1314"/>
                    <a:pt x="293" y="1342"/>
                    <a:pt x="367" y="1342"/>
                  </a:cubicBezTo>
                  <a:cubicBezTo>
                    <a:pt x="451" y="1342"/>
                    <a:pt x="532" y="1305"/>
                    <a:pt x="592" y="1226"/>
                  </a:cubicBezTo>
                  <a:lnTo>
                    <a:pt x="1220" y="524"/>
                  </a:lnTo>
                  <a:cubicBezTo>
                    <a:pt x="1331" y="376"/>
                    <a:pt x="1294" y="191"/>
                    <a:pt x="1183" y="80"/>
                  </a:cubicBezTo>
                  <a:cubicBezTo>
                    <a:pt x="1114" y="28"/>
                    <a:pt x="1038" y="1"/>
                    <a:pt x="9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53"/>
            <p:cNvSpPr/>
            <p:nvPr/>
          </p:nvSpPr>
          <p:spPr>
            <a:xfrm>
              <a:off x="5094250" y="3007225"/>
              <a:ext cx="42550" cy="15725"/>
            </a:xfrm>
            <a:custGeom>
              <a:rect b="b" l="l" r="r" t="t"/>
              <a:pathLst>
                <a:path extrusionOk="0" h="629" w="1702">
                  <a:moveTo>
                    <a:pt x="296" y="0"/>
                  </a:moveTo>
                  <a:cubicBezTo>
                    <a:pt x="149" y="0"/>
                    <a:pt x="1" y="148"/>
                    <a:pt x="1" y="296"/>
                  </a:cubicBezTo>
                  <a:cubicBezTo>
                    <a:pt x="1" y="481"/>
                    <a:pt x="112" y="629"/>
                    <a:pt x="296" y="629"/>
                  </a:cubicBezTo>
                  <a:lnTo>
                    <a:pt x="1369" y="629"/>
                  </a:lnTo>
                  <a:cubicBezTo>
                    <a:pt x="1553" y="629"/>
                    <a:pt x="1664" y="481"/>
                    <a:pt x="1701" y="333"/>
                  </a:cubicBezTo>
                  <a:cubicBezTo>
                    <a:pt x="1701" y="148"/>
                    <a:pt x="1553" y="0"/>
                    <a:pt x="13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3"/>
            <p:cNvSpPr/>
            <p:nvPr/>
          </p:nvSpPr>
          <p:spPr>
            <a:xfrm>
              <a:off x="3419475" y="2893525"/>
              <a:ext cx="818000" cy="942775"/>
            </a:xfrm>
            <a:custGeom>
              <a:rect b="b" l="l" r="r" t="t"/>
              <a:pathLst>
                <a:path extrusionOk="0" h="37711" w="32720">
                  <a:moveTo>
                    <a:pt x="13162" y="1"/>
                  </a:moveTo>
                  <a:cubicBezTo>
                    <a:pt x="7543" y="1"/>
                    <a:pt x="1" y="2330"/>
                    <a:pt x="1" y="2330"/>
                  </a:cubicBezTo>
                  <a:lnTo>
                    <a:pt x="4253" y="37711"/>
                  </a:lnTo>
                  <a:lnTo>
                    <a:pt x="28246" y="37711"/>
                  </a:lnTo>
                  <a:lnTo>
                    <a:pt x="32720" y="1147"/>
                  </a:lnTo>
                  <a:lnTo>
                    <a:pt x="28838" y="962"/>
                  </a:lnTo>
                  <a:cubicBezTo>
                    <a:pt x="28838" y="962"/>
                    <a:pt x="18782" y="1"/>
                    <a:pt x="131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53"/>
            <p:cNvSpPr/>
            <p:nvPr/>
          </p:nvSpPr>
          <p:spPr>
            <a:xfrm>
              <a:off x="3411175" y="2886150"/>
              <a:ext cx="833700" cy="957550"/>
            </a:xfrm>
            <a:custGeom>
              <a:rect b="b" l="l" r="r" t="t"/>
              <a:pathLst>
                <a:path extrusionOk="0" h="38302" w="33348">
                  <a:moveTo>
                    <a:pt x="13494" y="592"/>
                  </a:moveTo>
                  <a:cubicBezTo>
                    <a:pt x="16267" y="592"/>
                    <a:pt x="20186" y="850"/>
                    <a:pt x="23403" y="1072"/>
                  </a:cubicBezTo>
                  <a:cubicBezTo>
                    <a:pt x="25029" y="1220"/>
                    <a:pt x="26434" y="1331"/>
                    <a:pt x="27469" y="1405"/>
                  </a:cubicBezTo>
                  <a:cubicBezTo>
                    <a:pt x="28505" y="1516"/>
                    <a:pt x="29133" y="1553"/>
                    <a:pt x="29133" y="1553"/>
                  </a:cubicBezTo>
                  <a:lnTo>
                    <a:pt x="32682" y="1738"/>
                  </a:lnTo>
                  <a:lnTo>
                    <a:pt x="28320" y="37710"/>
                  </a:lnTo>
                  <a:lnTo>
                    <a:pt x="4843" y="37710"/>
                  </a:lnTo>
                  <a:lnTo>
                    <a:pt x="659" y="2837"/>
                  </a:lnTo>
                  <a:lnTo>
                    <a:pt x="659" y="2837"/>
                  </a:lnTo>
                  <a:cubicBezTo>
                    <a:pt x="684" y="2829"/>
                    <a:pt x="711" y="2820"/>
                    <a:pt x="740" y="2810"/>
                  </a:cubicBezTo>
                  <a:cubicBezTo>
                    <a:pt x="2255" y="2366"/>
                    <a:pt x="8651" y="592"/>
                    <a:pt x="13494" y="592"/>
                  </a:cubicBezTo>
                  <a:close/>
                  <a:moveTo>
                    <a:pt x="13494" y="0"/>
                  </a:moveTo>
                  <a:cubicBezTo>
                    <a:pt x="7801" y="0"/>
                    <a:pt x="259" y="2329"/>
                    <a:pt x="222" y="2329"/>
                  </a:cubicBezTo>
                  <a:cubicBezTo>
                    <a:pt x="74" y="2366"/>
                    <a:pt x="0" y="2514"/>
                    <a:pt x="0" y="2662"/>
                  </a:cubicBezTo>
                  <a:lnTo>
                    <a:pt x="4289" y="38043"/>
                  </a:lnTo>
                  <a:cubicBezTo>
                    <a:pt x="4289" y="38191"/>
                    <a:pt x="4437" y="38302"/>
                    <a:pt x="4585" y="38302"/>
                  </a:cubicBezTo>
                  <a:lnTo>
                    <a:pt x="28578" y="38302"/>
                  </a:lnTo>
                  <a:cubicBezTo>
                    <a:pt x="28726" y="38302"/>
                    <a:pt x="28874" y="38191"/>
                    <a:pt x="28874" y="38043"/>
                  </a:cubicBezTo>
                  <a:lnTo>
                    <a:pt x="33348" y="1479"/>
                  </a:lnTo>
                  <a:cubicBezTo>
                    <a:pt x="33348" y="1405"/>
                    <a:pt x="33311" y="1331"/>
                    <a:pt x="33274" y="1257"/>
                  </a:cubicBezTo>
                  <a:cubicBezTo>
                    <a:pt x="33200" y="1183"/>
                    <a:pt x="33126" y="1146"/>
                    <a:pt x="33052" y="1146"/>
                  </a:cubicBezTo>
                  <a:lnTo>
                    <a:pt x="29207" y="963"/>
                  </a:lnTo>
                  <a:lnTo>
                    <a:pt x="29207" y="963"/>
                  </a:lnTo>
                  <a:lnTo>
                    <a:pt x="29207" y="961"/>
                  </a:lnTo>
                  <a:cubicBezTo>
                    <a:pt x="29170" y="961"/>
                    <a:pt x="19114" y="0"/>
                    <a:pt x="13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53"/>
            <p:cNvSpPr/>
            <p:nvPr/>
          </p:nvSpPr>
          <p:spPr>
            <a:xfrm>
              <a:off x="3472175" y="3836275"/>
              <a:ext cx="732025" cy="440925"/>
            </a:xfrm>
            <a:custGeom>
              <a:rect b="b" l="l" r="r" t="t"/>
              <a:pathLst>
                <a:path extrusionOk="0" h="17637" w="29281">
                  <a:moveTo>
                    <a:pt x="2145" y="1"/>
                  </a:moveTo>
                  <a:lnTo>
                    <a:pt x="333" y="7284"/>
                  </a:lnTo>
                  <a:cubicBezTo>
                    <a:pt x="0" y="8541"/>
                    <a:pt x="185" y="9872"/>
                    <a:pt x="777" y="11055"/>
                  </a:cubicBezTo>
                  <a:lnTo>
                    <a:pt x="4178" y="17636"/>
                  </a:lnTo>
                  <a:lnTo>
                    <a:pt x="24992" y="17636"/>
                  </a:lnTo>
                  <a:lnTo>
                    <a:pt x="28283" y="11462"/>
                  </a:lnTo>
                  <a:cubicBezTo>
                    <a:pt x="29170" y="9872"/>
                    <a:pt x="29281" y="7950"/>
                    <a:pt x="28615" y="6249"/>
                  </a:cubicBezTo>
                  <a:lnTo>
                    <a:pt x="261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53"/>
            <p:cNvSpPr/>
            <p:nvPr/>
          </p:nvSpPr>
          <p:spPr>
            <a:xfrm>
              <a:off x="3468475" y="3828900"/>
              <a:ext cx="737575" cy="455675"/>
            </a:xfrm>
            <a:custGeom>
              <a:rect b="b" l="l" r="r" t="t"/>
              <a:pathLst>
                <a:path extrusionOk="0" h="18227" w="29503">
                  <a:moveTo>
                    <a:pt x="26065" y="592"/>
                  </a:moveTo>
                  <a:lnTo>
                    <a:pt x="28468" y="6655"/>
                  </a:lnTo>
                  <a:cubicBezTo>
                    <a:pt x="28727" y="7357"/>
                    <a:pt x="28874" y="8097"/>
                    <a:pt x="28874" y="8836"/>
                  </a:cubicBezTo>
                  <a:cubicBezTo>
                    <a:pt x="28874" y="9797"/>
                    <a:pt x="28653" y="10759"/>
                    <a:pt x="28172" y="11646"/>
                  </a:cubicBezTo>
                  <a:lnTo>
                    <a:pt x="24956" y="17598"/>
                  </a:lnTo>
                  <a:lnTo>
                    <a:pt x="4511" y="17598"/>
                  </a:lnTo>
                  <a:lnTo>
                    <a:pt x="1183" y="11202"/>
                  </a:lnTo>
                  <a:cubicBezTo>
                    <a:pt x="814" y="10463"/>
                    <a:pt x="629" y="9687"/>
                    <a:pt x="629" y="8873"/>
                  </a:cubicBezTo>
                  <a:cubicBezTo>
                    <a:pt x="629" y="8467"/>
                    <a:pt x="666" y="8060"/>
                    <a:pt x="777" y="7653"/>
                  </a:cubicBezTo>
                  <a:lnTo>
                    <a:pt x="2533" y="592"/>
                  </a:lnTo>
                  <a:close/>
                  <a:moveTo>
                    <a:pt x="2293" y="0"/>
                  </a:moveTo>
                  <a:cubicBezTo>
                    <a:pt x="2145" y="0"/>
                    <a:pt x="2034" y="74"/>
                    <a:pt x="1997" y="222"/>
                  </a:cubicBezTo>
                  <a:lnTo>
                    <a:pt x="185" y="7505"/>
                  </a:lnTo>
                  <a:cubicBezTo>
                    <a:pt x="74" y="7949"/>
                    <a:pt x="0" y="8393"/>
                    <a:pt x="0" y="8873"/>
                  </a:cubicBezTo>
                  <a:cubicBezTo>
                    <a:pt x="0" y="9760"/>
                    <a:pt x="222" y="10685"/>
                    <a:pt x="629" y="11498"/>
                  </a:cubicBezTo>
                  <a:lnTo>
                    <a:pt x="4067" y="18079"/>
                  </a:lnTo>
                  <a:cubicBezTo>
                    <a:pt x="4104" y="18153"/>
                    <a:pt x="4215" y="18227"/>
                    <a:pt x="4326" y="18227"/>
                  </a:cubicBezTo>
                  <a:lnTo>
                    <a:pt x="25140" y="18227"/>
                  </a:lnTo>
                  <a:cubicBezTo>
                    <a:pt x="25251" y="18227"/>
                    <a:pt x="25362" y="18153"/>
                    <a:pt x="25399" y="18079"/>
                  </a:cubicBezTo>
                  <a:lnTo>
                    <a:pt x="28727" y="11905"/>
                  </a:lnTo>
                  <a:cubicBezTo>
                    <a:pt x="29244" y="10944"/>
                    <a:pt x="29503" y="9908"/>
                    <a:pt x="29503" y="8836"/>
                  </a:cubicBezTo>
                  <a:cubicBezTo>
                    <a:pt x="29503" y="8023"/>
                    <a:pt x="29318" y="7210"/>
                    <a:pt x="29022" y="6433"/>
                  </a:cubicBezTo>
                  <a:lnTo>
                    <a:pt x="26582" y="185"/>
                  </a:lnTo>
                  <a:cubicBezTo>
                    <a:pt x="26545" y="74"/>
                    <a:pt x="26434" y="0"/>
                    <a:pt x="262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53"/>
            <p:cNvSpPr/>
            <p:nvPr/>
          </p:nvSpPr>
          <p:spPr>
            <a:xfrm>
              <a:off x="3795650" y="4161625"/>
              <a:ext cx="109100" cy="415025"/>
            </a:xfrm>
            <a:custGeom>
              <a:rect b="b" l="l" r="r" t="t"/>
              <a:pathLst>
                <a:path extrusionOk="0" h="16601" w="4364">
                  <a:moveTo>
                    <a:pt x="1" y="1"/>
                  </a:moveTo>
                  <a:lnTo>
                    <a:pt x="1" y="16601"/>
                  </a:lnTo>
                  <a:lnTo>
                    <a:pt x="4363" y="16601"/>
                  </a:lnTo>
                  <a:lnTo>
                    <a:pt x="43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53"/>
            <p:cNvSpPr/>
            <p:nvPr/>
          </p:nvSpPr>
          <p:spPr>
            <a:xfrm>
              <a:off x="3788275" y="4154225"/>
              <a:ext cx="123875" cy="430750"/>
            </a:xfrm>
            <a:custGeom>
              <a:rect b="b" l="l" r="r" t="t"/>
              <a:pathLst>
                <a:path extrusionOk="0" h="17230" w="4955">
                  <a:moveTo>
                    <a:pt x="4363" y="592"/>
                  </a:moveTo>
                  <a:lnTo>
                    <a:pt x="4363" y="16601"/>
                  </a:lnTo>
                  <a:lnTo>
                    <a:pt x="629" y="16601"/>
                  </a:lnTo>
                  <a:lnTo>
                    <a:pt x="629" y="592"/>
                  </a:lnTo>
                  <a:close/>
                  <a:moveTo>
                    <a:pt x="296" y="1"/>
                  </a:moveTo>
                  <a:cubicBezTo>
                    <a:pt x="222" y="1"/>
                    <a:pt x="148" y="38"/>
                    <a:pt x="74" y="75"/>
                  </a:cubicBezTo>
                  <a:cubicBezTo>
                    <a:pt x="37" y="149"/>
                    <a:pt x="0" y="223"/>
                    <a:pt x="0" y="297"/>
                  </a:cubicBezTo>
                  <a:lnTo>
                    <a:pt x="0" y="16897"/>
                  </a:lnTo>
                  <a:cubicBezTo>
                    <a:pt x="0" y="17007"/>
                    <a:pt x="37" y="17081"/>
                    <a:pt x="74" y="17118"/>
                  </a:cubicBezTo>
                  <a:cubicBezTo>
                    <a:pt x="148" y="17192"/>
                    <a:pt x="222" y="17229"/>
                    <a:pt x="296" y="17229"/>
                  </a:cubicBezTo>
                  <a:lnTo>
                    <a:pt x="4658" y="17229"/>
                  </a:lnTo>
                  <a:cubicBezTo>
                    <a:pt x="4732" y="17229"/>
                    <a:pt x="4806" y="17192"/>
                    <a:pt x="4880" y="17118"/>
                  </a:cubicBezTo>
                  <a:cubicBezTo>
                    <a:pt x="4954" y="17081"/>
                    <a:pt x="4954" y="17007"/>
                    <a:pt x="4954" y="16897"/>
                  </a:cubicBezTo>
                  <a:lnTo>
                    <a:pt x="4954" y="297"/>
                  </a:lnTo>
                  <a:cubicBezTo>
                    <a:pt x="4954" y="223"/>
                    <a:pt x="4954" y="149"/>
                    <a:pt x="4880" y="75"/>
                  </a:cubicBezTo>
                  <a:cubicBezTo>
                    <a:pt x="4806" y="38"/>
                    <a:pt x="4732" y="1"/>
                    <a:pt x="46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53"/>
            <p:cNvSpPr/>
            <p:nvPr/>
          </p:nvSpPr>
          <p:spPr>
            <a:xfrm>
              <a:off x="3767925" y="4511925"/>
              <a:ext cx="164550" cy="525000"/>
            </a:xfrm>
            <a:custGeom>
              <a:rect b="b" l="l" r="r" t="t"/>
              <a:pathLst>
                <a:path extrusionOk="0" h="21000" w="6582">
                  <a:moveTo>
                    <a:pt x="1" y="1"/>
                  </a:moveTo>
                  <a:lnTo>
                    <a:pt x="1" y="21000"/>
                  </a:lnTo>
                  <a:lnTo>
                    <a:pt x="6582" y="21000"/>
                  </a:lnTo>
                  <a:lnTo>
                    <a:pt x="65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53"/>
            <p:cNvSpPr/>
            <p:nvPr/>
          </p:nvSpPr>
          <p:spPr>
            <a:xfrm>
              <a:off x="3760550" y="4503600"/>
              <a:ext cx="179325" cy="540725"/>
            </a:xfrm>
            <a:custGeom>
              <a:rect b="b" l="l" r="r" t="t"/>
              <a:pathLst>
                <a:path extrusionOk="0" h="21629" w="7173">
                  <a:moveTo>
                    <a:pt x="6581" y="629"/>
                  </a:moveTo>
                  <a:lnTo>
                    <a:pt x="6581" y="21037"/>
                  </a:lnTo>
                  <a:lnTo>
                    <a:pt x="629" y="21037"/>
                  </a:lnTo>
                  <a:lnTo>
                    <a:pt x="629" y="629"/>
                  </a:lnTo>
                  <a:close/>
                  <a:moveTo>
                    <a:pt x="296" y="1"/>
                  </a:moveTo>
                  <a:cubicBezTo>
                    <a:pt x="222" y="1"/>
                    <a:pt x="148" y="38"/>
                    <a:pt x="111" y="112"/>
                  </a:cubicBezTo>
                  <a:cubicBezTo>
                    <a:pt x="37" y="149"/>
                    <a:pt x="0" y="260"/>
                    <a:pt x="0" y="334"/>
                  </a:cubicBezTo>
                  <a:lnTo>
                    <a:pt x="0" y="21333"/>
                  </a:lnTo>
                  <a:cubicBezTo>
                    <a:pt x="0" y="21407"/>
                    <a:pt x="37" y="21481"/>
                    <a:pt x="111" y="21555"/>
                  </a:cubicBezTo>
                  <a:cubicBezTo>
                    <a:pt x="148" y="21592"/>
                    <a:pt x="222" y="21629"/>
                    <a:pt x="296" y="21629"/>
                  </a:cubicBezTo>
                  <a:lnTo>
                    <a:pt x="6877" y="21629"/>
                  </a:lnTo>
                  <a:cubicBezTo>
                    <a:pt x="6951" y="21629"/>
                    <a:pt x="7024" y="21592"/>
                    <a:pt x="7098" y="21555"/>
                  </a:cubicBezTo>
                  <a:cubicBezTo>
                    <a:pt x="7172" y="21481"/>
                    <a:pt x="7172" y="21407"/>
                    <a:pt x="7172" y="21333"/>
                  </a:cubicBezTo>
                  <a:lnTo>
                    <a:pt x="7172" y="334"/>
                  </a:lnTo>
                  <a:cubicBezTo>
                    <a:pt x="7172" y="260"/>
                    <a:pt x="7172" y="149"/>
                    <a:pt x="7098" y="112"/>
                  </a:cubicBezTo>
                  <a:cubicBezTo>
                    <a:pt x="7024" y="38"/>
                    <a:pt x="6951" y="1"/>
                    <a:pt x="68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53"/>
            <p:cNvSpPr/>
            <p:nvPr/>
          </p:nvSpPr>
          <p:spPr>
            <a:xfrm>
              <a:off x="3244800" y="4999025"/>
              <a:ext cx="1202500" cy="159000"/>
            </a:xfrm>
            <a:custGeom>
              <a:rect b="b" l="l" r="r" t="t"/>
              <a:pathLst>
                <a:path extrusionOk="0" h="6360" w="48100">
                  <a:moveTo>
                    <a:pt x="23773" y="0"/>
                  </a:moveTo>
                  <a:lnTo>
                    <a:pt x="23773" y="148"/>
                  </a:lnTo>
                  <a:lnTo>
                    <a:pt x="20741" y="961"/>
                  </a:lnTo>
                  <a:lnTo>
                    <a:pt x="0" y="4843"/>
                  </a:lnTo>
                  <a:lnTo>
                    <a:pt x="0" y="6359"/>
                  </a:lnTo>
                  <a:lnTo>
                    <a:pt x="48099" y="6359"/>
                  </a:lnTo>
                  <a:lnTo>
                    <a:pt x="48099" y="4843"/>
                  </a:lnTo>
                  <a:lnTo>
                    <a:pt x="27359" y="961"/>
                  </a:lnTo>
                  <a:lnTo>
                    <a:pt x="24327" y="148"/>
                  </a:lnTo>
                  <a:lnTo>
                    <a:pt x="24327" y="0"/>
                  </a:lnTo>
                  <a:lnTo>
                    <a:pt x="24068" y="74"/>
                  </a:lnTo>
                  <a:lnTo>
                    <a:pt x="237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53"/>
            <p:cNvSpPr/>
            <p:nvPr/>
          </p:nvSpPr>
          <p:spPr>
            <a:xfrm>
              <a:off x="3237400" y="4991250"/>
              <a:ext cx="1217275" cy="174150"/>
            </a:xfrm>
            <a:custGeom>
              <a:rect b="b" l="l" r="r" t="t"/>
              <a:pathLst>
                <a:path extrusionOk="0" h="6966" w="48691">
                  <a:moveTo>
                    <a:pt x="24411" y="681"/>
                  </a:moveTo>
                  <a:cubicBezTo>
                    <a:pt x="24446" y="715"/>
                    <a:pt x="24492" y="740"/>
                    <a:pt x="24549" y="755"/>
                  </a:cubicBezTo>
                  <a:lnTo>
                    <a:pt x="27581" y="1568"/>
                  </a:lnTo>
                  <a:lnTo>
                    <a:pt x="27618" y="1568"/>
                  </a:lnTo>
                  <a:lnTo>
                    <a:pt x="48099" y="5413"/>
                  </a:lnTo>
                  <a:lnTo>
                    <a:pt x="48099" y="6374"/>
                  </a:lnTo>
                  <a:lnTo>
                    <a:pt x="592" y="6374"/>
                  </a:lnTo>
                  <a:lnTo>
                    <a:pt x="592" y="5413"/>
                  </a:lnTo>
                  <a:lnTo>
                    <a:pt x="21074" y="1568"/>
                  </a:lnTo>
                  <a:lnTo>
                    <a:pt x="21111" y="1568"/>
                  </a:lnTo>
                  <a:lnTo>
                    <a:pt x="24143" y="755"/>
                  </a:lnTo>
                  <a:cubicBezTo>
                    <a:pt x="24200" y="740"/>
                    <a:pt x="24246" y="715"/>
                    <a:pt x="24281" y="681"/>
                  </a:cubicBezTo>
                  <a:close/>
                  <a:moveTo>
                    <a:pt x="24070" y="0"/>
                  </a:moveTo>
                  <a:cubicBezTo>
                    <a:pt x="24007" y="0"/>
                    <a:pt x="23936" y="26"/>
                    <a:pt x="23884" y="52"/>
                  </a:cubicBezTo>
                  <a:cubicBezTo>
                    <a:pt x="23832" y="104"/>
                    <a:pt x="23798" y="156"/>
                    <a:pt x="23783" y="220"/>
                  </a:cubicBezTo>
                  <a:lnTo>
                    <a:pt x="23783" y="220"/>
                  </a:lnTo>
                  <a:lnTo>
                    <a:pt x="20963" y="977"/>
                  </a:lnTo>
                  <a:lnTo>
                    <a:pt x="260" y="4859"/>
                  </a:lnTo>
                  <a:cubicBezTo>
                    <a:pt x="112" y="4859"/>
                    <a:pt x="1" y="5006"/>
                    <a:pt x="1" y="5154"/>
                  </a:cubicBezTo>
                  <a:lnTo>
                    <a:pt x="1" y="6670"/>
                  </a:lnTo>
                  <a:cubicBezTo>
                    <a:pt x="1" y="6744"/>
                    <a:pt x="38" y="6818"/>
                    <a:pt x="75" y="6892"/>
                  </a:cubicBezTo>
                  <a:cubicBezTo>
                    <a:pt x="149" y="6929"/>
                    <a:pt x="223" y="6966"/>
                    <a:pt x="296" y="6966"/>
                  </a:cubicBezTo>
                  <a:lnTo>
                    <a:pt x="48395" y="6966"/>
                  </a:lnTo>
                  <a:cubicBezTo>
                    <a:pt x="48469" y="6966"/>
                    <a:pt x="48543" y="6929"/>
                    <a:pt x="48617" y="6892"/>
                  </a:cubicBezTo>
                  <a:cubicBezTo>
                    <a:pt x="48691" y="6818"/>
                    <a:pt x="48691" y="6744"/>
                    <a:pt x="48691" y="6670"/>
                  </a:cubicBezTo>
                  <a:lnTo>
                    <a:pt x="48691" y="5154"/>
                  </a:lnTo>
                  <a:cubicBezTo>
                    <a:pt x="48691" y="5006"/>
                    <a:pt x="48617" y="4859"/>
                    <a:pt x="48469" y="4859"/>
                  </a:cubicBezTo>
                  <a:lnTo>
                    <a:pt x="27729" y="977"/>
                  </a:lnTo>
                  <a:lnTo>
                    <a:pt x="24909" y="220"/>
                  </a:lnTo>
                  <a:lnTo>
                    <a:pt x="24909" y="220"/>
                  </a:lnTo>
                  <a:cubicBezTo>
                    <a:pt x="24893" y="156"/>
                    <a:pt x="24860" y="104"/>
                    <a:pt x="24808" y="52"/>
                  </a:cubicBezTo>
                  <a:cubicBezTo>
                    <a:pt x="24756" y="26"/>
                    <a:pt x="24685" y="0"/>
                    <a:pt x="24622" y="0"/>
                  </a:cubicBezTo>
                  <a:cubicBezTo>
                    <a:pt x="24596" y="0"/>
                    <a:pt x="24571" y="5"/>
                    <a:pt x="24549" y="15"/>
                  </a:cubicBezTo>
                  <a:lnTo>
                    <a:pt x="24364" y="52"/>
                  </a:lnTo>
                  <a:lnTo>
                    <a:pt x="24143" y="15"/>
                  </a:lnTo>
                  <a:cubicBezTo>
                    <a:pt x="24121" y="5"/>
                    <a:pt x="24096" y="0"/>
                    <a:pt x="240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53"/>
            <p:cNvSpPr/>
            <p:nvPr/>
          </p:nvSpPr>
          <p:spPr>
            <a:xfrm>
              <a:off x="3253125" y="5145975"/>
              <a:ext cx="73025" cy="72125"/>
            </a:xfrm>
            <a:custGeom>
              <a:rect b="b" l="l" r="r" t="t"/>
              <a:pathLst>
                <a:path extrusionOk="0" h="2885" w="2921">
                  <a:moveTo>
                    <a:pt x="1479" y="0"/>
                  </a:moveTo>
                  <a:cubicBezTo>
                    <a:pt x="666" y="0"/>
                    <a:pt x="0" y="629"/>
                    <a:pt x="0" y="1442"/>
                  </a:cubicBezTo>
                  <a:cubicBezTo>
                    <a:pt x="0" y="2256"/>
                    <a:pt x="666" y="2884"/>
                    <a:pt x="1479" y="2884"/>
                  </a:cubicBezTo>
                  <a:cubicBezTo>
                    <a:pt x="2255" y="2884"/>
                    <a:pt x="2921" y="2256"/>
                    <a:pt x="2921" y="1442"/>
                  </a:cubicBezTo>
                  <a:cubicBezTo>
                    <a:pt x="2921" y="629"/>
                    <a:pt x="2255" y="0"/>
                    <a:pt x="14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53"/>
            <p:cNvSpPr/>
            <p:nvPr/>
          </p:nvSpPr>
          <p:spPr>
            <a:xfrm>
              <a:off x="3245725" y="5137650"/>
              <a:ext cx="87825" cy="88750"/>
            </a:xfrm>
            <a:custGeom>
              <a:rect b="b" l="l" r="r" t="t"/>
              <a:pathLst>
                <a:path extrusionOk="0" h="3550" w="3513">
                  <a:moveTo>
                    <a:pt x="1775" y="629"/>
                  </a:moveTo>
                  <a:cubicBezTo>
                    <a:pt x="2404" y="629"/>
                    <a:pt x="2921" y="1147"/>
                    <a:pt x="2921" y="1775"/>
                  </a:cubicBezTo>
                  <a:cubicBezTo>
                    <a:pt x="2921" y="2404"/>
                    <a:pt x="2404" y="2921"/>
                    <a:pt x="1775" y="2921"/>
                  </a:cubicBezTo>
                  <a:cubicBezTo>
                    <a:pt x="1147" y="2921"/>
                    <a:pt x="629" y="2404"/>
                    <a:pt x="629" y="1775"/>
                  </a:cubicBezTo>
                  <a:cubicBezTo>
                    <a:pt x="629" y="1147"/>
                    <a:pt x="1147" y="629"/>
                    <a:pt x="1775" y="629"/>
                  </a:cubicBezTo>
                  <a:close/>
                  <a:moveTo>
                    <a:pt x="1775" y="1"/>
                  </a:moveTo>
                  <a:cubicBezTo>
                    <a:pt x="777" y="1"/>
                    <a:pt x="0" y="814"/>
                    <a:pt x="0" y="1775"/>
                  </a:cubicBezTo>
                  <a:cubicBezTo>
                    <a:pt x="0" y="2737"/>
                    <a:pt x="777" y="3550"/>
                    <a:pt x="1775" y="3550"/>
                  </a:cubicBezTo>
                  <a:cubicBezTo>
                    <a:pt x="2736" y="3550"/>
                    <a:pt x="3513" y="2737"/>
                    <a:pt x="3513" y="1775"/>
                  </a:cubicBezTo>
                  <a:cubicBezTo>
                    <a:pt x="3513" y="814"/>
                    <a:pt x="2736" y="1"/>
                    <a:pt x="17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53"/>
            <p:cNvSpPr/>
            <p:nvPr/>
          </p:nvSpPr>
          <p:spPr>
            <a:xfrm>
              <a:off x="3809525" y="5145975"/>
              <a:ext cx="73050" cy="72125"/>
            </a:xfrm>
            <a:custGeom>
              <a:rect b="b" l="l" r="r" t="t"/>
              <a:pathLst>
                <a:path extrusionOk="0" h="2885" w="2922">
                  <a:moveTo>
                    <a:pt x="1479" y="0"/>
                  </a:moveTo>
                  <a:cubicBezTo>
                    <a:pt x="666" y="0"/>
                    <a:pt x="1" y="629"/>
                    <a:pt x="1" y="1442"/>
                  </a:cubicBezTo>
                  <a:cubicBezTo>
                    <a:pt x="1" y="2256"/>
                    <a:pt x="666" y="2884"/>
                    <a:pt x="1479" y="2884"/>
                  </a:cubicBezTo>
                  <a:cubicBezTo>
                    <a:pt x="2256" y="2884"/>
                    <a:pt x="2921" y="2256"/>
                    <a:pt x="2921" y="1442"/>
                  </a:cubicBezTo>
                  <a:cubicBezTo>
                    <a:pt x="2921" y="629"/>
                    <a:pt x="2256" y="0"/>
                    <a:pt x="14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53"/>
            <p:cNvSpPr/>
            <p:nvPr/>
          </p:nvSpPr>
          <p:spPr>
            <a:xfrm>
              <a:off x="3802125" y="5137650"/>
              <a:ext cx="87825" cy="88750"/>
            </a:xfrm>
            <a:custGeom>
              <a:rect b="b" l="l" r="r" t="t"/>
              <a:pathLst>
                <a:path extrusionOk="0" h="3550" w="3513">
                  <a:moveTo>
                    <a:pt x="1775" y="629"/>
                  </a:moveTo>
                  <a:cubicBezTo>
                    <a:pt x="2404" y="629"/>
                    <a:pt x="2884" y="1147"/>
                    <a:pt x="2921" y="1775"/>
                  </a:cubicBezTo>
                  <a:cubicBezTo>
                    <a:pt x="2884" y="2404"/>
                    <a:pt x="2404" y="2921"/>
                    <a:pt x="1775" y="2921"/>
                  </a:cubicBezTo>
                  <a:cubicBezTo>
                    <a:pt x="1147" y="2921"/>
                    <a:pt x="629" y="2404"/>
                    <a:pt x="629" y="1775"/>
                  </a:cubicBezTo>
                  <a:cubicBezTo>
                    <a:pt x="629" y="1147"/>
                    <a:pt x="1147" y="629"/>
                    <a:pt x="1775" y="629"/>
                  </a:cubicBezTo>
                  <a:close/>
                  <a:moveTo>
                    <a:pt x="1775" y="1"/>
                  </a:moveTo>
                  <a:cubicBezTo>
                    <a:pt x="777" y="1"/>
                    <a:pt x="1" y="814"/>
                    <a:pt x="1" y="1775"/>
                  </a:cubicBezTo>
                  <a:cubicBezTo>
                    <a:pt x="1" y="2737"/>
                    <a:pt x="777" y="3550"/>
                    <a:pt x="1775" y="3550"/>
                  </a:cubicBezTo>
                  <a:cubicBezTo>
                    <a:pt x="2737" y="3550"/>
                    <a:pt x="3513" y="2737"/>
                    <a:pt x="3513" y="1775"/>
                  </a:cubicBezTo>
                  <a:cubicBezTo>
                    <a:pt x="3513" y="814"/>
                    <a:pt x="2737" y="1"/>
                    <a:pt x="17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53"/>
            <p:cNvSpPr/>
            <p:nvPr/>
          </p:nvSpPr>
          <p:spPr>
            <a:xfrm>
              <a:off x="4369625" y="5145975"/>
              <a:ext cx="72125" cy="72125"/>
            </a:xfrm>
            <a:custGeom>
              <a:rect b="b" l="l" r="r" t="t"/>
              <a:pathLst>
                <a:path extrusionOk="0" h="2885" w="2885">
                  <a:moveTo>
                    <a:pt x="1443" y="0"/>
                  </a:moveTo>
                  <a:cubicBezTo>
                    <a:pt x="666" y="0"/>
                    <a:pt x="1" y="629"/>
                    <a:pt x="1" y="1442"/>
                  </a:cubicBezTo>
                  <a:cubicBezTo>
                    <a:pt x="1" y="2256"/>
                    <a:pt x="666" y="2884"/>
                    <a:pt x="1443" y="2884"/>
                  </a:cubicBezTo>
                  <a:cubicBezTo>
                    <a:pt x="2256" y="2884"/>
                    <a:pt x="2884" y="2256"/>
                    <a:pt x="2884" y="1442"/>
                  </a:cubicBezTo>
                  <a:cubicBezTo>
                    <a:pt x="2884" y="629"/>
                    <a:pt x="2256" y="0"/>
                    <a:pt x="14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53"/>
            <p:cNvSpPr/>
            <p:nvPr/>
          </p:nvSpPr>
          <p:spPr>
            <a:xfrm>
              <a:off x="4362225" y="5137650"/>
              <a:ext cx="87850" cy="88750"/>
            </a:xfrm>
            <a:custGeom>
              <a:rect b="b" l="l" r="r" t="t"/>
              <a:pathLst>
                <a:path extrusionOk="0" h="3550" w="3514">
                  <a:moveTo>
                    <a:pt x="1739" y="629"/>
                  </a:moveTo>
                  <a:cubicBezTo>
                    <a:pt x="2367" y="629"/>
                    <a:pt x="2885" y="1147"/>
                    <a:pt x="2885" y="1775"/>
                  </a:cubicBezTo>
                  <a:cubicBezTo>
                    <a:pt x="2885" y="2404"/>
                    <a:pt x="2367" y="2921"/>
                    <a:pt x="1739" y="2921"/>
                  </a:cubicBezTo>
                  <a:cubicBezTo>
                    <a:pt x="1110" y="2921"/>
                    <a:pt x="592" y="2404"/>
                    <a:pt x="592" y="1775"/>
                  </a:cubicBezTo>
                  <a:cubicBezTo>
                    <a:pt x="592" y="1147"/>
                    <a:pt x="1110" y="629"/>
                    <a:pt x="1739" y="629"/>
                  </a:cubicBezTo>
                  <a:close/>
                  <a:moveTo>
                    <a:pt x="1739" y="1"/>
                  </a:moveTo>
                  <a:cubicBezTo>
                    <a:pt x="777" y="1"/>
                    <a:pt x="1" y="814"/>
                    <a:pt x="1" y="1775"/>
                  </a:cubicBezTo>
                  <a:cubicBezTo>
                    <a:pt x="1" y="2737"/>
                    <a:pt x="777" y="3550"/>
                    <a:pt x="1739" y="3550"/>
                  </a:cubicBezTo>
                  <a:cubicBezTo>
                    <a:pt x="2700" y="3550"/>
                    <a:pt x="3513" y="2737"/>
                    <a:pt x="3513" y="1775"/>
                  </a:cubicBezTo>
                  <a:cubicBezTo>
                    <a:pt x="3513" y="814"/>
                    <a:pt x="2700" y="1"/>
                    <a:pt x="17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53"/>
            <p:cNvSpPr/>
            <p:nvPr/>
          </p:nvSpPr>
          <p:spPr>
            <a:xfrm>
              <a:off x="3325200" y="3763275"/>
              <a:ext cx="108175" cy="466775"/>
            </a:xfrm>
            <a:custGeom>
              <a:rect b="b" l="l" r="r" t="t"/>
              <a:pathLst>
                <a:path extrusionOk="0" h="18671" w="4327">
                  <a:moveTo>
                    <a:pt x="1" y="0"/>
                  </a:moveTo>
                  <a:lnTo>
                    <a:pt x="1" y="14382"/>
                  </a:lnTo>
                  <a:cubicBezTo>
                    <a:pt x="1" y="16748"/>
                    <a:pt x="1923" y="18671"/>
                    <a:pt x="4326" y="18671"/>
                  </a:cubicBezTo>
                  <a:lnTo>
                    <a:pt x="43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53"/>
            <p:cNvSpPr/>
            <p:nvPr/>
          </p:nvSpPr>
          <p:spPr>
            <a:xfrm>
              <a:off x="3317825" y="3755875"/>
              <a:ext cx="122950" cy="482500"/>
            </a:xfrm>
            <a:custGeom>
              <a:rect b="b" l="l" r="r" t="t"/>
              <a:pathLst>
                <a:path extrusionOk="0" h="19300" w="4918">
                  <a:moveTo>
                    <a:pt x="4289" y="629"/>
                  </a:moveTo>
                  <a:lnTo>
                    <a:pt x="4289" y="18657"/>
                  </a:lnTo>
                  <a:lnTo>
                    <a:pt x="4289" y="18657"/>
                  </a:lnTo>
                  <a:cubicBezTo>
                    <a:pt x="3313" y="18578"/>
                    <a:pt x="2439" y="18152"/>
                    <a:pt x="1775" y="17488"/>
                  </a:cubicBezTo>
                  <a:cubicBezTo>
                    <a:pt x="1072" y="16785"/>
                    <a:pt x="629" y="15787"/>
                    <a:pt x="592" y="14678"/>
                  </a:cubicBezTo>
                  <a:lnTo>
                    <a:pt x="592" y="629"/>
                  </a:lnTo>
                  <a:close/>
                  <a:moveTo>
                    <a:pt x="296" y="1"/>
                  </a:moveTo>
                  <a:cubicBezTo>
                    <a:pt x="222" y="1"/>
                    <a:pt x="148" y="38"/>
                    <a:pt x="74" y="111"/>
                  </a:cubicBezTo>
                  <a:cubicBezTo>
                    <a:pt x="37" y="148"/>
                    <a:pt x="0" y="222"/>
                    <a:pt x="0" y="296"/>
                  </a:cubicBezTo>
                  <a:lnTo>
                    <a:pt x="0" y="14678"/>
                  </a:lnTo>
                  <a:cubicBezTo>
                    <a:pt x="0" y="17229"/>
                    <a:pt x="2071" y="19262"/>
                    <a:pt x="4621" y="19299"/>
                  </a:cubicBezTo>
                  <a:cubicBezTo>
                    <a:pt x="4695" y="19299"/>
                    <a:pt x="4769" y="19262"/>
                    <a:pt x="4843" y="19188"/>
                  </a:cubicBezTo>
                  <a:cubicBezTo>
                    <a:pt x="4880" y="19151"/>
                    <a:pt x="4917" y="19040"/>
                    <a:pt x="4917" y="18967"/>
                  </a:cubicBezTo>
                  <a:lnTo>
                    <a:pt x="4917" y="296"/>
                  </a:lnTo>
                  <a:cubicBezTo>
                    <a:pt x="4917" y="222"/>
                    <a:pt x="4880" y="148"/>
                    <a:pt x="4843" y="111"/>
                  </a:cubicBezTo>
                  <a:cubicBezTo>
                    <a:pt x="4769" y="38"/>
                    <a:pt x="4695" y="1"/>
                    <a:pt x="46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53"/>
            <p:cNvSpPr/>
            <p:nvPr/>
          </p:nvSpPr>
          <p:spPr>
            <a:xfrm>
              <a:off x="3264200" y="3666225"/>
              <a:ext cx="169175" cy="86900"/>
            </a:xfrm>
            <a:custGeom>
              <a:rect b="b" l="l" r="r" t="t"/>
              <a:pathLst>
                <a:path extrusionOk="0" h="3476" w="6767">
                  <a:moveTo>
                    <a:pt x="1" y="0"/>
                  </a:moveTo>
                  <a:lnTo>
                    <a:pt x="1" y="3476"/>
                  </a:lnTo>
                  <a:lnTo>
                    <a:pt x="6766" y="3476"/>
                  </a:lnTo>
                  <a:lnTo>
                    <a:pt x="676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53"/>
            <p:cNvSpPr/>
            <p:nvPr/>
          </p:nvSpPr>
          <p:spPr>
            <a:xfrm>
              <a:off x="3255900" y="3658825"/>
              <a:ext cx="184875" cy="102625"/>
            </a:xfrm>
            <a:custGeom>
              <a:rect b="b" l="l" r="r" t="t"/>
              <a:pathLst>
                <a:path extrusionOk="0" h="4105" w="7395">
                  <a:moveTo>
                    <a:pt x="6766" y="592"/>
                  </a:moveTo>
                  <a:lnTo>
                    <a:pt x="6766" y="3476"/>
                  </a:lnTo>
                  <a:lnTo>
                    <a:pt x="629" y="3476"/>
                  </a:lnTo>
                  <a:lnTo>
                    <a:pt x="629" y="592"/>
                  </a:lnTo>
                  <a:close/>
                  <a:moveTo>
                    <a:pt x="333" y="1"/>
                  </a:moveTo>
                  <a:cubicBezTo>
                    <a:pt x="222" y="1"/>
                    <a:pt x="148" y="38"/>
                    <a:pt x="111" y="75"/>
                  </a:cubicBezTo>
                  <a:cubicBezTo>
                    <a:pt x="37" y="148"/>
                    <a:pt x="0" y="222"/>
                    <a:pt x="0" y="296"/>
                  </a:cubicBezTo>
                  <a:lnTo>
                    <a:pt x="0" y="3772"/>
                  </a:lnTo>
                  <a:cubicBezTo>
                    <a:pt x="0" y="3846"/>
                    <a:pt x="37" y="3956"/>
                    <a:pt x="111" y="3993"/>
                  </a:cubicBezTo>
                  <a:cubicBezTo>
                    <a:pt x="148" y="4067"/>
                    <a:pt x="222" y="4104"/>
                    <a:pt x="333" y="4104"/>
                  </a:cubicBezTo>
                  <a:lnTo>
                    <a:pt x="7098" y="4104"/>
                  </a:lnTo>
                  <a:cubicBezTo>
                    <a:pt x="7172" y="4104"/>
                    <a:pt x="7246" y="4067"/>
                    <a:pt x="7320" y="3993"/>
                  </a:cubicBezTo>
                  <a:cubicBezTo>
                    <a:pt x="7357" y="3956"/>
                    <a:pt x="7394" y="3883"/>
                    <a:pt x="7394" y="3772"/>
                  </a:cubicBezTo>
                  <a:lnTo>
                    <a:pt x="7394" y="296"/>
                  </a:lnTo>
                  <a:cubicBezTo>
                    <a:pt x="7394" y="222"/>
                    <a:pt x="7357" y="148"/>
                    <a:pt x="7320" y="75"/>
                  </a:cubicBezTo>
                  <a:cubicBezTo>
                    <a:pt x="7246" y="38"/>
                    <a:pt x="7172" y="1"/>
                    <a:pt x="70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53"/>
            <p:cNvSpPr/>
            <p:nvPr/>
          </p:nvSpPr>
          <p:spPr>
            <a:xfrm>
              <a:off x="4271650" y="3763275"/>
              <a:ext cx="107250" cy="466775"/>
            </a:xfrm>
            <a:custGeom>
              <a:rect b="b" l="l" r="r" t="t"/>
              <a:pathLst>
                <a:path extrusionOk="0" h="18671" w="4290">
                  <a:moveTo>
                    <a:pt x="1" y="0"/>
                  </a:moveTo>
                  <a:lnTo>
                    <a:pt x="1" y="18671"/>
                  </a:lnTo>
                  <a:cubicBezTo>
                    <a:pt x="2367" y="18671"/>
                    <a:pt x="4289" y="16748"/>
                    <a:pt x="4289" y="14382"/>
                  </a:cubicBezTo>
                  <a:lnTo>
                    <a:pt x="428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53"/>
            <p:cNvSpPr/>
            <p:nvPr/>
          </p:nvSpPr>
          <p:spPr>
            <a:xfrm>
              <a:off x="4264275" y="3755875"/>
              <a:ext cx="122950" cy="482500"/>
            </a:xfrm>
            <a:custGeom>
              <a:rect b="b" l="l" r="r" t="t"/>
              <a:pathLst>
                <a:path extrusionOk="0" h="19300" w="4918">
                  <a:moveTo>
                    <a:pt x="4289" y="629"/>
                  </a:moveTo>
                  <a:lnTo>
                    <a:pt x="4289" y="14678"/>
                  </a:lnTo>
                  <a:cubicBezTo>
                    <a:pt x="4289" y="15787"/>
                    <a:pt x="3845" y="16785"/>
                    <a:pt x="3106" y="17488"/>
                  </a:cubicBezTo>
                  <a:cubicBezTo>
                    <a:pt x="2466" y="18161"/>
                    <a:pt x="1582" y="18589"/>
                    <a:pt x="592" y="18660"/>
                  </a:cubicBezTo>
                  <a:lnTo>
                    <a:pt x="592" y="18660"/>
                  </a:lnTo>
                  <a:lnTo>
                    <a:pt x="592" y="629"/>
                  </a:lnTo>
                  <a:close/>
                  <a:moveTo>
                    <a:pt x="296" y="1"/>
                  </a:moveTo>
                  <a:cubicBezTo>
                    <a:pt x="222" y="1"/>
                    <a:pt x="148" y="38"/>
                    <a:pt x="74" y="111"/>
                  </a:cubicBezTo>
                  <a:cubicBezTo>
                    <a:pt x="37" y="148"/>
                    <a:pt x="0" y="222"/>
                    <a:pt x="0" y="296"/>
                  </a:cubicBezTo>
                  <a:lnTo>
                    <a:pt x="0" y="18967"/>
                  </a:lnTo>
                  <a:cubicBezTo>
                    <a:pt x="0" y="19040"/>
                    <a:pt x="37" y="19151"/>
                    <a:pt x="74" y="19188"/>
                  </a:cubicBezTo>
                  <a:cubicBezTo>
                    <a:pt x="148" y="19262"/>
                    <a:pt x="222" y="19299"/>
                    <a:pt x="296" y="19299"/>
                  </a:cubicBezTo>
                  <a:cubicBezTo>
                    <a:pt x="2847" y="19262"/>
                    <a:pt x="4917" y="17229"/>
                    <a:pt x="4917" y="14678"/>
                  </a:cubicBezTo>
                  <a:lnTo>
                    <a:pt x="4917" y="296"/>
                  </a:lnTo>
                  <a:cubicBezTo>
                    <a:pt x="4917" y="222"/>
                    <a:pt x="4880" y="148"/>
                    <a:pt x="4806" y="111"/>
                  </a:cubicBezTo>
                  <a:cubicBezTo>
                    <a:pt x="4769" y="38"/>
                    <a:pt x="4695" y="1"/>
                    <a:pt x="45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53"/>
            <p:cNvSpPr/>
            <p:nvPr/>
          </p:nvSpPr>
          <p:spPr>
            <a:xfrm>
              <a:off x="4271650" y="3666225"/>
              <a:ext cx="169175" cy="86900"/>
            </a:xfrm>
            <a:custGeom>
              <a:rect b="b" l="l" r="r" t="t"/>
              <a:pathLst>
                <a:path extrusionOk="0" h="3476" w="6767">
                  <a:moveTo>
                    <a:pt x="1" y="0"/>
                  </a:moveTo>
                  <a:lnTo>
                    <a:pt x="1" y="3476"/>
                  </a:lnTo>
                  <a:lnTo>
                    <a:pt x="6766" y="3476"/>
                  </a:lnTo>
                  <a:lnTo>
                    <a:pt x="676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53"/>
            <p:cNvSpPr/>
            <p:nvPr/>
          </p:nvSpPr>
          <p:spPr>
            <a:xfrm>
              <a:off x="4264275" y="3658825"/>
              <a:ext cx="183950" cy="102625"/>
            </a:xfrm>
            <a:custGeom>
              <a:rect b="b" l="l" r="r" t="t"/>
              <a:pathLst>
                <a:path extrusionOk="0" h="4105" w="7358">
                  <a:moveTo>
                    <a:pt x="6766" y="592"/>
                  </a:moveTo>
                  <a:lnTo>
                    <a:pt x="6766" y="3476"/>
                  </a:lnTo>
                  <a:lnTo>
                    <a:pt x="592" y="3476"/>
                  </a:lnTo>
                  <a:lnTo>
                    <a:pt x="592" y="592"/>
                  </a:lnTo>
                  <a:close/>
                  <a:moveTo>
                    <a:pt x="296" y="1"/>
                  </a:moveTo>
                  <a:cubicBezTo>
                    <a:pt x="222" y="1"/>
                    <a:pt x="148" y="38"/>
                    <a:pt x="74" y="75"/>
                  </a:cubicBezTo>
                  <a:cubicBezTo>
                    <a:pt x="37" y="148"/>
                    <a:pt x="0" y="222"/>
                    <a:pt x="0" y="296"/>
                  </a:cubicBezTo>
                  <a:lnTo>
                    <a:pt x="0" y="3772"/>
                  </a:lnTo>
                  <a:cubicBezTo>
                    <a:pt x="0" y="3846"/>
                    <a:pt x="37" y="3956"/>
                    <a:pt x="74" y="3993"/>
                  </a:cubicBezTo>
                  <a:cubicBezTo>
                    <a:pt x="148" y="4067"/>
                    <a:pt x="222" y="4104"/>
                    <a:pt x="296" y="4104"/>
                  </a:cubicBezTo>
                  <a:lnTo>
                    <a:pt x="7061" y="4104"/>
                  </a:lnTo>
                  <a:cubicBezTo>
                    <a:pt x="7135" y="4104"/>
                    <a:pt x="7209" y="4067"/>
                    <a:pt x="7283" y="3993"/>
                  </a:cubicBezTo>
                  <a:cubicBezTo>
                    <a:pt x="7320" y="3956"/>
                    <a:pt x="7357" y="3883"/>
                    <a:pt x="7357" y="3772"/>
                  </a:cubicBezTo>
                  <a:lnTo>
                    <a:pt x="7357" y="296"/>
                  </a:lnTo>
                  <a:cubicBezTo>
                    <a:pt x="7357" y="222"/>
                    <a:pt x="7320" y="148"/>
                    <a:pt x="7283" y="75"/>
                  </a:cubicBezTo>
                  <a:cubicBezTo>
                    <a:pt x="7209" y="38"/>
                    <a:pt x="7135" y="1"/>
                    <a:pt x="70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53"/>
            <p:cNvSpPr/>
            <p:nvPr/>
          </p:nvSpPr>
          <p:spPr>
            <a:xfrm>
              <a:off x="3376050" y="3036800"/>
              <a:ext cx="949250" cy="1256100"/>
            </a:xfrm>
            <a:custGeom>
              <a:rect b="b" l="l" r="r" t="t"/>
              <a:pathLst>
                <a:path extrusionOk="0" h="50244" w="37970">
                  <a:moveTo>
                    <a:pt x="7875" y="0"/>
                  </a:moveTo>
                  <a:cubicBezTo>
                    <a:pt x="5250" y="0"/>
                    <a:pt x="3143" y="2108"/>
                    <a:pt x="3143" y="4696"/>
                  </a:cubicBezTo>
                  <a:lnTo>
                    <a:pt x="0" y="44587"/>
                  </a:lnTo>
                  <a:cubicBezTo>
                    <a:pt x="0" y="47730"/>
                    <a:pt x="2514" y="50244"/>
                    <a:pt x="5620" y="50244"/>
                  </a:cubicBezTo>
                  <a:lnTo>
                    <a:pt x="32313" y="50244"/>
                  </a:lnTo>
                  <a:cubicBezTo>
                    <a:pt x="35418" y="50244"/>
                    <a:pt x="37969" y="47730"/>
                    <a:pt x="37969" y="44587"/>
                  </a:cubicBezTo>
                  <a:lnTo>
                    <a:pt x="34790" y="4696"/>
                  </a:lnTo>
                  <a:cubicBezTo>
                    <a:pt x="34790" y="2108"/>
                    <a:pt x="32682" y="0"/>
                    <a:pt x="300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53"/>
            <p:cNvSpPr/>
            <p:nvPr/>
          </p:nvSpPr>
          <p:spPr>
            <a:xfrm>
              <a:off x="3367725" y="3029400"/>
              <a:ext cx="964950" cy="1271825"/>
            </a:xfrm>
            <a:custGeom>
              <a:rect b="b" l="l" r="r" t="t"/>
              <a:pathLst>
                <a:path extrusionOk="0" h="50873" w="38598">
                  <a:moveTo>
                    <a:pt x="30427" y="592"/>
                  </a:moveTo>
                  <a:cubicBezTo>
                    <a:pt x="31647" y="629"/>
                    <a:pt x="32757" y="1110"/>
                    <a:pt x="33533" y="1886"/>
                  </a:cubicBezTo>
                  <a:cubicBezTo>
                    <a:pt x="34346" y="2699"/>
                    <a:pt x="34827" y="3809"/>
                    <a:pt x="34827" y="4992"/>
                  </a:cubicBezTo>
                  <a:lnTo>
                    <a:pt x="34827" y="5029"/>
                  </a:lnTo>
                  <a:lnTo>
                    <a:pt x="38006" y="44918"/>
                  </a:lnTo>
                  <a:lnTo>
                    <a:pt x="38006" y="44918"/>
                  </a:lnTo>
                  <a:cubicBezTo>
                    <a:pt x="37996" y="46383"/>
                    <a:pt x="37370" y="47701"/>
                    <a:pt x="36417" y="48691"/>
                  </a:cubicBezTo>
                  <a:cubicBezTo>
                    <a:pt x="35455" y="49652"/>
                    <a:pt x="34124" y="50244"/>
                    <a:pt x="32646" y="50244"/>
                  </a:cubicBezTo>
                  <a:lnTo>
                    <a:pt x="5953" y="50244"/>
                  </a:lnTo>
                  <a:cubicBezTo>
                    <a:pt x="4511" y="50244"/>
                    <a:pt x="3143" y="49652"/>
                    <a:pt x="2182" y="48691"/>
                  </a:cubicBezTo>
                  <a:cubicBezTo>
                    <a:pt x="1228" y="47701"/>
                    <a:pt x="639" y="46383"/>
                    <a:pt x="629" y="44919"/>
                  </a:cubicBezTo>
                  <a:lnTo>
                    <a:pt x="629" y="44919"/>
                  </a:lnTo>
                  <a:lnTo>
                    <a:pt x="3809" y="5029"/>
                  </a:lnTo>
                  <a:lnTo>
                    <a:pt x="3809" y="4992"/>
                  </a:lnTo>
                  <a:cubicBezTo>
                    <a:pt x="3809" y="3809"/>
                    <a:pt x="4289" y="2699"/>
                    <a:pt x="5066" y="1886"/>
                  </a:cubicBezTo>
                  <a:cubicBezTo>
                    <a:pt x="5879" y="1110"/>
                    <a:pt x="6988" y="629"/>
                    <a:pt x="8208" y="592"/>
                  </a:cubicBezTo>
                  <a:close/>
                  <a:moveTo>
                    <a:pt x="8208" y="1"/>
                  </a:moveTo>
                  <a:cubicBezTo>
                    <a:pt x="5435" y="1"/>
                    <a:pt x="3180" y="2256"/>
                    <a:pt x="3180" y="4992"/>
                  </a:cubicBezTo>
                  <a:lnTo>
                    <a:pt x="1" y="44883"/>
                  </a:lnTo>
                  <a:cubicBezTo>
                    <a:pt x="1" y="48173"/>
                    <a:pt x="2662" y="50872"/>
                    <a:pt x="5953" y="50872"/>
                  </a:cubicBezTo>
                  <a:lnTo>
                    <a:pt x="32646" y="50872"/>
                  </a:lnTo>
                  <a:cubicBezTo>
                    <a:pt x="35936" y="50872"/>
                    <a:pt x="38598" y="48173"/>
                    <a:pt x="38598" y="44883"/>
                  </a:cubicBezTo>
                  <a:lnTo>
                    <a:pt x="35455" y="4992"/>
                  </a:lnTo>
                  <a:cubicBezTo>
                    <a:pt x="35455" y="2256"/>
                    <a:pt x="33200" y="1"/>
                    <a:pt x="304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53"/>
            <p:cNvSpPr/>
            <p:nvPr/>
          </p:nvSpPr>
          <p:spPr>
            <a:xfrm>
              <a:off x="3376050" y="3089475"/>
              <a:ext cx="949250" cy="1256100"/>
            </a:xfrm>
            <a:custGeom>
              <a:rect b="b" l="l" r="r" t="t"/>
              <a:pathLst>
                <a:path extrusionOk="0" h="50244" w="37970">
                  <a:moveTo>
                    <a:pt x="7875" y="1"/>
                  </a:moveTo>
                  <a:cubicBezTo>
                    <a:pt x="5250" y="1"/>
                    <a:pt x="3143" y="2108"/>
                    <a:pt x="3143" y="4696"/>
                  </a:cubicBezTo>
                  <a:lnTo>
                    <a:pt x="0" y="44587"/>
                  </a:lnTo>
                  <a:cubicBezTo>
                    <a:pt x="0" y="47730"/>
                    <a:pt x="2514" y="50244"/>
                    <a:pt x="5620" y="50244"/>
                  </a:cubicBezTo>
                  <a:lnTo>
                    <a:pt x="32313" y="50244"/>
                  </a:lnTo>
                  <a:cubicBezTo>
                    <a:pt x="35418" y="50244"/>
                    <a:pt x="37969" y="47730"/>
                    <a:pt x="37969" y="44587"/>
                  </a:cubicBezTo>
                  <a:lnTo>
                    <a:pt x="34790" y="4696"/>
                  </a:lnTo>
                  <a:cubicBezTo>
                    <a:pt x="34790" y="2108"/>
                    <a:pt x="32682" y="1"/>
                    <a:pt x="30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53"/>
            <p:cNvSpPr/>
            <p:nvPr/>
          </p:nvSpPr>
          <p:spPr>
            <a:xfrm>
              <a:off x="3367725" y="3082075"/>
              <a:ext cx="964950" cy="1270900"/>
            </a:xfrm>
            <a:custGeom>
              <a:rect b="b" l="l" r="r" t="t"/>
              <a:pathLst>
                <a:path extrusionOk="0" h="50836" w="38598">
                  <a:moveTo>
                    <a:pt x="30427" y="592"/>
                  </a:moveTo>
                  <a:cubicBezTo>
                    <a:pt x="31647" y="592"/>
                    <a:pt x="32757" y="1110"/>
                    <a:pt x="33533" y="1886"/>
                  </a:cubicBezTo>
                  <a:cubicBezTo>
                    <a:pt x="34346" y="2700"/>
                    <a:pt x="34827" y="3772"/>
                    <a:pt x="34827" y="4992"/>
                  </a:cubicBezTo>
                  <a:lnTo>
                    <a:pt x="34827" y="5029"/>
                  </a:lnTo>
                  <a:lnTo>
                    <a:pt x="38006" y="44919"/>
                  </a:lnTo>
                  <a:lnTo>
                    <a:pt x="38006" y="44919"/>
                  </a:lnTo>
                  <a:cubicBezTo>
                    <a:pt x="37996" y="46383"/>
                    <a:pt x="37370" y="47701"/>
                    <a:pt x="36417" y="48654"/>
                  </a:cubicBezTo>
                  <a:cubicBezTo>
                    <a:pt x="35455" y="49616"/>
                    <a:pt x="34124" y="50244"/>
                    <a:pt x="32646" y="50244"/>
                  </a:cubicBezTo>
                  <a:lnTo>
                    <a:pt x="5953" y="50244"/>
                  </a:lnTo>
                  <a:cubicBezTo>
                    <a:pt x="4511" y="50244"/>
                    <a:pt x="3143" y="49616"/>
                    <a:pt x="2182" y="48654"/>
                  </a:cubicBezTo>
                  <a:cubicBezTo>
                    <a:pt x="1228" y="47701"/>
                    <a:pt x="639" y="46383"/>
                    <a:pt x="629" y="44919"/>
                  </a:cubicBezTo>
                  <a:lnTo>
                    <a:pt x="629" y="44919"/>
                  </a:lnTo>
                  <a:lnTo>
                    <a:pt x="3809" y="5029"/>
                  </a:lnTo>
                  <a:lnTo>
                    <a:pt x="3809" y="4992"/>
                  </a:lnTo>
                  <a:cubicBezTo>
                    <a:pt x="3809" y="3772"/>
                    <a:pt x="4289" y="2700"/>
                    <a:pt x="5066" y="1886"/>
                  </a:cubicBezTo>
                  <a:cubicBezTo>
                    <a:pt x="5879" y="1110"/>
                    <a:pt x="6988" y="592"/>
                    <a:pt x="8208" y="592"/>
                  </a:cubicBezTo>
                  <a:close/>
                  <a:moveTo>
                    <a:pt x="8208" y="1"/>
                  </a:moveTo>
                  <a:cubicBezTo>
                    <a:pt x="5435" y="1"/>
                    <a:pt x="3180" y="2219"/>
                    <a:pt x="3180" y="4992"/>
                  </a:cubicBezTo>
                  <a:lnTo>
                    <a:pt x="1" y="44883"/>
                  </a:lnTo>
                  <a:cubicBezTo>
                    <a:pt x="1" y="48174"/>
                    <a:pt x="2662" y="50836"/>
                    <a:pt x="5953" y="50836"/>
                  </a:cubicBezTo>
                  <a:lnTo>
                    <a:pt x="32646" y="50836"/>
                  </a:lnTo>
                  <a:cubicBezTo>
                    <a:pt x="35936" y="50836"/>
                    <a:pt x="38598" y="48174"/>
                    <a:pt x="38598" y="44883"/>
                  </a:cubicBezTo>
                  <a:lnTo>
                    <a:pt x="35455" y="4992"/>
                  </a:lnTo>
                  <a:cubicBezTo>
                    <a:pt x="35455" y="2219"/>
                    <a:pt x="33200" y="1"/>
                    <a:pt x="304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2" name="Shape 3342"/>
        <p:cNvGrpSpPr/>
        <p:nvPr/>
      </p:nvGrpSpPr>
      <p:grpSpPr>
        <a:xfrm>
          <a:off x="0" y="0"/>
          <a:ext cx="0" cy="0"/>
          <a:chOff x="0" y="0"/>
          <a:chExt cx="0" cy="0"/>
        </a:xfrm>
      </p:grpSpPr>
      <p:pic>
        <p:nvPicPr>
          <p:cNvPr id="3343" name="Google Shape;3343;p54"/>
          <p:cNvPicPr preferRelativeResize="0"/>
          <p:nvPr/>
        </p:nvPicPr>
        <p:blipFill rotWithShape="1">
          <a:blip r:embed="rId3">
            <a:alphaModFix/>
          </a:blip>
          <a:srcRect b="9769" l="0" r="0" t="7435"/>
          <a:stretch/>
        </p:blipFill>
        <p:spPr>
          <a:xfrm>
            <a:off x="152400" y="371225"/>
            <a:ext cx="8409698" cy="41323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7" name="Shape 3347"/>
        <p:cNvGrpSpPr/>
        <p:nvPr/>
      </p:nvGrpSpPr>
      <p:grpSpPr>
        <a:xfrm>
          <a:off x="0" y="0"/>
          <a:ext cx="0" cy="0"/>
          <a:chOff x="0" y="0"/>
          <a:chExt cx="0" cy="0"/>
        </a:xfrm>
      </p:grpSpPr>
      <p:sp>
        <p:nvSpPr>
          <p:cNvPr id="3348" name="Google Shape;3348;p55"/>
          <p:cNvSpPr txBox="1"/>
          <p:nvPr>
            <p:ph idx="1" type="subTitle"/>
          </p:nvPr>
        </p:nvSpPr>
        <p:spPr>
          <a:xfrm>
            <a:off x="1936775" y="91050"/>
            <a:ext cx="5822100" cy="646200"/>
          </a:xfrm>
          <a:prstGeom prst="rect">
            <a:avLst/>
          </a:prstGeom>
          <a:solidFill>
            <a:schemeClr val="lt2"/>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sz="1900">
                <a:latin typeface="Barlow Semi Condensed"/>
                <a:ea typeface="Barlow Semi Condensed"/>
                <a:cs typeface="Barlow Semi Condensed"/>
                <a:sym typeface="Barlow Semi Condensed"/>
              </a:rPr>
              <a:t>renew() :</a:t>
            </a:r>
            <a:r>
              <a:rPr b="1" lang="ro" sz="1100">
                <a:latin typeface="Barlow Semi Condensed"/>
                <a:ea typeface="Barlow Semi Condensed"/>
                <a:cs typeface="Barlow Semi Condensed"/>
                <a:sym typeface="Barlow Semi Condensed"/>
              </a:rPr>
              <a:t> </a:t>
            </a:r>
            <a:r>
              <a:rPr b="1" lang="ro" sz="1100">
                <a:solidFill>
                  <a:schemeClr val="accent5"/>
                </a:solidFill>
                <a:latin typeface="Barlow Semi Condensed"/>
                <a:ea typeface="Barlow Semi Condensed"/>
                <a:cs typeface="Barlow Semi Condensed"/>
                <a:sym typeface="Barlow Semi Condensed"/>
              </a:rPr>
              <a:t>provides a unified interface to handle the complete heartbeat renewal process, hiding the complexity of subsystem interactions from clients.</a:t>
            </a:r>
            <a:endParaRPr b="1" sz="1100">
              <a:solidFill>
                <a:schemeClr val="accent5"/>
              </a:solidFill>
              <a:latin typeface="Barlow Semi Condensed"/>
              <a:ea typeface="Barlow Semi Condensed"/>
              <a:cs typeface="Barlow Semi Condensed"/>
              <a:sym typeface="Barlow Semi Condensed"/>
            </a:endParaRPr>
          </a:p>
          <a:p>
            <a:pPr indent="0" lvl="0" marL="0" rtl="0" algn="l">
              <a:lnSpc>
                <a:spcPct val="115000"/>
              </a:lnSpc>
              <a:spcBef>
                <a:spcPts val="0"/>
              </a:spcBef>
              <a:spcAft>
                <a:spcPts val="0"/>
              </a:spcAft>
              <a:buNone/>
            </a:pPr>
            <a:r>
              <a:t/>
            </a:r>
            <a:endParaRPr b="1" sz="1100">
              <a:latin typeface="Barlow Semi Condensed"/>
              <a:ea typeface="Barlow Semi Condensed"/>
              <a:cs typeface="Barlow Semi Condensed"/>
              <a:sym typeface="Barlow Semi Condensed"/>
            </a:endParaRPr>
          </a:p>
          <a:p>
            <a:pPr indent="0" lvl="0" marL="0" rtl="0" algn="l">
              <a:lnSpc>
                <a:spcPct val="115000"/>
              </a:lnSpc>
              <a:spcBef>
                <a:spcPts val="0"/>
              </a:spcBef>
              <a:spcAft>
                <a:spcPts val="0"/>
              </a:spcAft>
              <a:buNone/>
            </a:pPr>
            <a:r>
              <a:t/>
            </a:r>
            <a:endParaRPr b="1" sz="1100">
              <a:latin typeface="Barlow Semi Condensed"/>
              <a:ea typeface="Barlow Semi Condensed"/>
              <a:cs typeface="Barlow Semi Condensed"/>
              <a:sym typeface="Barlow Semi Condensed"/>
            </a:endParaRPr>
          </a:p>
        </p:txBody>
      </p:sp>
      <p:sp>
        <p:nvSpPr>
          <p:cNvPr id="3349" name="Google Shape;3349;p55"/>
          <p:cNvSpPr txBox="1"/>
          <p:nvPr/>
        </p:nvSpPr>
        <p:spPr>
          <a:xfrm>
            <a:off x="114025" y="549150"/>
            <a:ext cx="9213600" cy="492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boolean renew()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EurekaHttpResponse&lt;InstanceInfo&gt; httpResponse;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try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httpResponse = eurekaTransport.registrationClient.sendHeartBeat(instanceInfo.getAppName(), instanceInfo.getId(), instanceInfo, null);</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logger.debug(PREFIX + "{} - Heartbeat status: {}", appPathIdentifier, httpResponse.getStatusCode());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if (httpResponse.getStatusCode() == Status.NOT_FOUND.getStatusCode())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REREGISTER_COUNTER.increment();</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a:t>
            </a:r>
            <a:r>
              <a:rPr lang="ro">
                <a:solidFill>
                  <a:schemeClr val="accent1"/>
                </a:solidFill>
                <a:latin typeface="Barlow Semi Condensed"/>
                <a:ea typeface="Barlow Semi Condensed"/>
                <a:cs typeface="Barlow Semi Condensed"/>
                <a:sym typeface="Barlow Semi Condensed"/>
              </a:rPr>
              <a:t>it coordinates with the </a:t>
            </a:r>
            <a:r>
              <a:rPr lang="ro">
                <a:solidFill>
                  <a:schemeClr val="accent1"/>
                </a:solidFill>
                <a:latin typeface="Barlow Semi Condensed"/>
                <a:ea typeface="Barlow Semi Condensed"/>
                <a:cs typeface="Barlow Semi Condensed"/>
                <a:sym typeface="Barlow Semi Condensed"/>
              </a:rPr>
              <a:t>logging subsystem to maintain the transaction history:</a:t>
            </a:r>
            <a:endParaRPr>
              <a:solidFill>
                <a:schemeClr val="accent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logger.info(PREFIX + "{} - Re-registering apps/{}", appPathIdentifier, instanceInfo.getAppName());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long timestamp = instanceInfo.setIsDirtyWithTime();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boolean success = register();</a:t>
            </a:r>
            <a:r>
              <a:rPr lang="ro">
                <a:solidFill>
                  <a:schemeClr val="accent1"/>
                </a:solidFill>
                <a:latin typeface="Barlow Semi Condensed"/>
                <a:ea typeface="Barlow Semi Condensed"/>
                <a:cs typeface="Barlow Semi Condensed"/>
                <a:sym typeface="Barlow Semi Condensed"/>
              </a:rPr>
              <a:t> &lt;- it then registers the service instance with the Eureka server</a:t>
            </a:r>
            <a:endParaRPr>
              <a:solidFill>
                <a:schemeClr val="accent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if (success)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instanceInfo.unsetIsDirty(timestamp); </a:t>
            </a:r>
            <a:r>
              <a:rPr lang="ro">
                <a:solidFill>
                  <a:schemeClr val="accent1"/>
                </a:solidFill>
                <a:latin typeface="Barlow Semi Condensed"/>
                <a:ea typeface="Barlow Semi Condensed"/>
                <a:cs typeface="Barlow Semi Condensed"/>
                <a:sym typeface="Barlow Semi Condensed"/>
              </a:rPr>
              <a:t>&lt;- </a:t>
            </a:r>
            <a:r>
              <a:rPr lang="ro">
                <a:solidFill>
                  <a:schemeClr val="accent1"/>
                </a:solidFill>
                <a:latin typeface="Barlow Semi Condensed"/>
                <a:ea typeface="Barlow Semi Condensed"/>
                <a:cs typeface="Barlow Semi Condensed"/>
                <a:sym typeface="Barlow Semi Condensed"/>
              </a:rPr>
              <a:t>maintains</a:t>
            </a:r>
            <a:r>
              <a:rPr lang="ro">
                <a:solidFill>
                  <a:schemeClr val="accent1"/>
                </a:solidFill>
                <a:latin typeface="Barlow Semi Condensed"/>
                <a:ea typeface="Barlow Semi Condensed"/>
                <a:cs typeface="Barlow Semi Condensed"/>
                <a:sym typeface="Barlow Semi Condensed"/>
              </a:rPr>
              <a:t> instance metadata using InstanceInfo subsystem</a:t>
            </a:r>
            <a:endParaRPr>
              <a:solidFill>
                <a:schemeClr val="accent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return success; </a:t>
            </a:r>
            <a:r>
              <a:rPr lang="ro">
                <a:solidFill>
                  <a:schemeClr val="accent1"/>
                </a:solidFill>
                <a:latin typeface="Barlow Semi Condensed"/>
                <a:ea typeface="Barlow Semi Condensed"/>
                <a:cs typeface="Barlow Semi Condensed"/>
                <a:sym typeface="Barlow Semi Condensed"/>
              </a:rPr>
              <a:t>&lt;- provides a simple success message to the client</a:t>
            </a:r>
            <a:endParaRPr>
              <a:solidFill>
                <a:schemeClr val="accent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return httpResponse.getStatusCode() == Status.OK.getStatusCode();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 catch (Throwable e)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logger.error(PREFIX + "{} - was unable to send heartbeat!", appPathIdentifier, 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return false;}}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a:solidFill>
                <a:schemeClr val="dk1"/>
              </a:solidFill>
              <a:latin typeface="Barlow Semi Condensed"/>
              <a:ea typeface="Barlow Semi Condensed"/>
              <a:cs typeface="Barlow Semi Condensed"/>
              <a:sym typeface="Barlow Semi Condensed"/>
            </a:endParaRPr>
          </a:p>
        </p:txBody>
      </p:sp>
      <p:sp>
        <p:nvSpPr>
          <p:cNvPr id="3350" name="Google Shape;3350;p55"/>
          <p:cNvSpPr txBox="1"/>
          <p:nvPr/>
        </p:nvSpPr>
        <p:spPr>
          <a:xfrm>
            <a:off x="1527525" y="1368800"/>
            <a:ext cx="577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a:solidFill>
                  <a:schemeClr val="accent1"/>
                </a:solidFill>
                <a:latin typeface="Barlow Semi Condensed"/>
                <a:ea typeface="Barlow Semi Condensed"/>
                <a:cs typeface="Barlow Semi Condensed"/>
                <a:sym typeface="Barlow Semi Condensed"/>
              </a:rPr>
              <a:t>&lt; - </a:t>
            </a:r>
            <a:r>
              <a:rPr lang="ro">
                <a:solidFill>
                  <a:schemeClr val="accent1"/>
                </a:solidFill>
                <a:latin typeface="Barlow Semi Condensed"/>
                <a:ea typeface="Barlow Semi Condensed"/>
                <a:cs typeface="Barlow Semi Condensed"/>
                <a:sym typeface="Barlow Semi Condensed"/>
              </a:rPr>
              <a:t>establishes connection to the Eureka server, manages connection lifecycle</a:t>
            </a:r>
            <a:endParaRPr>
              <a:solidFill>
                <a:schemeClr val="accent1"/>
              </a:solidFill>
              <a:latin typeface="Barlow Semi Condensed"/>
              <a:ea typeface="Barlow Semi Condensed"/>
              <a:cs typeface="Barlow Semi Condensed"/>
              <a:sym typeface="Barlow Semi Condense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4" name="Shape 3354"/>
        <p:cNvGrpSpPr/>
        <p:nvPr/>
      </p:nvGrpSpPr>
      <p:grpSpPr>
        <a:xfrm>
          <a:off x="0" y="0"/>
          <a:ext cx="0" cy="0"/>
          <a:chOff x="0" y="0"/>
          <a:chExt cx="0" cy="0"/>
        </a:xfrm>
      </p:grpSpPr>
      <p:sp>
        <p:nvSpPr>
          <p:cNvPr id="3355" name="Google Shape;3355;p56"/>
          <p:cNvSpPr txBox="1"/>
          <p:nvPr/>
        </p:nvSpPr>
        <p:spPr>
          <a:xfrm>
            <a:off x="-77950" y="885175"/>
            <a:ext cx="39159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public List&lt;InstanceInfo&gt; getInstancesByVipAddressAndAppName(..)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List&lt;InstanceInfo&gt; result = new ArrayList&lt;&gt;();</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if (vipAddress == null &amp;&amp; appName == null)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throw new IllegalArgumentException(“...”);}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else if (vipAddress != null &amp;&amp; appName == null)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return getInstancesByVipAddress(vipAddress, secure); }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else if (vipAddress == null &amp;&amp; appName != null)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Application application = </a:t>
            </a:r>
            <a:r>
              <a:rPr lang="ro">
                <a:solidFill>
                  <a:schemeClr val="accent1"/>
                </a:solidFill>
                <a:latin typeface="Barlow Semi Condensed"/>
                <a:ea typeface="Barlow Semi Condensed"/>
                <a:cs typeface="Barlow Semi Condensed"/>
                <a:sym typeface="Barlow Semi Condensed"/>
              </a:rPr>
              <a:t>getApplication</a:t>
            </a:r>
            <a:r>
              <a:rPr lang="ro">
                <a:solidFill>
                  <a:schemeClr val="dk1"/>
                </a:solidFill>
                <a:latin typeface="Barlow Semi Condensed"/>
                <a:ea typeface="Barlow Semi Condensed"/>
                <a:cs typeface="Barlow Semi Condensed"/>
                <a:sym typeface="Barlow Semi Condensed"/>
              </a:rPr>
              <a:t>(appName);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if (application != null)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result = </a:t>
            </a:r>
            <a:r>
              <a:rPr lang="ro">
                <a:solidFill>
                  <a:schemeClr val="accent1"/>
                </a:solidFill>
                <a:latin typeface="Barlow Semi Condensed"/>
                <a:ea typeface="Barlow Semi Condensed"/>
                <a:cs typeface="Barlow Semi Condensed"/>
                <a:sym typeface="Barlow Semi Condensed"/>
              </a:rPr>
              <a:t>application.getInstances();</a:t>
            </a:r>
            <a:endParaRPr>
              <a:solidFill>
                <a:schemeClr val="accent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 return result;}</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a:p>
          <a:p>
            <a:pPr indent="0" lvl="0" marL="0" rtl="0" algn="l">
              <a:spcBef>
                <a:spcPts val="0"/>
              </a:spcBef>
              <a:spcAft>
                <a:spcPts val="0"/>
              </a:spcAft>
              <a:buNone/>
            </a:pPr>
            <a:r>
              <a:rPr lang="ro"/>
              <a:t>        </a:t>
            </a:r>
            <a:endParaRPr/>
          </a:p>
        </p:txBody>
      </p:sp>
      <p:sp>
        <p:nvSpPr>
          <p:cNvPr id="3356" name="Google Shape;3356;p56"/>
          <p:cNvSpPr txBox="1"/>
          <p:nvPr/>
        </p:nvSpPr>
        <p:spPr>
          <a:xfrm>
            <a:off x="3763725" y="730425"/>
            <a:ext cx="51132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for (Application app : getApplications().getRegisteredApplications())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for (InstanceInfo instance : app.getInstances())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if (secure)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instanceVipAddress = </a:t>
            </a:r>
            <a:r>
              <a:rPr lang="ro">
                <a:solidFill>
                  <a:schemeClr val="accent1"/>
                </a:solidFill>
                <a:latin typeface="Barlow Semi Condensed"/>
                <a:ea typeface="Barlow Semi Condensed"/>
                <a:cs typeface="Barlow Semi Condensed"/>
                <a:sym typeface="Barlow Semi Condensed"/>
              </a:rPr>
              <a:t>instance.getSecureVipAddress();</a:t>
            </a:r>
            <a:endParaRPr>
              <a:solidFill>
                <a:schemeClr val="accent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 else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instanceVipAddress = </a:t>
            </a:r>
            <a:r>
              <a:rPr lang="ro">
                <a:solidFill>
                  <a:schemeClr val="accent1"/>
                </a:solidFill>
                <a:latin typeface="Barlow Semi Condensed"/>
                <a:ea typeface="Barlow Semi Condensed"/>
                <a:cs typeface="Barlow Semi Condensed"/>
                <a:sym typeface="Barlow Semi Condensed"/>
              </a:rPr>
              <a:t>instance.getVIPAddress();</a:t>
            </a:r>
            <a:endParaRPr>
              <a:solidFill>
                <a:schemeClr val="accent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if (instanceVipAddress == null)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continue;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String[] instanceVipAddresses = instanceVipAddress</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.split(COMMA_STRING);</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for (String vipAddressFromList : instanceVipAddresses)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if (vipAddress.equalsIgnoreCase(vipAddressFromList.trim())</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&amp;&amp; appName.equalsIgnoreCase(instance.getAppName()))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a:t>
            </a:r>
            <a:r>
              <a:rPr lang="ro">
                <a:solidFill>
                  <a:schemeClr val="accent1"/>
                </a:solidFill>
                <a:latin typeface="Barlow Semi Condensed"/>
                <a:ea typeface="Barlow Semi Condensed"/>
                <a:cs typeface="Barlow Semi Condensed"/>
                <a:sym typeface="Barlow Semi Condensed"/>
              </a:rPr>
              <a:t>result.add(instance);</a:t>
            </a:r>
            <a:endParaRPr>
              <a:solidFill>
                <a:schemeClr val="accent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break;}}}}</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a:t>
            </a:r>
            <a:r>
              <a:rPr lang="ro">
                <a:solidFill>
                  <a:schemeClr val="accent1"/>
                </a:solidFill>
                <a:latin typeface="Barlow Semi Condensed"/>
                <a:ea typeface="Barlow Semi Condensed"/>
                <a:cs typeface="Barlow Semi Condensed"/>
                <a:sym typeface="Barlow Semi Condensed"/>
              </a:rPr>
              <a:t>return result</a:t>
            </a:r>
            <a:r>
              <a:rPr lang="ro">
                <a:solidFill>
                  <a:schemeClr val="dk1"/>
                </a:solidFill>
                <a:latin typeface="Barlow Semi Condensed"/>
                <a:ea typeface="Barlow Semi Condensed"/>
                <a:cs typeface="Barlow Semi Condensed"/>
                <a:sym typeface="Barlow Semi Condensed"/>
              </a:rPr>
              <a:t>;}</a:t>
            </a:r>
            <a:endParaRPr>
              <a:solidFill>
                <a:schemeClr val="dk1"/>
              </a:solidFill>
              <a:latin typeface="Barlow Semi Condensed"/>
              <a:ea typeface="Barlow Semi Condensed"/>
              <a:cs typeface="Barlow Semi Condensed"/>
              <a:sym typeface="Barlow Semi Condensed"/>
            </a:endParaRPr>
          </a:p>
        </p:txBody>
      </p:sp>
      <p:cxnSp>
        <p:nvCxnSpPr>
          <p:cNvPr id="3357" name="Google Shape;3357;p56"/>
          <p:cNvCxnSpPr/>
          <p:nvPr/>
        </p:nvCxnSpPr>
        <p:spPr>
          <a:xfrm>
            <a:off x="3702925" y="786225"/>
            <a:ext cx="45600" cy="4519500"/>
          </a:xfrm>
          <a:prstGeom prst="straightConnector1">
            <a:avLst/>
          </a:prstGeom>
          <a:noFill/>
          <a:ln cap="flat" cmpd="sng" w="9525">
            <a:solidFill>
              <a:schemeClr val="dk2"/>
            </a:solidFill>
            <a:prstDash val="solid"/>
            <a:round/>
            <a:headEnd len="med" w="med" type="none"/>
            <a:tailEnd len="med" w="med" type="none"/>
          </a:ln>
        </p:spPr>
      </p:cxnSp>
      <p:sp>
        <p:nvSpPr>
          <p:cNvPr id="3358" name="Google Shape;3358;p56"/>
          <p:cNvSpPr txBox="1"/>
          <p:nvPr>
            <p:ph idx="1" type="subTitle"/>
          </p:nvPr>
        </p:nvSpPr>
        <p:spPr>
          <a:xfrm>
            <a:off x="1936775" y="91050"/>
            <a:ext cx="5822100" cy="646200"/>
          </a:xfrm>
          <a:prstGeom prst="rect">
            <a:avLst/>
          </a:prstGeom>
          <a:solidFill>
            <a:schemeClr val="lt2"/>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sz="1700">
                <a:latin typeface="Barlow Semi Condensed"/>
                <a:ea typeface="Barlow Semi Condensed"/>
                <a:cs typeface="Barlow Semi Condensed"/>
                <a:sym typeface="Barlow Semi Condensed"/>
              </a:rPr>
              <a:t>getInstancesByVipAddressAndAppName</a:t>
            </a:r>
            <a:r>
              <a:rPr b="1" lang="ro" sz="1900">
                <a:latin typeface="Barlow Semi Condensed"/>
                <a:ea typeface="Barlow Semi Condensed"/>
                <a:cs typeface="Barlow Semi Condensed"/>
                <a:sym typeface="Barlow Semi Condensed"/>
              </a:rPr>
              <a:t>() :</a:t>
            </a:r>
            <a:r>
              <a:rPr b="1" lang="ro" sz="1100">
                <a:latin typeface="Barlow Semi Condensed"/>
                <a:ea typeface="Barlow Semi Condensed"/>
                <a:cs typeface="Barlow Semi Condensed"/>
                <a:sym typeface="Barlow Semi Condensed"/>
              </a:rPr>
              <a:t> </a:t>
            </a:r>
            <a:r>
              <a:rPr b="1" lang="ro" sz="1100">
                <a:solidFill>
                  <a:schemeClr val="accent5"/>
                </a:solidFill>
                <a:latin typeface="Barlow Semi Condensed"/>
                <a:ea typeface="Barlow Semi Condensed"/>
                <a:cs typeface="Barlow Semi Condensed"/>
                <a:sym typeface="Barlow Semi Condensed"/>
              </a:rPr>
              <a:t>helps find specific service instances in a system by matching them against either their VIP address or application name</a:t>
            </a:r>
            <a:r>
              <a:rPr b="1" lang="ro" sz="1100">
                <a:solidFill>
                  <a:schemeClr val="accent5"/>
                </a:solidFill>
                <a:latin typeface="Barlow Semi Condensed"/>
                <a:ea typeface="Barlow Semi Condensed"/>
                <a:cs typeface="Barlow Semi Condensed"/>
                <a:sym typeface="Barlow Semi Condensed"/>
              </a:rPr>
              <a:t> </a:t>
            </a:r>
            <a:endParaRPr b="1" sz="1100">
              <a:solidFill>
                <a:schemeClr val="accent5"/>
              </a:solidFill>
              <a:latin typeface="Barlow Semi Condensed"/>
              <a:ea typeface="Barlow Semi Condensed"/>
              <a:cs typeface="Barlow Semi Condensed"/>
              <a:sym typeface="Barlow Semi Condensed"/>
            </a:endParaRPr>
          </a:p>
          <a:p>
            <a:pPr indent="0" lvl="0" marL="0" rtl="0" algn="l">
              <a:lnSpc>
                <a:spcPct val="115000"/>
              </a:lnSpc>
              <a:spcBef>
                <a:spcPts val="0"/>
              </a:spcBef>
              <a:spcAft>
                <a:spcPts val="0"/>
              </a:spcAft>
              <a:buNone/>
            </a:pPr>
            <a:r>
              <a:t/>
            </a:r>
            <a:endParaRPr b="1" sz="1100">
              <a:latin typeface="Barlow Semi Condensed"/>
              <a:ea typeface="Barlow Semi Condensed"/>
              <a:cs typeface="Barlow Semi Condensed"/>
              <a:sym typeface="Barlow Semi Condensed"/>
            </a:endParaRPr>
          </a:p>
          <a:p>
            <a:pPr indent="0" lvl="0" marL="0" rtl="0" algn="l">
              <a:lnSpc>
                <a:spcPct val="115000"/>
              </a:lnSpc>
              <a:spcBef>
                <a:spcPts val="0"/>
              </a:spcBef>
              <a:spcAft>
                <a:spcPts val="0"/>
              </a:spcAft>
              <a:buNone/>
            </a:pPr>
            <a:r>
              <a:t/>
            </a:r>
            <a:endParaRPr b="1" sz="1100">
              <a:latin typeface="Barlow Semi Condensed"/>
              <a:ea typeface="Barlow Semi Condensed"/>
              <a:cs typeface="Barlow Semi Condensed"/>
              <a:sym typeface="Barlow Semi Condense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2" name="Shape 3362"/>
        <p:cNvGrpSpPr/>
        <p:nvPr/>
      </p:nvGrpSpPr>
      <p:grpSpPr>
        <a:xfrm>
          <a:off x="0" y="0"/>
          <a:ext cx="0" cy="0"/>
          <a:chOff x="0" y="0"/>
          <a:chExt cx="0" cy="0"/>
        </a:xfrm>
      </p:grpSpPr>
      <p:sp>
        <p:nvSpPr>
          <p:cNvPr id="3363" name="Google Shape;3363;p57"/>
          <p:cNvSpPr txBox="1"/>
          <p:nvPr>
            <p:ph type="title"/>
          </p:nvPr>
        </p:nvSpPr>
        <p:spPr>
          <a:xfrm>
            <a:off x="2710100" y="2231125"/>
            <a:ext cx="3912000" cy="80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ro" sz="4700"/>
              <a:t>Second Example</a:t>
            </a:r>
            <a:endParaRPr sz="4700"/>
          </a:p>
        </p:txBody>
      </p:sp>
      <p:sp>
        <p:nvSpPr>
          <p:cNvPr id="3364" name="Google Shape;3364;p57"/>
          <p:cNvSpPr txBox="1"/>
          <p:nvPr>
            <p:ph idx="2" type="title"/>
          </p:nvPr>
        </p:nvSpPr>
        <p:spPr>
          <a:xfrm>
            <a:off x="2971800" y="1161288"/>
            <a:ext cx="2967600" cy="106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t>03</a:t>
            </a:r>
            <a:endParaRPr/>
          </a:p>
        </p:txBody>
      </p:sp>
      <p:sp>
        <p:nvSpPr>
          <p:cNvPr id="3365" name="Google Shape;3365;p57"/>
          <p:cNvSpPr txBox="1"/>
          <p:nvPr>
            <p:ph idx="1" type="subTitle"/>
          </p:nvPr>
        </p:nvSpPr>
        <p:spPr>
          <a:xfrm>
            <a:off x="2973225" y="2999232"/>
            <a:ext cx="320040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 …..</a:t>
            </a:r>
            <a:endParaRPr>
              <a:latin typeface="Barlow Semi Condensed"/>
              <a:ea typeface="Barlow Semi Condensed"/>
              <a:cs typeface="Barlow Semi Condensed"/>
              <a:sym typeface="Barlow Semi Condense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9" name="Shape 3369"/>
        <p:cNvGrpSpPr/>
        <p:nvPr/>
      </p:nvGrpSpPr>
      <p:grpSpPr>
        <a:xfrm>
          <a:off x="0" y="0"/>
          <a:ext cx="0" cy="0"/>
          <a:chOff x="0" y="0"/>
          <a:chExt cx="0" cy="0"/>
        </a:xfrm>
      </p:grpSpPr>
      <p:sp>
        <p:nvSpPr>
          <p:cNvPr id="3370" name="Google Shape;3370;p58"/>
          <p:cNvSpPr txBox="1"/>
          <p:nvPr>
            <p:ph type="title"/>
          </p:nvPr>
        </p:nvSpPr>
        <p:spPr>
          <a:xfrm>
            <a:off x="1719072" y="338328"/>
            <a:ext cx="5577900" cy="59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RestTemplate</a:t>
            </a:r>
            <a:endParaRPr/>
          </a:p>
        </p:txBody>
      </p:sp>
      <p:sp>
        <p:nvSpPr>
          <p:cNvPr id="3371" name="Google Shape;3371;p58"/>
          <p:cNvSpPr txBox="1"/>
          <p:nvPr/>
        </p:nvSpPr>
        <p:spPr>
          <a:xfrm>
            <a:off x="1710000" y="833650"/>
            <a:ext cx="5724000" cy="38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ro" sz="2000">
                <a:solidFill>
                  <a:srgbClr val="5C6370"/>
                </a:solidFill>
              </a:rPr>
              <a:t>from Spring Framework</a:t>
            </a:r>
            <a:endParaRPr i="1" sz="2000">
              <a:solidFill>
                <a:srgbClr val="5C6370"/>
              </a:solidFill>
            </a:endParaRPr>
          </a:p>
        </p:txBody>
      </p:sp>
      <p:sp>
        <p:nvSpPr>
          <p:cNvPr id="3372" name="Google Shape;3372;p58"/>
          <p:cNvSpPr/>
          <p:nvPr/>
        </p:nvSpPr>
        <p:spPr>
          <a:xfrm>
            <a:off x="3802943" y="1450850"/>
            <a:ext cx="1538100" cy="442500"/>
          </a:xfrm>
          <a:prstGeom prst="roundRect">
            <a:avLst>
              <a:gd fmla="val 50000" name="adj"/>
            </a:avLst>
          </a:prstGeom>
          <a:solidFill>
            <a:srgbClr val="0942A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o" sz="1000">
                <a:solidFill>
                  <a:srgbClr val="FFFFFF"/>
                </a:solidFill>
                <a:latin typeface="Roboto"/>
                <a:ea typeface="Roboto"/>
                <a:cs typeface="Roboto"/>
                <a:sym typeface="Roboto"/>
              </a:rPr>
              <a:t>Spring App</a:t>
            </a:r>
            <a:endParaRPr sz="1000">
              <a:solidFill>
                <a:srgbClr val="FFFFFF"/>
              </a:solidFill>
              <a:latin typeface="Roboto"/>
              <a:ea typeface="Roboto"/>
              <a:cs typeface="Roboto"/>
              <a:sym typeface="Roboto"/>
            </a:endParaRPr>
          </a:p>
          <a:p>
            <a:pPr indent="0" lvl="0" marL="0" rtl="0" algn="ctr">
              <a:spcBef>
                <a:spcPts val="0"/>
              </a:spcBef>
              <a:spcAft>
                <a:spcPts val="0"/>
              </a:spcAft>
              <a:buNone/>
            </a:pPr>
            <a:r>
              <a:rPr lang="ro" sz="800">
                <a:solidFill>
                  <a:srgbClr val="D4D4D4"/>
                </a:solidFill>
              </a:rPr>
              <a:t>Developer facing code</a:t>
            </a:r>
            <a:endParaRPr sz="1000">
              <a:solidFill>
                <a:srgbClr val="D4D4D4"/>
              </a:solidFill>
              <a:latin typeface="Roboto"/>
              <a:ea typeface="Roboto"/>
              <a:cs typeface="Roboto"/>
              <a:sym typeface="Roboto"/>
            </a:endParaRPr>
          </a:p>
        </p:txBody>
      </p:sp>
      <p:sp>
        <p:nvSpPr>
          <p:cNvPr id="3373" name="Google Shape;3373;p58"/>
          <p:cNvSpPr/>
          <p:nvPr/>
        </p:nvSpPr>
        <p:spPr>
          <a:xfrm>
            <a:off x="3482575" y="2193250"/>
            <a:ext cx="2180400" cy="442500"/>
          </a:xfrm>
          <a:prstGeom prst="roundRect">
            <a:avLst>
              <a:gd fmla="val 50000" name="adj"/>
            </a:avLst>
          </a:prstGeom>
          <a:solidFill>
            <a:srgbClr val="0D5C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o" sz="1000">
                <a:solidFill>
                  <a:srgbClr val="FFFFFF"/>
                </a:solidFill>
                <a:latin typeface="Roboto"/>
                <a:ea typeface="Roboto"/>
                <a:cs typeface="Roboto"/>
                <a:sym typeface="Roboto"/>
              </a:rPr>
              <a:t>RestTemplate</a:t>
            </a:r>
            <a:endParaRPr sz="1000">
              <a:solidFill>
                <a:srgbClr val="FFFFFF"/>
              </a:solidFill>
              <a:latin typeface="Roboto"/>
              <a:ea typeface="Roboto"/>
              <a:cs typeface="Roboto"/>
              <a:sym typeface="Roboto"/>
            </a:endParaRPr>
          </a:p>
          <a:p>
            <a:pPr indent="0" lvl="0" marL="0" rtl="0" algn="ctr">
              <a:spcBef>
                <a:spcPts val="0"/>
              </a:spcBef>
              <a:spcAft>
                <a:spcPts val="0"/>
              </a:spcAft>
              <a:buNone/>
            </a:pPr>
            <a:r>
              <a:rPr lang="ro" sz="800">
                <a:solidFill>
                  <a:srgbClr val="D4D4D4"/>
                </a:solidFill>
                <a:latin typeface="Roboto"/>
                <a:ea typeface="Roboto"/>
                <a:cs typeface="Roboto"/>
                <a:sym typeface="Roboto"/>
              </a:rPr>
              <a:t>FACADE</a:t>
            </a:r>
            <a:endParaRPr sz="800">
              <a:solidFill>
                <a:srgbClr val="D4D4D4"/>
              </a:solidFill>
              <a:latin typeface="Roboto"/>
              <a:ea typeface="Roboto"/>
              <a:cs typeface="Roboto"/>
              <a:sym typeface="Roboto"/>
            </a:endParaRPr>
          </a:p>
        </p:txBody>
      </p:sp>
      <p:sp>
        <p:nvSpPr>
          <p:cNvPr id="3374" name="Google Shape;3374;p58"/>
          <p:cNvSpPr/>
          <p:nvPr/>
        </p:nvSpPr>
        <p:spPr>
          <a:xfrm>
            <a:off x="1187400" y="3250253"/>
            <a:ext cx="1538100" cy="442500"/>
          </a:xfrm>
          <a:prstGeom prst="roundRect">
            <a:avLst>
              <a:gd fmla="val 50000" name="adj"/>
            </a:avLst>
          </a:prstGeom>
          <a:solidFill>
            <a:srgbClr val="307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o" sz="1000">
                <a:solidFill>
                  <a:srgbClr val="FFFFFF"/>
                </a:solidFill>
                <a:latin typeface="Roboto"/>
                <a:ea typeface="Roboto"/>
                <a:cs typeface="Roboto"/>
                <a:sym typeface="Roboto"/>
              </a:rPr>
              <a:t>URI Builder</a:t>
            </a:r>
            <a:endParaRPr sz="800">
              <a:solidFill>
                <a:srgbClr val="D4D4D4"/>
              </a:solidFill>
              <a:latin typeface="Roboto"/>
              <a:ea typeface="Roboto"/>
              <a:cs typeface="Roboto"/>
              <a:sym typeface="Roboto"/>
            </a:endParaRPr>
          </a:p>
        </p:txBody>
      </p:sp>
      <p:sp>
        <p:nvSpPr>
          <p:cNvPr id="3375" name="Google Shape;3375;p58"/>
          <p:cNvSpPr/>
          <p:nvPr/>
        </p:nvSpPr>
        <p:spPr>
          <a:xfrm>
            <a:off x="2965131" y="3250253"/>
            <a:ext cx="1538100" cy="442500"/>
          </a:xfrm>
          <a:prstGeom prst="roundRect">
            <a:avLst>
              <a:gd fmla="val 50000" name="adj"/>
            </a:avLst>
          </a:prstGeom>
          <a:solidFill>
            <a:srgbClr val="307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o" sz="1000">
                <a:solidFill>
                  <a:srgbClr val="FFFFFF"/>
                </a:solidFill>
                <a:latin typeface="Roboto"/>
                <a:ea typeface="Roboto"/>
                <a:cs typeface="Roboto"/>
                <a:sym typeface="Roboto"/>
              </a:rPr>
              <a:t>HTTP Client</a:t>
            </a:r>
            <a:endParaRPr sz="800">
              <a:solidFill>
                <a:srgbClr val="D4D4D4"/>
              </a:solidFill>
              <a:latin typeface="Roboto"/>
              <a:ea typeface="Roboto"/>
              <a:cs typeface="Roboto"/>
              <a:sym typeface="Roboto"/>
            </a:endParaRPr>
          </a:p>
        </p:txBody>
      </p:sp>
      <p:sp>
        <p:nvSpPr>
          <p:cNvPr id="3376" name="Google Shape;3376;p58"/>
          <p:cNvSpPr/>
          <p:nvPr/>
        </p:nvSpPr>
        <p:spPr>
          <a:xfrm>
            <a:off x="4742875" y="3250253"/>
            <a:ext cx="1538100" cy="442500"/>
          </a:xfrm>
          <a:prstGeom prst="roundRect">
            <a:avLst>
              <a:gd fmla="val 50000" name="adj"/>
            </a:avLst>
          </a:prstGeom>
          <a:solidFill>
            <a:srgbClr val="307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o" sz="1000">
                <a:solidFill>
                  <a:srgbClr val="FFFFFF"/>
                </a:solidFill>
                <a:latin typeface="Roboto"/>
                <a:ea typeface="Roboto"/>
                <a:cs typeface="Roboto"/>
                <a:sym typeface="Roboto"/>
              </a:rPr>
              <a:t>JSON Converter</a:t>
            </a:r>
            <a:endParaRPr sz="800">
              <a:solidFill>
                <a:srgbClr val="D4D4D4"/>
              </a:solidFill>
              <a:latin typeface="Roboto"/>
              <a:ea typeface="Roboto"/>
              <a:cs typeface="Roboto"/>
              <a:sym typeface="Roboto"/>
            </a:endParaRPr>
          </a:p>
        </p:txBody>
      </p:sp>
      <p:cxnSp>
        <p:nvCxnSpPr>
          <p:cNvPr id="3377" name="Google Shape;3377;p58"/>
          <p:cNvCxnSpPr>
            <a:stCxn id="3372" idx="2"/>
            <a:endCxn id="3373" idx="0"/>
          </p:cNvCxnSpPr>
          <p:nvPr/>
        </p:nvCxnSpPr>
        <p:spPr>
          <a:xfrm flipH="1" rot="-5400000">
            <a:off x="4422443" y="2042900"/>
            <a:ext cx="300000" cy="900"/>
          </a:xfrm>
          <a:prstGeom prst="bentConnector3">
            <a:avLst>
              <a:gd fmla="val 49983" name="adj1"/>
            </a:avLst>
          </a:prstGeom>
          <a:noFill/>
          <a:ln cap="flat" cmpd="sng" w="9525">
            <a:solidFill>
              <a:srgbClr val="C2C2C2"/>
            </a:solidFill>
            <a:prstDash val="solid"/>
            <a:round/>
            <a:headEnd len="sm" w="sm" type="none"/>
            <a:tailEnd len="sm" w="sm" type="none"/>
          </a:ln>
        </p:spPr>
      </p:cxnSp>
      <p:cxnSp>
        <p:nvCxnSpPr>
          <p:cNvPr id="3378" name="Google Shape;3378;p58"/>
          <p:cNvCxnSpPr>
            <a:endCxn id="3375" idx="0"/>
          </p:cNvCxnSpPr>
          <p:nvPr/>
        </p:nvCxnSpPr>
        <p:spPr>
          <a:xfrm>
            <a:off x="2886981" y="2941253"/>
            <a:ext cx="847200" cy="309000"/>
          </a:xfrm>
          <a:prstGeom prst="bentConnector2">
            <a:avLst/>
          </a:prstGeom>
          <a:noFill/>
          <a:ln cap="flat" cmpd="sng" w="9525">
            <a:solidFill>
              <a:srgbClr val="C2C2C2"/>
            </a:solidFill>
            <a:prstDash val="solid"/>
            <a:round/>
            <a:headEnd len="sm" w="sm" type="none"/>
            <a:tailEnd len="sm" w="sm" type="none"/>
          </a:ln>
        </p:spPr>
      </p:cxnSp>
      <p:cxnSp>
        <p:nvCxnSpPr>
          <p:cNvPr id="3379" name="Google Shape;3379;p58"/>
          <p:cNvCxnSpPr>
            <a:stCxn id="3374" idx="0"/>
          </p:cNvCxnSpPr>
          <p:nvPr/>
        </p:nvCxnSpPr>
        <p:spPr>
          <a:xfrm rot="-5400000">
            <a:off x="2692050" y="2203253"/>
            <a:ext cx="311400" cy="1782600"/>
          </a:xfrm>
          <a:prstGeom prst="bentConnector2">
            <a:avLst/>
          </a:prstGeom>
          <a:noFill/>
          <a:ln cap="flat" cmpd="sng" w="9525">
            <a:solidFill>
              <a:srgbClr val="C2C2C2"/>
            </a:solidFill>
            <a:prstDash val="solid"/>
            <a:round/>
            <a:headEnd len="sm" w="sm" type="none"/>
            <a:tailEnd len="sm" w="sm" type="none"/>
          </a:ln>
        </p:spPr>
      </p:cxnSp>
      <p:cxnSp>
        <p:nvCxnSpPr>
          <p:cNvPr id="3380" name="Google Shape;3380;p58"/>
          <p:cNvCxnSpPr>
            <a:stCxn id="3376" idx="0"/>
            <a:endCxn id="3373" idx="2"/>
          </p:cNvCxnSpPr>
          <p:nvPr/>
        </p:nvCxnSpPr>
        <p:spPr>
          <a:xfrm flipH="1" rot="5400000">
            <a:off x="4735075" y="2473403"/>
            <a:ext cx="614400" cy="939300"/>
          </a:xfrm>
          <a:prstGeom prst="bentConnector3">
            <a:avLst>
              <a:gd fmla="val 50008" name="adj1"/>
            </a:avLst>
          </a:prstGeom>
          <a:noFill/>
          <a:ln cap="flat" cmpd="sng" w="9525">
            <a:solidFill>
              <a:srgbClr val="C2C2C2"/>
            </a:solidFill>
            <a:prstDash val="solid"/>
            <a:round/>
            <a:headEnd len="sm" w="sm" type="none"/>
            <a:tailEnd len="sm" w="sm" type="none"/>
          </a:ln>
        </p:spPr>
      </p:cxnSp>
      <p:cxnSp>
        <p:nvCxnSpPr>
          <p:cNvPr id="3381" name="Google Shape;3381;p58"/>
          <p:cNvCxnSpPr>
            <a:stCxn id="3375" idx="0"/>
            <a:endCxn id="3373" idx="2"/>
          </p:cNvCxnSpPr>
          <p:nvPr/>
        </p:nvCxnSpPr>
        <p:spPr>
          <a:xfrm rot="-5400000">
            <a:off x="3846231" y="2523803"/>
            <a:ext cx="614400" cy="838500"/>
          </a:xfrm>
          <a:prstGeom prst="bentConnector3">
            <a:avLst>
              <a:gd fmla="val 50008" name="adj1"/>
            </a:avLst>
          </a:prstGeom>
          <a:noFill/>
          <a:ln cap="flat" cmpd="sng" w="9525">
            <a:solidFill>
              <a:srgbClr val="C2C2C2"/>
            </a:solidFill>
            <a:prstDash val="solid"/>
            <a:round/>
            <a:headEnd len="sm" w="sm" type="none"/>
            <a:tailEnd len="sm" w="sm" type="none"/>
          </a:ln>
        </p:spPr>
      </p:cxnSp>
      <p:sp>
        <p:nvSpPr>
          <p:cNvPr id="3382" name="Google Shape;3382;p58"/>
          <p:cNvSpPr txBox="1"/>
          <p:nvPr/>
        </p:nvSpPr>
        <p:spPr>
          <a:xfrm>
            <a:off x="550675" y="4122550"/>
            <a:ext cx="8334300" cy="594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325D79"/>
              </a:buClr>
              <a:buSzPts val="1400"/>
              <a:buFont typeface="Barlow Semi Condensed"/>
              <a:buChar char="●"/>
            </a:pPr>
            <a:r>
              <a:rPr lang="ro" sz="1100">
                <a:solidFill>
                  <a:srgbClr val="188038"/>
                </a:solidFill>
                <a:latin typeface="Roboto Mono"/>
                <a:ea typeface="Roboto Mono"/>
                <a:cs typeface="Roboto Mono"/>
                <a:sym typeface="Roboto Mono"/>
              </a:rPr>
              <a:t>RestTemplate</a:t>
            </a:r>
            <a:r>
              <a:rPr lang="ro" sz="1100"/>
              <a:t> is a class from the Spring Framework used to make HTTP requests.</a:t>
            </a:r>
            <a:endParaRPr>
              <a:solidFill>
                <a:srgbClr val="325D79"/>
              </a:solidFill>
              <a:latin typeface="Barlow Semi Condensed"/>
              <a:ea typeface="Barlow Semi Condensed"/>
              <a:cs typeface="Barlow Semi Condensed"/>
              <a:sym typeface="Barlow Semi Condensed"/>
            </a:endParaRPr>
          </a:p>
        </p:txBody>
      </p:sp>
      <p:sp>
        <p:nvSpPr>
          <p:cNvPr id="3383" name="Google Shape;3383;p58"/>
          <p:cNvSpPr/>
          <p:nvPr/>
        </p:nvSpPr>
        <p:spPr>
          <a:xfrm>
            <a:off x="6520600" y="3250253"/>
            <a:ext cx="1538100" cy="442500"/>
          </a:xfrm>
          <a:prstGeom prst="roundRect">
            <a:avLst>
              <a:gd fmla="val 50000" name="adj"/>
            </a:avLst>
          </a:prstGeom>
          <a:solidFill>
            <a:srgbClr val="307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ro" sz="1000">
                <a:solidFill>
                  <a:srgbClr val="FFFFFF"/>
                </a:solidFill>
                <a:latin typeface="Roboto"/>
                <a:ea typeface="Roboto"/>
                <a:cs typeface="Roboto"/>
                <a:sym typeface="Roboto"/>
              </a:rPr>
              <a:t>Error Handler</a:t>
            </a:r>
            <a:endParaRPr sz="800">
              <a:solidFill>
                <a:srgbClr val="D4D4D4"/>
              </a:solidFill>
              <a:latin typeface="Roboto"/>
              <a:ea typeface="Roboto"/>
              <a:cs typeface="Roboto"/>
              <a:sym typeface="Roboto"/>
            </a:endParaRPr>
          </a:p>
        </p:txBody>
      </p:sp>
      <p:cxnSp>
        <p:nvCxnSpPr>
          <p:cNvPr id="3384" name="Google Shape;3384;p58"/>
          <p:cNvCxnSpPr>
            <a:stCxn id="3383" idx="0"/>
          </p:cNvCxnSpPr>
          <p:nvPr/>
        </p:nvCxnSpPr>
        <p:spPr>
          <a:xfrm flipH="1" rot="5400000">
            <a:off x="6256600" y="2217203"/>
            <a:ext cx="289200" cy="1776900"/>
          </a:xfrm>
          <a:prstGeom prst="bentConnector2">
            <a:avLst/>
          </a:prstGeom>
          <a:noFill/>
          <a:ln cap="flat" cmpd="sng" w="9525">
            <a:solidFill>
              <a:srgbClr val="C2C2C2"/>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8" name="Shape 3388"/>
        <p:cNvGrpSpPr/>
        <p:nvPr/>
      </p:nvGrpSpPr>
      <p:grpSpPr>
        <a:xfrm>
          <a:off x="0" y="0"/>
          <a:ext cx="0" cy="0"/>
          <a:chOff x="0" y="0"/>
          <a:chExt cx="0" cy="0"/>
        </a:xfrm>
      </p:grpSpPr>
      <p:sp>
        <p:nvSpPr>
          <p:cNvPr id="3389" name="Google Shape;3389;p59"/>
          <p:cNvSpPr txBox="1"/>
          <p:nvPr>
            <p:ph idx="1" type="subTitle"/>
          </p:nvPr>
        </p:nvSpPr>
        <p:spPr>
          <a:xfrm>
            <a:off x="352301" y="1255975"/>
            <a:ext cx="85236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sz="1800">
                <a:latin typeface="Barlow Semi Condensed"/>
                <a:ea typeface="Barlow Semi Condensed"/>
                <a:cs typeface="Barlow Semi Condensed"/>
                <a:sym typeface="Barlow Semi Condensed"/>
              </a:rPr>
              <a:t>HTTP Request Creation</a:t>
            </a:r>
            <a:endParaRPr>
              <a:solidFill>
                <a:schemeClr val="dk1"/>
              </a:solidFill>
            </a:endParaRPr>
          </a:p>
        </p:txBody>
      </p:sp>
      <p:sp>
        <p:nvSpPr>
          <p:cNvPr id="3390" name="Google Shape;3390;p59"/>
          <p:cNvSpPr txBox="1"/>
          <p:nvPr>
            <p:ph idx="1" type="subTitle"/>
          </p:nvPr>
        </p:nvSpPr>
        <p:spPr>
          <a:xfrm>
            <a:off x="352306" y="1923613"/>
            <a:ext cx="87918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sz="1800">
                <a:latin typeface="Barlow Semi Condensed"/>
                <a:ea typeface="Barlow Semi Condensed"/>
                <a:cs typeface="Barlow Semi Condensed"/>
                <a:sym typeface="Barlow Semi Condensed"/>
              </a:rPr>
              <a:t>Message Conversion</a:t>
            </a:r>
            <a:endParaRPr>
              <a:solidFill>
                <a:schemeClr val="dk1"/>
              </a:solidFill>
            </a:endParaRPr>
          </a:p>
        </p:txBody>
      </p:sp>
      <p:sp>
        <p:nvSpPr>
          <p:cNvPr id="3391" name="Google Shape;3391;p59"/>
          <p:cNvSpPr txBox="1"/>
          <p:nvPr>
            <p:ph idx="1" type="subTitle"/>
          </p:nvPr>
        </p:nvSpPr>
        <p:spPr>
          <a:xfrm>
            <a:off x="352308" y="3543368"/>
            <a:ext cx="26151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sz="1800">
                <a:latin typeface="Barlow Semi Condensed"/>
                <a:ea typeface="Barlow Semi Condensed"/>
                <a:cs typeface="Barlow Semi Condensed"/>
                <a:sym typeface="Barlow Semi Condensed"/>
              </a:rPr>
              <a:t>Error Handling</a:t>
            </a:r>
            <a:endParaRPr b="1" sz="1800">
              <a:latin typeface="Barlow Semi Condensed"/>
              <a:ea typeface="Barlow Semi Condensed"/>
              <a:cs typeface="Barlow Semi Condensed"/>
              <a:sym typeface="Barlow Semi Condensed"/>
            </a:endParaRPr>
          </a:p>
        </p:txBody>
      </p:sp>
      <p:sp>
        <p:nvSpPr>
          <p:cNvPr id="3392" name="Google Shape;3392;p59"/>
          <p:cNvSpPr txBox="1"/>
          <p:nvPr/>
        </p:nvSpPr>
        <p:spPr>
          <a:xfrm>
            <a:off x="555350" y="1571325"/>
            <a:ext cx="9572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final ClientHttpRequestFactory requestFactory;</a:t>
            </a:r>
            <a:endParaRPr sz="1300">
              <a:solidFill>
                <a:srgbClr val="5F8195"/>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sz="1300">
              <a:solidFill>
                <a:schemeClr val="dk1"/>
              </a:solidFill>
              <a:latin typeface="Barlow Semi Condensed"/>
              <a:ea typeface="Barlow Semi Condensed"/>
              <a:cs typeface="Barlow Semi Condensed"/>
              <a:sym typeface="Barlow Semi Condensed"/>
            </a:endParaRPr>
          </a:p>
        </p:txBody>
      </p:sp>
      <p:sp>
        <p:nvSpPr>
          <p:cNvPr id="3393" name="Google Shape;3393;p59"/>
          <p:cNvSpPr txBox="1"/>
          <p:nvPr/>
        </p:nvSpPr>
        <p:spPr>
          <a:xfrm>
            <a:off x="483400" y="2246388"/>
            <a:ext cx="733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List&lt;HttpMessageConverter&lt;?&gt;&gt; messageConverters;</a:t>
            </a:r>
            <a:endParaRPr sz="1300">
              <a:solidFill>
                <a:srgbClr val="5F8195"/>
              </a:solidFill>
              <a:latin typeface="Barlow Semi Condensed"/>
              <a:ea typeface="Barlow Semi Condensed"/>
              <a:cs typeface="Barlow Semi Condensed"/>
              <a:sym typeface="Barlow Semi Condensed"/>
            </a:endParaRPr>
          </a:p>
        </p:txBody>
      </p:sp>
      <p:sp>
        <p:nvSpPr>
          <p:cNvPr id="3394" name="Google Shape;3394;p59"/>
          <p:cNvSpPr txBox="1"/>
          <p:nvPr/>
        </p:nvSpPr>
        <p:spPr>
          <a:xfrm>
            <a:off x="483375" y="3117488"/>
            <a:ext cx="6160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URI expandAndEncodeUrl(String url, Object... variables);</a:t>
            </a:r>
            <a:endParaRPr sz="1300">
              <a:solidFill>
                <a:srgbClr val="5F8195"/>
              </a:solidFill>
              <a:latin typeface="Barlow Semi Condensed"/>
              <a:ea typeface="Barlow Semi Condensed"/>
              <a:cs typeface="Barlow Semi Condensed"/>
              <a:sym typeface="Barlow Semi Condensed"/>
            </a:endParaRPr>
          </a:p>
        </p:txBody>
      </p:sp>
      <p:sp>
        <p:nvSpPr>
          <p:cNvPr id="3395" name="Google Shape;3395;p59"/>
          <p:cNvSpPr txBox="1"/>
          <p:nvPr>
            <p:ph idx="1" type="subTitle"/>
          </p:nvPr>
        </p:nvSpPr>
        <p:spPr>
          <a:xfrm>
            <a:off x="352308" y="2733493"/>
            <a:ext cx="2615100" cy="38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ro" sz="1800">
                <a:latin typeface="Barlow Semi Condensed"/>
                <a:ea typeface="Barlow Semi Condensed"/>
                <a:cs typeface="Barlow Semi Condensed"/>
                <a:sym typeface="Barlow Semi Condensed"/>
              </a:rPr>
              <a:t>URI Expansion &amp; Encoding</a:t>
            </a:r>
            <a:endParaRPr b="1" sz="1800">
              <a:latin typeface="Barlow Semi Condensed"/>
              <a:ea typeface="Barlow Semi Condensed"/>
              <a:cs typeface="Barlow Semi Condensed"/>
              <a:sym typeface="Barlow Semi Condensed"/>
            </a:endParaRPr>
          </a:p>
        </p:txBody>
      </p:sp>
      <p:sp>
        <p:nvSpPr>
          <p:cNvPr id="3396" name="Google Shape;3396;p59"/>
          <p:cNvSpPr txBox="1"/>
          <p:nvPr/>
        </p:nvSpPr>
        <p:spPr>
          <a:xfrm>
            <a:off x="424300" y="3927375"/>
            <a:ext cx="5160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300">
                <a:solidFill>
                  <a:schemeClr val="dk1"/>
                </a:solidFill>
                <a:latin typeface="Barlow Semi Condensed"/>
                <a:ea typeface="Barlow Semi Condensed"/>
                <a:cs typeface="Barlow Semi Condensed"/>
                <a:sym typeface="Barlow Semi Condensed"/>
              </a:rPr>
              <a:t>private ResponseErrorHandler errorHandler;</a:t>
            </a:r>
            <a:endParaRPr sz="1300">
              <a:solidFill>
                <a:schemeClr val="dk1"/>
              </a:solidFill>
              <a:latin typeface="Barlow Semi Condensed"/>
              <a:ea typeface="Barlow Semi Condensed"/>
              <a:cs typeface="Barlow Semi Condensed"/>
              <a:sym typeface="Barlow Semi Condensed"/>
            </a:endParaRPr>
          </a:p>
        </p:txBody>
      </p:sp>
      <p:grpSp>
        <p:nvGrpSpPr>
          <p:cNvPr id="3397" name="Google Shape;3397;p59"/>
          <p:cNvGrpSpPr/>
          <p:nvPr/>
        </p:nvGrpSpPr>
        <p:grpSpPr>
          <a:xfrm>
            <a:off x="6094648" y="2509110"/>
            <a:ext cx="1951492" cy="1581008"/>
            <a:chOff x="556125" y="238075"/>
            <a:chExt cx="6466175" cy="5235125"/>
          </a:xfrm>
        </p:grpSpPr>
        <p:sp>
          <p:nvSpPr>
            <p:cNvPr id="3398" name="Google Shape;3398;p59"/>
            <p:cNvSpPr/>
            <p:nvPr/>
          </p:nvSpPr>
          <p:spPr>
            <a:xfrm>
              <a:off x="966475" y="238075"/>
              <a:ext cx="5595525" cy="3934875"/>
            </a:xfrm>
            <a:custGeom>
              <a:rect b="b" l="l" r="r" t="t"/>
              <a:pathLst>
                <a:path extrusionOk="0" h="157395" w="223821">
                  <a:moveTo>
                    <a:pt x="129272" y="1"/>
                  </a:moveTo>
                  <a:cubicBezTo>
                    <a:pt x="113376" y="1"/>
                    <a:pt x="101060" y="6804"/>
                    <a:pt x="89618" y="15862"/>
                  </a:cubicBezTo>
                  <a:cubicBezTo>
                    <a:pt x="79562" y="23811"/>
                    <a:pt x="68655" y="31205"/>
                    <a:pt x="55605" y="34570"/>
                  </a:cubicBezTo>
                  <a:cubicBezTo>
                    <a:pt x="42665" y="37897"/>
                    <a:pt x="29688" y="39930"/>
                    <a:pt x="21037" y="50208"/>
                  </a:cubicBezTo>
                  <a:cubicBezTo>
                    <a:pt x="1" y="75237"/>
                    <a:pt x="2071" y="110951"/>
                    <a:pt x="32498" y="130287"/>
                  </a:cubicBezTo>
                  <a:cubicBezTo>
                    <a:pt x="61552" y="148815"/>
                    <a:pt x="113119" y="157395"/>
                    <a:pt x="136916" y="157395"/>
                  </a:cubicBezTo>
                  <a:cubicBezTo>
                    <a:pt x="139948" y="157395"/>
                    <a:pt x="142530" y="157255"/>
                    <a:pt x="144556" y="156980"/>
                  </a:cubicBezTo>
                  <a:cubicBezTo>
                    <a:pt x="144556" y="156980"/>
                    <a:pt x="146598" y="157363"/>
                    <a:pt x="150067" y="157363"/>
                  </a:cubicBezTo>
                  <a:cubicBezTo>
                    <a:pt x="158698" y="157363"/>
                    <a:pt x="176162" y="154992"/>
                    <a:pt x="192987" y="138457"/>
                  </a:cubicBezTo>
                  <a:cubicBezTo>
                    <a:pt x="216612" y="115277"/>
                    <a:pt x="223821" y="72871"/>
                    <a:pt x="208589" y="44552"/>
                  </a:cubicBezTo>
                  <a:cubicBezTo>
                    <a:pt x="193357" y="16232"/>
                    <a:pt x="162635" y="298"/>
                    <a:pt x="129657" y="2"/>
                  </a:cubicBezTo>
                  <a:cubicBezTo>
                    <a:pt x="129528" y="1"/>
                    <a:pt x="129400" y="1"/>
                    <a:pt x="1292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59"/>
            <p:cNvSpPr/>
            <p:nvPr/>
          </p:nvSpPr>
          <p:spPr>
            <a:xfrm>
              <a:off x="1144875" y="238125"/>
              <a:ext cx="5235975" cy="3934625"/>
            </a:xfrm>
            <a:custGeom>
              <a:rect b="b" l="l" r="r" t="t"/>
              <a:pathLst>
                <a:path extrusionOk="0" h="157385" w="209439">
                  <a:moveTo>
                    <a:pt x="122040" y="0"/>
                  </a:moveTo>
                  <a:cubicBezTo>
                    <a:pt x="106180" y="0"/>
                    <a:pt x="93906" y="6840"/>
                    <a:pt x="82482" y="15860"/>
                  </a:cubicBezTo>
                  <a:cubicBezTo>
                    <a:pt x="72426" y="23809"/>
                    <a:pt x="61519" y="31203"/>
                    <a:pt x="48469" y="34568"/>
                  </a:cubicBezTo>
                  <a:cubicBezTo>
                    <a:pt x="35529" y="37895"/>
                    <a:pt x="22552" y="39928"/>
                    <a:pt x="13901" y="50206"/>
                  </a:cubicBezTo>
                  <a:cubicBezTo>
                    <a:pt x="4770" y="61076"/>
                    <a:pt x="0" y="73941"/>
                    <a:pt x="0" y="86622"/>
                  </a:cubicBezTo>
                  <a:cubicBezTo>
                    <a:pt x="0" y="103148"/>
                    <a:pt x="8134" y="119341"/>
                    <a:pt x="25362" y="130285"/>
                  </a:cubicBezTo>
                  <a:cubicBezTo>
                    <a:pt x="54421" y="148807"/>
                    <a:pt x="105921" y="157384"/>
                    <a:pt x="129730" y="157384"/>
                  </a:cubicBezTo>
                  <a:cubicBezTo>
                    <a:pt x="132799" y="157384"/>
                    <a:pt x="135387" y="157236"/>
                    <a:pt x="137420" y="156978"/>
                  </a:cubicBezTo>
                  <a:cubicBezTo>
                    <a:pt x="137420" y="156978"/>
                    <a:pt x="139453" y="157347"/>
                    <a:pt x="142929" y="157347"/>
                  </a:cubicBezTo>
                  <a:cubicBezTo>
                    <a:pt x="151580" y="157347"/>
                    <a:pt x="169030" y="154981"/>
                    <a:pt x="185851" y="138455"/>
                  </a:cubicBezTo>
                  <a:cubicBezTo>
                    <a:pt x="201046" y="123556"/>
                    <a:pt x="209439" y="100671"/>
                    <a:pt x="209439" y="78674"/>
                  </a:cubicBezTo>
                  <a:cubicBezTo>
                    <a:pt x="209439" y="66510"/>
                    <a:pt x="206888" y="54643"/>
                    <a:pt x="201453" y="44550"/>
                  </a:cubicBezTo>
                  <a:cubicBezTo>
                    <a:pt x="186221" y="16230"/>
                    <a:pt x="155499" y="296"/>
                    <a:pt x="1225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59"/>
            <p:cNvSpPr/>
            <p:nvPr/>
          </p:nvSpPr>
          <p:spPr>
            <a:xfrm>
              <a:off x="2809475" y="4833575"/>
              <a:ext cx="2029700" cy="639625"/>
            </a:xfrm>
            <a:custGeom>
              <a:rect b="b" l="l" r="r" t="t"/>
              <a:pathLst>
                <a:path extrusionOk="0" h="25585" w="81188">
                  <a:moveTo>
                    <a:pt x="40594" y="0"/>
                  </a:moveTo>
                  <a:cubicBezTo>
                    <a:pt x="18190" y="0"/>
                    <a:pt x="0" y="5731"/>
                    <a:pt x="0" y="12792"/>
                  </a:cubicBezTo>
                  <a:cubicBezTo>
                    <a:pt x="0" y="19854"/>
                    <a:pt x="18190" y="25584"/>
                    <a:pt x="40594" y="25584"/>
                  </a:cubicBezTo>
                  <a:cubicBezTo>
                    <a:pt x="63035" y="25584"/>
                    <a:pt x="81188" y="19854"/>
                    <a:pt x="81188" y="12792"/>
                  </a:cubicBezTo>
                  <a:cubicBezTo>
                    <a:pt x="81188" y="5731"/>
                    <a:pt x="63035" y="0"/>
                    <a:pt x="405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59"/>
            <p:cNvSpPr/>
            <p:nvPr/>
          </p:nvSpPr>
          <p:spPr>
            <a:xfrm>
              <a:off x="2809475" y="4833575"/>
              <a:ext cx="2029700" cy="639625"/>
            </a:xfrm>
            <a:custGeom>
              <a:rect b="b" l="l" r="r" t="t"/>
              <a:pathLst>
                <a:path extrusionOk="0" h="25585" w="81188">
                  <a:moveTo>
                    <a:pt x="40594" y="0"/>
                  </a:moveTo>
                  <a:cubicBezTo>
                    <a:pt x="18190" y="0"/>
                    <a:pt x="0" y="5731"/>
                    <a:pt x="0" y="12792"/>
                  </a:cubicBezTo>
                  <a:cubicBezTo>
                    <a:pt x="0" y="19854"/>
                    <a:pt x="18190" y="25584"/>
                    <a:pt x="40594" y="25584"/>
                  </a:cubicBezTo>
                  <a:cubicBezTo>
                    <a:pt x="63035" y="25584"/>
                    <a:pt x="81188" y="19854"/>
                    <a:pt x="81188" y="12792"/>
                  </a:cubicBezTo>
                  <a:cubicBezTo>
                    <a:pt x="81188" y="5731"/>
                    <a:pt x="63035" y="0"/>
                    <a:pt x="4059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59"/>
            <p:cNvSpPr/>
            <p:nvPr/>
          </p:nvSpPr>
          <p:spPr>
            <a:xfrm>
              <a:off x="2061750" y="1360175"/>
              <a:ext cx="3403150" cy="1928050"/>
            </a:xfrm>
            <a:custGeom>
              <a:rect b="b" l="l" r="r" t="t"/>
              <a:pathLst>
                <a:path extrusionOk="0" h="77122" w="136126">
                  <a:moveTo>
                    <a:pt x="68063" y="0"/>
                  </a:moveTo>
                  <a:cubicBezTo>
                    <a:pt x="30464" y="0"/>
                    <a:pt x="0" y="30501"/>
                    <a:pt x="0" y="68101"/>
                  </a:cubicBezTo>
                  <a:cubicBezTo>
                    <a:pt x="0" y="71132"/>
                    <a:pt x="185" y="74164"/>
                    <a:pt x="592" y="77121"/>
                  </a:cubicBezTo>
                  <a:lnTo>
                    <a:pt x="135534" y="77121"/>
                  </a:lnTo>
                  <a:cubicBezTo>
                    <a:pt x="135904" y="74164"/>
                    <a:pt x="136126" y="71132"/>
                    <a:pt x="136126" y="68101"/>
                  </a:cubicBezTo>
                  <a:cubicBezTo>
                    <a:pt x="136126" y="30501"/>
                    <a:pt x="105662" y="0"/>
                    <a:pt x="680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59"/>
            <p:cNvSpPr/>
            <p:nvPr/>
          </p:nvSpPr>
          <p:spPr>
            <a:xfrm>
              <a:off x="2053425" y="1352775"/>
              <a:ext cx="3418875" cy="1942850"/>
            </a:xfrm>
            <a:custGeom>
              <a:rect b="b" l="l" r="r" t="t"/>
              <a:pathLst>
                <a:path extrusionOk="0" h="77714" w="136755">
                  <a:moveTo>
                    <a:pt x="68396" y="629"/>
                  </a:moveTo>
                  <a:cubicBezTo>
                    <a:pt x="87103" y="629"/>
                    <a:pt x="104036" y="8208"/>
                    <a:pt x="116310" y="20482"/>
                  </a:cubicBezTo>
                  <a:cubicBezTo>
                    <a:pt x="128584" y="32720"/>
                    <a:pt x="136163" y="49652"/>
                    <a:pt x="136163" y="68397"/>
                  </a:cubicBezTo>
                  <a:cubicBezTo>
                    <a:pt x="136163" y="71327"/>
                    <a:pt x="135956" y="74223"/>
                    <a:pt x="135608" y="77085"/>
                  </a:cubicBezTo>
                  <a:lnTo>
                    <a:pt x="1184" y="77085"/>
                  </a:lnTo>
                  <a:cubicBezTo>
                    <a:pt x="836" y="74223"/>
                    <a:pt x="629" y="71327"/>
                    <a:pt x="629" y="68397"/>
                  </a:cubicBezTo>
                  <a:cubicBezTo>
                    <a:pt x="629" y="49652"/>
                    <a:pt x="8208" y="32720"/>
                    <a:pt x="20482" y="20482"/>
                  </a:cubicBezTo>
                  <a:cubicBezTo>
                    <a:pt x="32756" y="8208"/>
                    <a:pt x="49689" y="629"/>
                    <a:pt x="68396" y="629"/>
                  </a:cubicBezTo>
                  <a:close/>
                  <a:moveTo>
                    <a:pt x="68396" y="1"/>
                  </a:moveTo>
                  <a:cubicBezTo>
                    <a:pt x="30612" y="1"/>
                    <a:pt x="0" y="30612"/>
                    <a:pt x="0" y="68397"/>
                  </a:cubicBezTo>
                  <a:cubicBezTo>
                    <a:pt x="0" y="71465"/>
                    <a:pt x="222" y="74497"/>
                    <a:pt x="629" y="77454"/>
                  </a:cubicBezTo>
                  <a:cubicBezTo>
                    <a:pt x="629" y="77602"/>
                    <a:pt x="777" y="77713"/>
                    <a:pt x="925" y="77713"/>
                  </a:cubicBezTo>
                  <a:lnTo>
                    <a:pt x="135867" y="77713"/>
                  </a:lnTo>
                  <a:cubicBezTo>
                    <a:pt x="136015" y="77713"/>
                    <a:pt x="136163" y="77602"/>
                    <a:pt x="136163" y="77454"/>
                  </a:cubicBezTo>
                  <a:cubicBezTo>
                    <a:pt x="136570" y="74497"/>
                    <a:pt x="136755" y="71465"/>
                    <a:pt x="136755" y="68397"/>
                  </a:cubicBezTo>
                  <a:cubicBezTo>
                    <a:pt x="136755" y="30612"/>
                    <a:pt x="106143" y="1"/>
                    <a:pt x="683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59"/>
            <p:cNvSpPr/>
            <p:nvPr/>
          </p:nvSpPr>
          <p:spPr>
            <a:xfrm>
              <a:off x="2028475" y="3650500"/>
              <a:ext cx="3505750" cy="644250"/>
            </a:xfrm>
            <a:custGeom>
              <a:rect b="b" l="l" r="r" t="t"/>
              <a:pathLst>
                <a:path extrusionOk="0" h="25770" w="140230">
                  <a:moveTo>
                    <a:pt x="0" y="1"/>
                  </a:moveTo>
                  <a:lnTo>
                    <a:pt x="0" y="25769"/>
                  </a:lnTo>
                  <a:lnTo>
                    <a:pt x="140230" y="25769"/>
                  </a:lnTo>
                  <a:lnTo>
                    <a:pt x="1402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59"/>
            <p:cNvSpPr/>
            <p:nvPr/>
          </p:nvSpPr>
          <p:spPr>
            <a:xfrm>
              <a:off x="2021075" y="3643125"/>
              <a:ext cx="3521475" cy="659025"/>
            </a:xfrm>
            <a:custGeom>
              <a:rect b="b" l="l" r="r" t="t"/>
              <a:pathLst>
                <a:path extrusionOk="0" h="26361" w="140859">
                  <a:moveTo>
                    <a:pt x="140230" y="629"/>
                  </a:moveTo>
                  <a:lnTo>
                    <a:pt x="140230" y="25732"/>
                  </a:lnTo>
                  <a:lnTo>
                    <a:pt x="592" y="25732"/>
                  </a:lnTo>
                  <a:lnTo>
                    <a:pt x="592" y="629"/>
                  </a:lnTo>
                  <a:close/>
                  <a:moveTo>
                    <a:pt x="296" y="0"/>
                  </a:moveTo>
                  <a:cubicBezTo>
                    <a:pt x="222" y="0"/>
                    <a:pt x="148" y="37"/>
                    <a:pt x="74" y="74"/>
                  </a:cubicBezTo>
                  <a:cubicBezTo>
                    <a:pt x="37" y="148"/>
                    <a:pt x="0" y="222"/>
                    <a:pt x="0" y="296"/>
                  </a:cubicBezTo>
                  <a:lnTo>
                    <a:pt x="0" y="26064"/>
                  </a:lnTo>
                  <a:cubicBezTo>
                    <a:pt x="0" y="26138"/>
                    <a:pt x="37" y="26212"/>
                    <a:pt x="74" y="26286"/>
                  </a:cubicBezTo>
                  <a:cubicBezTo>
                    <a:pt x="148" y="26323"/>
                    <a:pt x="222" y="26360"/>
                    <a:pt x="296" y="26360"/>
                  </a:cubicBezTo>
                  <a:lnTo>
                    <a:pt x="140526" y="26360"/>
                  </a:lnTo>
                  <a:cubicBezTo>
                    <a:pt x="140637" y="26360"/>
                    <a:pt x="140711" y="26323"/>
                    <a:pt x="140747" y="26286"/>
                  </a:cubicBezTo>
                  <a:cubicBezTo>
                    <a:pt x="140821" y="26212"/>
                    <a:pt x="140858" y="26138"/>
                    <a:pt x="140858" y="26064"/>
                  </a:cubicBezTo>
                  <a:lnTo>
                    <a:pt x="140858" y="296"/>
                  </a:lnTo>
                  <a:cubicBezTo>
                    <a:pt x="140858" y="222"/>
                    <a:pt x="140821" y="148"/>
                    <a:pt x="140747" y="74"/>
                  </a:cubicBezTo>
                  <a:cubicBezTo>
                    <a:pt x="140711" y="37"/>
                    <a:pt x="140637" y="0"/>
                    <a:pt x="140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59"/>
            <p:cNvSpPr/>
            <p:nvPr/>
          </p:nvSpPr>
          <p:spPr>
            <a:xfrm>
              <a:off x="3464775" y="920225"/>
              <a:ext cx="596175" cy="1592525"/>
            </a:xfrm>
            <a:custGeom>
              <a:rect b="b" l="l" r="r" t="t"/>
              <a:pathLst>
                <a:path extrusionOk="0" h="63701" w="23847">
                  <a:moveTo>
                    <a:pt x="0" y="0"/>
                  </a:moveTo>
                  <a:lnTo>
                    <a:pt x="0" y="63701"/>
                  </a:lnTo>
                  <a:lnTo>
                    <a:pt x="23847" y="63701"/>
                  </a:lnTo>
                  <a:lnTo>
                    <a:pt x="2384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59"/>
            <p:cNvSpPr/>
            <p:nvPr/>
          </p:nvSpPr>
          <p:spPr>
            <a:xfrm>
              <a:off x="3457375" y="912825"/>
              <a:ext cx="611900" cy="1607325"/>
            </a:xfrm>
            <a:custGeom>
              <a:rect b="b" l="l" r="r" t="t"/>
              <a:pathLst>
                <a:path extrusionOk="0" h="64293" w="24476">
                  <a:moveTo>
                    <a:pt x="23847" y="592"/>
                  </a:moveTo>
                  <a:lnTo>
                    <a:pt x="23847" y="63664"/>
                  </a:lnTo>
                  <a:lnTo>
                    <a:pt x="629" y="63664"/>
                  </a:lnTo>
                  <a:lnTo>
                    <a:pt x="629" y="592"/>
                  </a:lnTo>
                  <a:close/>
                  <a:moveTo>
                    <a:pt x="296" y="1"/>
                  </a:moveTo>
                  <a:cubicBezTo>
                    <a:pt x="223" y="1"/>
                    <a:pt x="149" y="38"/>
                    <a:pt x="75" y="75"/>
                  </a:cubicBezTo>
                  <a:cubicBezTo>
                    <a:pt x="38" y="149"/>
                    <a:pt x="1" y="222"/>
                    <a:pt x="1" y="296"/>
                  </a:cubicBezTo>
                  <a:lnTo>
                    <a:pt x="1" y="63997"/>
                  </a:lnTo>
                  <a:cubicBezTo>
                    <a:pt x="1" y="64071"/>
                    <a:pt x="38" y="64145"/>
                    <a:pt x="75" y="64219"/>
                  </a:cubicBezTo>
                  <a:cubicBezTo>
                    <a:pt x="149" y="64256"/>
                    <a:pt x="223" y="64293"/>
                    <a:pt x="296" y="64293"/>
                  </a:cubicBezTo>
                  <a:lnTo>
                    <a:pt x="24143" y="64293"/>
                  </a:lnTo>
                  <a:cubicBezTo>
                    <a:pt x="24253" y="64293"/>
                    <a:pt x="24327" y="64256"/>
                    <a:pt x="24364" y="64219"/>
                  </a:cubicBezTo>
                  <a:cubicBezTo>
                    <a:pt x="24438" y="64145"/>
                    <a:pt x="24475" y="64071"/>
                    <a:pt x="24475" y="63997"/>
                  </a:cubicBezTo>
                  <a:lnTo>
                    <a:pt x="24475" y="296"/>
                  </a:lnTo>
                  <a:cubicBezTo>
                    <a:pt x="24475" y="222"/>
                    <a:pt x="24438" y="149"/>
                    <a:pt x="24364" y="75"/>
                  </a:cubicBezTo>
                  <a:cubicBezTo>
                    <a:pt x="24327" y="38"/>
                    <a:pt x="24253" y="1"/>
                    <a:pt x="24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59"/>
            <p:cNvSpPr/>
            <p:nvPr/>
          </p:nvSpPr>
          <p:spPr>
            <a:xfrm>
              <a:off x="3464775" y="920225"/>
              <a:ext cx="596175" cy="1349450"/>
            </a:xfrm>
            <a:custGeom>
              <a:rect b="b" l="l" r="r" t="t"/>
              <a:pathLst>
                <a:path extrusionOk="0" h="53978" w="23847">
                  <a:moveTo>
                    <a:pt x="0" y="0"/>
                  </a:moveTo>
                  <a:lnTo>
                    <a:pt x="0" y="53978"/>
                  </a:lnTo>
                  <a:lnTo>
                    <a:pt x="23847" y="53978"/>
                  </a:lnTo>
                  <a:lnTo>
                    <a:pt x="238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59"/>
            <p:cNvSpPr/>
            <p:nvPr/>
          </p:nvSpPr>
          <p:spPr>
            <a:xfrm>
              <a:off x="3457375" y="912825"/>
              <a:ext cx="611900" cy="1365175"/>
            </a:xfrm>
            <a:custGeom>
              <a:rect b="b" l="l" r="r" t="t"/>
              <a:pathLst>
                <a:path extrusionOk="0" h="54607" w="24476">
                  <a:moveTo>
                    <a:pt x="23847" y="592"/>
                  </a:moveTo>
                  <a:lnTo>
                    <a:pt x="23847" y="53978"/>
                  </a:lnTo>
                  <a:lnTo>
                    <a:pt x="629" y="53978"/>
                  </a:lnTo>
                  <a:lnTo>
                    <a:pt x="629" y="592"/>
                  </a:lnTo>
                  <a:close/>
                  <a:moveTo>
                    <a:pt x="296" y="1"/>
                  </a:moveTo>
                  <a:cubicBezTo>
                    <a:pt x="223" y="1"/>
                    <a:pt x="149" y="38"/>
                    <a:pt x="75" y="75"/>
                  </a:cubicBezTo>
                  <a:cubicBezTo>
                    <a:pt x="38" y="149"/>
                    <a:pt x="1" y="222"/>
                    <a:pt x="1" y="296"/>
                  </a:cubicBezTo>
                  <a:lnTo>
                    <a:pt x="1" y="54274"/>
                  </a:lnTo>
                  <a:cubicBezTo>
                    <a:pt x="1" y="54385"/>
                    <a:pt x="38" y="54458"/>
                    <a:pt x="75" y="54495"/>
                  </a:cubicBezTo>
                  <a:cubicBezTo>
                    <a:pt x="149" y="54569"/>
                    <a:pt x="223" y="54606"/>
                    <a:pt x="296" y="54606"/>
                  </a:cubicBezTo>
                  <a:lnTo>
                    <a:pt x="24143" y="54606"/>
                  </a:lnTo>
                  <a:cubicBezTo>
                    <a:pt x="24253" y="54606"/>
                    <a:pt x="24327" y="54569"/>
                    <a:pt x="24364" y="54495"/>
                  </a:cubicBezTo>
                  <a:cubicBezTo>
                    <a:pt x="24438" y="54458"/>
                    <a:pt x="24475" y="54385"/>
                    <a:pt x="24475" y="54274"/>
                  </a:cubicBezTo>
                  <a:lnTo>
                    <a:pt x="24475" y="296"/>
                  </a:lnTo>
                  <a:cubicBezTo>
                    <a:pt x="24475" y="222"/>
                    <a:pt x="24438" y="149"/>
                    <a:pt x="24364" y="75"/>
                  </a:cubicBezTo>
                  <a:cubicBezTo>
                    <a:pt x="24327" y="38"/>
                    <a:pt x="24253" y="1"/>
                    <a:pt x="24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59"/>
            <p:cNvSpPr/>
            <p:nvPr/>
          </p:nvSpPr>
          <p:spPr>
            <a:xfrm>
              <a:off x="2712425" y="920225"/>
              <a:ext cx="2101800" cy="1269975"/>
            </a:xfrm>
            <a:custGeom>
              <a:rect b="b" l="l" r="r" t="t"/>
              <a:pathLst>
                <a:path extrusionOk="0" h="50799" w="84072">
                  <a:moveTo>
                    <a:pt x="0" y="0"/>
                  </a:moveTo>
                  <a:lnTo>
                    <a:pt x="0" y="44365"/>
                  </a:lnTo>
                  <a:cubicBezTo>
                    <a:pt x="0" y="47914"/>
                    <a:pt x="2884" y="50798"/>
                    <a:pt x="6433" y="50798"/>
                  </a:cubicBezTo>
                  <a:lnTo>
                    <a:pt x="77639" y="50798"/>
                  </a:lnTo>
                  <a:cubicBezTo>
                    <a:pt x="81188" y="50798"/>
                    <a:pt x="84072" y="47914"/>
                    <a:pt x="84072" y="44365"/>
                  </a:cubicBezTo>
                  <a:lnTo>
                    <a:pt x="8407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59"/>
            <p:cNvSpPr/>
            <p:nvPr/>
          </p:nvSpPr>
          <p:spPr>
            <a:xfrm>
              <a:off x="2705025" y="912825"/>
              <a:ext cx="2116600" cy="1284750"/>
            </a:xfrm>
            <a:custGeom>
              <a:rect b="b" l="l" r="r" t="t"/>
              <a:pathLst>
                <a:path extrusionOk="0" h="51390" w="84664">
                  <a:moveTo>
                    <a:pt x="84072" y="592"/>
                  </a:moveTo>
                  <a:lnTo>
                    <a:pt x="84072" y="44661"/>
                  </a:lnTo>
                  <a:cubicBezTo>
                    <a:pt x="84072" y="46362"/>
                    <a:pt x="83369" y="47878"/>
                    <a:pt x="82260" y="48987"/>
                  </a:cubicBezTo>
                  <a:cubicBezTo>
                    <a:pt x="81151" y="50096"/>
                    <a:pt x="79635" y="50761"/>
                    <a:pt x="77935" y="50761"/>
                  </a:cubicBezTo>
                  <a:lnTo>
                    <a:pt x="6729" y="50761"/>
                  </a:lnTo>
                  <a:cubicBezTo>
                    <a:pt x="5029" y="50761"/>
                    <a:pt x="3513" y="50096"/>
                    <a:pt x="2404" y="48987"/>
                  </a:cubicBezTo>
                  <a:cubicBezTo>
                    <a:pt x="1295" y="47878"/>
                    <a:pt x="592" y="46362"/>
                    <a:pt x="592" y="44661"/>
                  </a:cubicBezTo>
                  <a:lnTo>
                    <a:pt x="592" y="592"/>
                  </a:lnTo>
                  <a:close/>
                  <a:moveTo>
                    <a:pt x="296" y="1"/>
                  </a:moveTo>
                  <a:cubicBezTo>
                    <a:pt x="222" y="1"/>
                    <a:pt x="112" y="38"/>
                    <a:pt x="75" y="75"/>
                  </a:cubicBezTo>
                  <a:cubicBezTo>
                    <a:pt x="1" y="149"/>
                    <a:pt x="1" y="222"/>
                    <a:pt x="1" y="296"/>
                  </a:cubicBezTo>
                  <a:lnTo>
                    <a:pt x="1" y="44661"/>
                  </a:lnTo>
                  <a:cubicBezTo>
                    <a:pt x="1" y="48358"/>
                    <a:pt x="2995" y="51390"/>
                    <a:pt x="6729" y="51390"/>
                  </a:cubicBezTo>
                  <a:lnTo>
                    <a:pt x="77935" y="51390"/>
                  </a:lnTo>
                  <a:cubicBezTo>
                    <a:pt x="81669" y="51390"/>
                    <a:pt x="84663" y="48358"/>
                    <a:pt x="84663" y="44661"/>
                  </a:cubicBezTo>
                  <a:lnTo>
                    <a:pt x="84663" y="296"/>
                  </a:lnTo>
                  <a:cubicBezTo>
                    <a:pt x="84663" y="222"/>
                    <a:pt x="84626" y="149"/>
                    <a:pt x="84589" y="75"/>
                  </a:cubicBezTo>
                  <a:cubicBezTo>
                    <a:pt x="84515" y="38"/>
                    <a:pt x="84441" y="1"/>
                    <a:pt x="843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59"/>
            <p:cNvSpPr/>
            <p:nvPr/>
          </p:nvSpPr>
          <p:spPr>
            <a:xfrm>
              <a:off x="2535900" y="774200"/>
              <a:ext cx="2453925" cy="1269025"/>
            </a:xfrm>
            <a:custGeom>
              <a:rect b="b" l="l" r="r" t="t"/>
              <a:pathLst>
                <a:path extrusionOk="0" h="50761" w="98157">
                  <a:moveTo>
                    <a:pt x="3327" y="0"/>
                  </a:moveTo>
                  <a:cubicBezTo>
                    <a:pt x="1516" y="0"/>
                    <a:pt x="0" y="1479"/>
                    <a:pt x="0" y="3290"/>
                  </a:cubicBezTo>
                  <a:lnTo>
                    <a:pt x="0" y="47433"/>
                  </a:lnTo>
                  <a:cubicBezTo>
                    <a:pt x="0" y="49282"/>
                    <a:pt x="1516" y="50761"/>
                    <a:pt x="3327" y="50761"/>
                  </a:cubicBezTo>
                  <a:lnTo>
                    <a:pt x="94867" y="50761"/>
                  </a:lnTo>
                  <a:cubicBezTo>
                    <a:pt x="96678" y="50761"/>
                    <a:pt x="98157" y="49282"/>
                    <a:pt x="98157" y="47433"/>
                  </a:cubicBezTo>
                  <a:lnTo>
                    <a:pt x="98157" y="3290"/>
                  </a:lnTo>
                  <a:cubicBezTo>
                    <a:pt x="98157" y="1479"/>
                    <a:pt x="96678" y="0"/>
                    <a:pt x="948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59"/>
            <p:cNvSpPr/>
            <p:nvPr/>
          </p:nvSpPr>
          <p:spPr>
            <a:xfrm>
              <a:off x="2528500" y="765875"/>
              <a:ext cx="2469650" cy="1284750"/>
            </a:xfrm>
            <a:custGeom>
              <a:rect b="b" l="l" r="r" t="t"/>
              <a:pathLst>
                <a:path extrusionOk="0" h="51390" w="98786">
                  <a:moveTo>
                    <a:pt x="95163" y="629"/>
                  </a:moveTo>
                  <a:cubicBezTo>
                    <a:pt x="95976" y="629"/>
                    <a:pt x="96715" y="962"/>
                    <a:pt x="97270" y="1516"/>
                  </a:cubicBezTo>
                  <a:cubicBezTo>
                    <a:pt x="97824" y="2034"/>
                    <a:pt x="98157" y="2810"/>
                    <a:pt x="98157" y="3623"/>
                  </a:cubicBezTo>
                  <a:lnTo>
                    <a:pt x="98157" y="47766"/>
                  </a:lnTo>
                  <a:cubicBezTo>
                    <a:pt x="98157" y="48617"/>
                    <a:pt x="97824" y="49356"/>
                    <a:pt x="97270" y="49911"/>
                  </a:cubicBezTo>
                  <a:cubicBezTo>
                    <a:pt x="96715" y="50428"/>
                    <a:pt x="95976" y="50798"/>
                    <a:pt x="95163" y="50798"/>
                  </a:cubicBezTo>
                  <a:lnTo>
                    <a:pt x="3623" y="50798"/>
                  </a:lnTo>
                  <a:cubicBezTo>
                    <a:pt x="2810" y="50798"/>
                    <a:pt x="2034" y="50428"/>
                    <a:pt x="1516" y="49911"/>
                  </a:cubicBezTo>
                  <a:cubicBezTo>
                    <a:pt x="962" y="49356"/>
                    <a:pt x="629" y="48617"/>
                    <a:pt x="629" y="47766"/>
                  </a:cubicBezTo>
                  <a:lnTo>
                    <a:pt x="629" y="3623"/>
                  </a:lnTo>
                  <a:cubicBezTo>
                    <a:pt x="629" y="2810"/>
                    <a:pt x="962" y="2034"/>
                    <a:pt x="1516" y="1516"/>
                  </a:cubicBezTo>
                  <a:cubicBezTo>
                    <a:pt x="2034" y="962"/>
                    <a:pt x="2810" y="629"/>
                    <a:pt x="3623" y="629"/>
                  </a:cubicBezTo>
                  <a:close/>
                  <a:moveTo>
                    <a:pt x="3623" y="0"/>
                  </a:moveTo>
                  <a:cubicBezTo>
                    <a:pt x="1627" y="0"/>
                    <a:pt x="0" y="1627"/>
                    <a:pt x="0" y="3623"/>
                  </a:cubicBezTo>
                  <a:lnTo>
                    <a:pt x="0" y="47766"/>
                  </a:lnTo>
                  <a:cubicBezTo>
                    <a:pt x="0" y="49763"/>
                    <a:pt x="1627" y="51390"/>
                    <a:pt x="3623" y="51390"/>
                  </a:cubicBezTo>
                  <a:lnTo>
                    <a:pt x="95163" y="51390"/>
                  </a:lnTo>
                  <a:cubicBezTo>
                    <a:pt x="97159" y="51390"/>
                    <a:pt x="98786" y="49763"/>
                    <a:pt x="98786" y="47766"/>
                  </a:cubicBezTo>
                  <a:lnTo>
                    <a:pt x="98786" y="3623"/>
                  </a:lnTo>
                  <a:cubicBezTo>
                    <a:pt x="98786" y="1627"/>
                    <a:pt x="97159" y="0"/>
                    <a:pt x="951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59"/>
            <p:cNvSpPr/>
            <p:nvPr/>
          </p:nvSpPr>
          <p:spPr>
            <a:xfrm>
              <a:off x="2673600" y="862000"/>
              <a:ext cx="2179450" cy="1093425"/>
            </a:xfrm>
            <a:custGeom>
              <a:rect b="b" l="l" r="r" t="t"/>
              <a:pathLst>
                <a:path extrusionOk="0" h="43737" w="87178">
                  <a:moveTo>
                    <a:pt x="2552" y="0"/>
                  </a:moveTo>
                  <a:cubicBezTo>
                    <a:pt x="1147" y="0"/>
                    <a:pt x="1" y="1146"/>
                    <a:pt x="1" y="2588"/>
                  </a:cubicBezTo>
                  <a:lnTo>
                    <a:pt x="1" y="41149"/>
                  </a:lnTo>
                  <a:cubicBezTo>
                    <a:pt x="1" y="42554"/>
                    <a:pt x="1147" y="43737"/>
                    <a:pt x="2552" y="43737"/>
                  </a:cubicBezTo>
                  <a:lnTo>
                    <a:pt x="84589" y="43737"/>
                  </a:lnTo>
                  <a:cubicBezTo>
                    <a:pt x="86031" y="43737"/>
                    <a:pt x="87177" y="42554"/>
                    <a:pt x="87177" y="41149"/>
                  </a:cubicBezTo>
                  <a:lnTo>
                    <a:pt x="87177" y="2588"/>
                  </a:lnTo>
                  <a:cubicBezTo>
                    <a:pt x="87177" y="1146"/>
                    <a:pt x="86031" y="0"/>
                    <a:pt x="845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59"/>
            <p:cNvSpPr/>
            <p:nvPr/>
          </p:nvSpPr>
          <p:spPr>
            <a:xfrm>
              <a:off x="2665275" y="853675"/>
              <a:ext cx="2196100" cy="1109150"/>
            </a:xfrm>
            <a:custGeom>
              <a:rect b="b" l="l" r="r" t="t"/>
              <a:pathLst>
                <a:path extrusionOk="0" h="44366" w="87844">
                  <a:moveTo>
                    <a:pt x="84922" y="629"/>
                  </a:moveTo>
                  <a:cubicBezTo>
                    <a:pt x="86179" y="629"/>
                    <a:pt x="87215" y="1664"/>
                    <a:pt x="87215" y="2921"/>
                  </a:cubicBezTo>
                  <a:lnTo>
                    <a:pt x="87215" y="41482"/>
                  </a:lnTo>
                  <a:cubicBezTo>
                    <a:pt x="87215" y="42739"/>
                    <a:pt x="86179" y="43737"/>
                    <a:pt x="84922" y="43737"/>
                  </a:cubicBezTo>
                  <a:lnTo>
                    <a:pt x="2885" y="43737"/>
                  </a:lnTo>
                  <a:cubicBezTo>
                    <a:pt x="1628" y="43737"/>
                    <a:pt x="629" y="42739"/>
                    <a:pt x="629" y="41482"/>
                  </a:cubicBezTo>
                  <a:lnTo>
                    <a:pt x="629" y="2921"/>
                  </a:lnTo>
                  <a:cubicBezTo>
                    <a:pt x="629" y="1664"/>
                    <a:pt x="1628" y="629"/>
                    <a:pt x="2885" y="629"/>
                  </a:cubicBezTo>
                  <a:close/>
                  <a:moveTo>
                    <a:pt x="2885" y="0"/>
                  </a:moveTo>
                  <a:cubicBezTo>
                    <a:pt x="1295" y="0"/>
                    <a:pt x="1" y="1294"/>
                    <a:pt x="1" y="2921"/>
                  </a:cubicBezTo>
                  <a:lnTo>
                    <a:pt x="1" y="41482"/>
                  </a:lnTo>
                  <a:cubicBezTo>
                    <a:pt x="1" y="43071"/>
                    <a:pt x="1295" y="44365"/>
                    <a:pt x="2885" y="44365"/>
                  </a:cubicBezTo>
                  <a:lnTo>
                    <a:pt x="84922" y="44365"/>
                  </a:lnTo>
                  <a:cubicBezTo>
                    <a:pt x="86549" y="44365"/>
                    <a:pt x="87843" y="43071"/>
                    <a:pt x="87843" y="41482"/>
                  </a:cubicBezTo>
                  <a:lnTo>
                    <a:pt x="87843" y="2921"/>
                  </a:lnTo>
                  <a:cubicBezTo>
                    <a:pt x="87843" y="1294"/>
                    <a:pt x="86549" y="0"/>
                    <a:pt x="849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59"/>
            <p:cNvSpPr/>
            <p:nvPr/>
          </p:nvSpPr>
          <p:spPr>
            <a:xfrm>
              <a:off x="4701450" y="975675"/>
              <a:ext cx="62875" cy="15750"/>
            </a:xfrm>
            <a:custGeom>
              <a:rect b="b" l="l" r="r" t="t"/>
              <a:pathLst>
                <a:path extrusionOk="0" h="630" w="2515">
                  <a:moveTo>
                    <a:pt x="296" y="1"/>
                  </a:moveTo>
                  <a:cubicBezTo>
                    <a:pt x="111" y="1"/>
                    <a:pt x="0" y="149"/>
                    <a:pt x="0" y="296"/>
                  </a:cubicBezTo>
                  <a:cubicBezTo>
                    <a:pt x="0" y="481"/>
                    <a:pt x="111" y="629"/>
                    <a:pt x="296" y="629"/>
                  </a:cubicBezTo>
                  <a:lnTo>
                    <a:pt x="2218" y="629"/>
                  </a:lnTo>
                  <a:cubicBezTo>
                    <a:pt x="2366" y="629"/>
                    <a:pt x="2514" y="481"/>
                    <a:pt x="2514" y="296"/>
                  </a:cubicBezTo>
                  <a:cubicBezTo>
                    <a:pt x="2514" y="149"/>
                    <a:pt x="2366" y="1"/>
                    <a:pt x="22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59"/>
            <p:cNvSpPr/>
            <p:nvPr/>
          </p:nvSpPr>
          <p:spPr>
            <a:xfrm>
              <a:off x="4382575" y="975675"/>
              <a:ext cx="274525" cy="15750"/>
            </a:xfrm>
            <a:custGeom>
              <a:rect b="b" l="l" r="r" t="t"/>
              <a:pathLst>
                <a:path extrusionOk="0" h="630" w="10981">
                  <a:moveTo>
                    <a:pt x="333" y="1"/>
                  </a:moveTo>
                  <a:cubicBezTo>
                    <a:pt x="148" y="1"/>
                    <a:pt x="0" y="149"/>
                    <a:pt x="0" y="296"/>
                  </a:cubicBezTo>
                  <a:cubicBezTo>
                    <a:pt x="0" y="481"/>
                    <a:pt x="148" y="629"/>
                    <a:pt x="333" y="629"/>
                  </a:cubicBezTo>
                  <a:lnTo>
                    <a:pt x="10685" y="629"/>
                  </a:lnTo>
                  <a:cubicBezTo>
                    <a:pt x="10833" y="629"/>
                    <a:pt x="10981" y="481"/>
                    <a:pt x="10981" y="296"/>
                  </a:cubicBezTo>
                  <a:cubicBezTo>
                    <a:pt x="10981" y="149"/>
                    <a:pt x="10833" y="1"/>
                    <a:pt x="106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59"/>
            <p:cNvSpPr/>
            <p:nvPr/>
          </p:nvSpPr>
          <p:spPr>
            <a:xfrm>
              <a:off x="3640375" y="975675"/>
              <a:ext cx="672900" cy="15750"/>
            </a:xfrm>
            <a:custGeom>
              <a:rect b="b" l="l" r="r" t="t"/>
              <a:pathLst>
                <a:path extrusionOk="0" h="630" w="26916">
                  <a:moveTo>
                    <a:pt x="334" y="1"/>
                  </a:moveTo>
                  <a:cubicBezTo>
                    <a:pt x="149" y="1"/>
                    <a:pt x="1" y="149"/>
                    <a:pt x="1" y="296"/>
                  </a:cubicBezTo>
                  <a:cubicBezTo>
                    <a:pt x="1" y="481"/>
                    <a:pt x="149" y="629"/>
                    <a:pt x="334" y="629"/>
                  </a:cubicBezTo>
                  <a:lnTo>
                    <a:pt x="26620" y="629"/>
                  </a:lnTo>
                  <a:cubicBezTo>
                    <a:pt x="26805" y="629"/>
                    <a:pt x="26915" y="481"/>
                    <a:pt x="26915" y="296"/>
                  </a:cubicBezTo>
                  <a:cubicBezTo>
                    <a:pt x="26915" y="149"/>
                    <a:pt x="26805" y="1"/>
                    <a:pt x="266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59"/>
            <p:cNvSpPr/>
            <p:nvPr/>
          </p:nvSpPr>
          <p:spPr>
            <a:xfrm>
              <a:off x="2927775" y="975675"/>
              <a:ext cx="664575" cy="15750"/>
            </a:xfrm>
            <a:custGeom>
              <a:rect b="b" l="l" r="r" t="t"/>
              <a:pathLst>
                <a:path extrusionOk="0" h="630" w="26583">
                  <a:moveTo>
                    <a:pt x="296" y="1"/>
                  </a:moveTo>
                  <a:cubicBezTo>
                    <a:pt x="148" y="1"/>
                    <a:pt x="1" y="149"/>
                    <a:pt x="1" y="296"/>
                  </a:cubicBezTo>
                  <a:cubicBezTo>
                    <a:pt x="1" y="481"/>
                    <a:pt x="148" y="629"/>
                    <a:pt x="296" y="629"/>
                  </a:cubicBezTo>
                  <a:lnTo>
                    <a:pt x="26287" y="629"/>
                  </a:lnTo>
                  <a:cubicBezTo>
                    <a:pt x="26435" y="629"/>
                    <a:pt x="26582" y="481"/>
                    <a:pt x="26582" y="296"/>
                  </a:cubicBezTo>
                  <a:cubicBezTo>
                    <a:pt x="26582" y="149"/>
                    <a:pt x="26435" y="1"/>
                    <a:pt x="262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59"/>
            <p:cNvSpPr/>
            <p:nvPr/>
          </p:nvSpPr>
          <p:spPr>
            <a:xfrm>
              <a:off x="2762325" y="975675"/>
              <a:ext cx="87850" cy="15750"/>
            </a:xfrm>
            <a:custGeom>
              <a:rect b="b" l="l" r="r" t="t"/>
              <a:pathLst>
                <a:path extrusionOk="0" h="630" w="3514">
                  <a:moveTo>
                    <a:pt x="297" y="1"/>
                  </a:moveTo>
                  <a:cubicBezTo>
                    <a:pt x="149" y="1"/>
                    <a:pt x="1" y="149"/>
                    <a:pt x="1" y="296"/>
                  </a:cubicBezTo>
                  <a:cubicBezTo>
                    <a:pt x="1" y="481"/>
                    <a:pt x="149" y="629"/>
                    <a:pt x="297" y="629"/>
                  </a:cubicBezTo>
                  <a:lnTo>
                    <a:pt x="3217" y="629"/>
                  </a:lnTo>
                  <a:cubicBezTo>
                    <a:pt x="3365" y="629"/>
                    <a:pt x="3513" y="481"/>
                    <a:pt x="3513" y="296"/>
                  </a:cubicBezTo>
                  <a:cubicBezTo>
                    <a:pt x="3513" y="149"/>
                    <a:pt x="3365" y="1"/>
                    <a:pt x="32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59"/>
            <p:cNvSpPr/>
            <p:nvPr/>
          </p:nvSpPr>
          <p:spPr>
            <a:xfrm>
              <a:off x="4518425" y="1107850"/>
              <a:ext cx="245900" cy="14800"/>
            </a:xfrm>
            <a:custGeom>
              <a:rect b="b" l="l" r="r" t="t"/>
              <a:pathLst>
                <a:path extrusionOk="0" h="592" w="9836">
                  <a:moveTo>
                    <a:pt x="334" y="0"/>
                  </a:moveTo>
                  <a:cubicBezTo>
                    <a:pt x="149" y="0"/>
                    <a:pt x="1" y="111"/>
                    <a:pt x="1" y="296"/>
                  </a:cubicBezTo>
                  <a:cubicBezTo>
                    <a:pt x="1" y="481"/>
                    <a:pt x="149" y="592"/>
                    <a:pt x="334" y="592"/>
                  </a:cubicBezTo>
                  <a:lnTo>
                    <a:pt x="9539" y="592"/>
                  </a:lnTo>
                  <a:cubicBezTo>
                    <a:pt x="9687" y="592"/>
                    <a:pt x="9835" y="481"/>
                    <a:pt x="9835" y="296"/>
                  </a:cubicBezTo>
                  <a:cubicBezTo>
                    <a:pt x="9835" y="111"/>
                    <a:pt x="9687" y="0"/>
                    <a:pt x="9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59"/>
            <p:cNvSpPr/>
            <p:nvPr/>
          </p:nvSpPr>
          <p:spPr>
            <a:xfrm>
              <a:off x="3946325" y="1107850"/>
              <a:ext cx="537025" cy="14800"/>
            </a:xfrm>
            <a:custGeom>
              <a:rect b="b" l="l" r="r" t="t"/>
              <a:pathLst>
                <a:path extrusionOk="0" h="592" w="21481">
                  <a:moveTo>
                    <a:pt x="296" y="0"/>
                  </a:moveTo>
                  <a:cubicBezTo>
                    <a:pt x="111" y="0"/>
                    <a:pt x="0" y="111"/>
                    <a:pt x="0" y="296"/>
                  </a:cubicBezTo>
                  <a:cubicBezTo>
                    <a:pt x="0" y="481"/>
                    <a:pt x="111" y="592"/>
                    <a:pt x="296" y="592"/>
                  </a:cubicBezTo>
                  <a:lnTo>
                    <a:pt x="21184" y="592"/>
                  </a:lnTo>
                  <a:cubicBezTo>
                    <a:pt x="21332" y="592"/>
                    <a:pt x="21480" y="481"/>
                    <a:pt x="21480" y="296"/>
                  </a:cubicBezTo>
                  <a:cubicBezTo>
                    <a:pt x="21480" y="111"/>
                    <a:pt x="21332" y="0"/>
                    <a:pt x="21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59"/>
            <p:cNvSpPr/>
            <p:nvPr/>
          </p:nvSpPr>
          <p:spPr>
            <a:xfrm>
              <a:off x="3805825" y="1107850"/>
              <a:ext cx="83200" cy="14800"/>
            </a:xfrm>
            <a:custGeom>
              <a:rect b="b" l="l" r="r" t="t"/>
              <a:pathLst>
                <a:path extrusionOk="0" h="592" w="3328">
                  <a:moveTo>
                    <a:pt x="333" y="0"/>
                  </a:moveTo>
                  <a:cubicBezTo>
                    <a:pt x="149" y="0"/>
                    <a:pt x="1" y="111"/>
                    <a:pt x="1" y="296"/>
                  </a:cubicBezTo>
                  <a:cubicBezTo>
                    <a:pt x="1" y="481"/>
                    <a:pt x="149" y="592"/>
                    <a:pt x="333" y="592"/>
                  </a:cubicBezTo>
                  <a:lnTo>
                    <a:pt x="3032" y="592"/>
                  </a:lnTo>
                  <a:cubicBezTo>
                    <a:pt x="3217" y="592"/>
                    <a:pt x="3328" y="481"/>
                    <a:pt x="3328" y="296"/>
                  </a:cubicBezTo>
                  <a:cubicBezTo>
                    <a:pt x="3328" y="111"/>
                    <a:pt x="3217" y="0"/>
                    <a:pt x="30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59"/>
            <p:cNvSpPr/>
            <p:nvPr/>
          </p:nvSpPr>
          <p:spPr>
            <a:xfrm>
              <a:off x="3653325" y="1107850"/>
              <a:ext cx="125725" cy="14800"/>
            </a:xfrm>
            <a:custGeom>
              <a:rect b="b" l="l" r="r" t="t"/>
              <a:pathLst>
                <a:path extrusionOk="0" h="592" w="5029">
                  <a:moveTo>
                    <a:pt x="296" y="0"/>
                  </a:moveTo>
                  <a:cubicBezTo>
                    <a:pt x="148" y="0"/>
                    <a:pt x="0" y="111"/>
                    <a:pt x="0" y="296"/>
                  </a:cubicBezTo>
                  <a:cubicBezTo>
                    <a:pt x="0" y="481"/>
                    <a:pt x="148" y="592"/>
                    <a:pt x="296" y="592"/>
                  </a:cubicBezTo>
                  <a:lnTo>
                    <a:pt x="4733" y="592"/>
                  </a:lnTo>
                  <a:cubicBezTo>
                    <a:pt x="4881" y="592"/>
                    <a:pt x="5028" y="481"/>
                    <a:pt x="5028" y="296"/>
                  </a:cubicBezTo>
                  <a:cubicBezTo>
                    <a:pt x="5028" y="111"/>
                    <a:pt x="4881" y="0"/>
                    <a:pt x="4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59"/>
            <p:cNvSpPr/>
            <p:nvPr/>
          </p:nvSpPr>
          <p:spPr>
            <a:xfrm>
              <a:off x="3131125" y="1107850"/>
              <a:ext cx="490800" cy="14800"/>
            </a:xfrm>
            <a:custGeom>
              <a:rect b="b" l="l" r="r" t="t"/>
              <a:pathLst>
                <a:path extrusionOk="0" h="592" w="19632">
                  <a:moveTo>
                    <a:pt x="333" y="0"/>
                  </a:moveTo>
                  <a:cubicBezTo>
                    <a:pt x="148" y="0"/>
                    <a:pt x="0" y="111"/>
                    <a:pt x="0" y="296"/>
                  </a:cubicBezTo>
                  <a:cubicBezTo>
                    <a:pt x="0" y="481"/>
                    <a:pt x="148" y="592"/>
                    <a:pt x="333" y="592"/>
                  </a:cubicBezTo>
                  <a:lnTo>
                    <a:pt x="19336" y="592"/>
                  </a:lnTo>
                  <a:cubicBezTo>
                    <a:pt x="19484" y="592"/>
                    <a:pt x="19631" y="481"/>
                    <a:pt x="19631" y="296"/>
                  </a:cubicBezTo>
                  <a:cubicBezTo>
                    <a:pt x="19631" y="111"/>
                    <a:pt x="19484" y="0"/>
                    <a:pt x="193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59"/>
            <p:cNvSpPr/>
            <p:nvPr/>
          </p:nvSpPr>
          <p:spPr>
            <a:xfrm>
              <a:off x="2762325" y="1107850"/>
              <a:ext cx="320750" cy="14800"/>
            </a:xfrm>
            <a:custGeom>
              <a:rect b="b" l="l" r="r" t="t"/>
              <a:pathLst>
                <a:path extrusionOk="0" h="592" w="12830">
                  <a:moveTo>
                    <a:pt x="297" y="0"/>
                  </a:moveTo>
                  <a:cubicBezTo>
                    <a:pt x="149" y="0"/>
                    <a:pt x="1" y="111"/>
                    <a:pt x="1" y="296"/>
                  </a:cubicBezTo>
                  <a:cubicBezTo>
                    <a:pt x="1" y="481"/>
                    <a:pt x="149" y="592"/>
                    <a:pt x="297" y="592"/>
                  </a:cubicBezTo>
                  <a:lnTo>
                    <a:pt x="12534" y="592"/>
                  </a:lnTo>
                  <a:cubicBezTo>
                    <a:pt x="12719" y="592"/>
                    <a:pt x="12830" y="481"/>
                    <a:pt x="12830" y="296"/>
                  </a:cubicBezTo>
                  <a:cubicBezTo>
                    <a:pt x="12830" y="111"/>
                    <a:pt x="12719" y="0"/>
                    <a:pt x="125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59"/>
            <p:cNvSpPr/>
            <p:nvPr/>
          </p:nvSpPr>
          <p:spPr>
            <a:xfrm>
              <a:off x="4696825" y="1239100"/>
              <a:ext cx="67500" cy="15725"/>
            </a:xfrm>
            <a:custGeom>
              <a:rect b="b" l="l" r="r" t="t"/>
              <a:pathLst>
                <a:path extrusionOk="0" h="629" w="2700">
                  <a:moveTo>
                    <a:pt x="296" y="0"/>
                  </a:moveTo>
                  <a:cubicBezTo>
                    <a:pt x="148" y="0"/>
                    <a:pt x="0" y="148"/>
                    <a:pt x="0" y="333"/>
                  </a:cubicBezTo>
                  <a:cubicBezTo>
                    <a:pt x="0" y="481"/>
                    <a:pt x="148" y="629"/>
                    <a:pt x="296" y="629"/>
                  </a:cubicBezTo>
                  <a:lnTo>
                    <a:pt x="2403" y="629"/>
                  </a:lnTo>
                  <a:cubicBezTo>
                    <a:pt x="2551" y="629"/>
                    <a:pt x="2699" y="481"/>
                    <a:pt x="2699" y="333"/>
                  </a:cubicBezTo>
                  <a:cubicBezTo>
                    <a:pt x="2699" y="148"/>
                    <a:pt x="2551" y="0"/>
                    <a:pt x="2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59"/>
            <p:cNvSpPr/>
            <p:nvPr/>
          </p:nvSpPr>
          <p:spPr>
            <a:xfrm>
              <a:off x="3585850" y="1239100"/>
              <a:ext cx="1058300" cy="15725"/>
            </a:xfrm>
            <a:custGeom>
              <a:rect b="b" l="l" r="r" t="t"/>
              <a:pathLst>
                <a:path extrusionOk="0" h="629" w="42332">
                  <a:moveTo>
                    <a:pt x="296" y="0"/>
                  </a:moveTo>
                  <a:cubicBezTo>
                    <a:pt x="112" y="0"/>
                    <a:pt x="1" y="148"/>
                    <a:pt x="1" y="333"/>
                  </a:cubicBezTo>
                  <a:cubicBezTo>
                    <a:pt x="1" y="481"/>
                    <a:pt x="112" y="629"/>
                    <a:pt x="296" y="629"/>
                  </a:cubicBezTo>
                  <a:lnTo>
                    <a:pt x="42036" y="629"/>
                  </a:lnTo>
                  <a:cubicBezTo>
                    <a:pt x="42221" y="629"/>
                    <a:pt x="42332" y="481"/>
                    <a:pt x="42332" y="333"/>
                  </a:cubicBezTo>
                  <a:cubicBezTo>
                    <a:pt x="42332" y="148"/>
                    <a:pt x="42221" y="0"/>
                    <a:pt x="420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59"/>
            <p:cNvSpPr/>
            <p:nvPr/>
          </p:nvSpPr>
          <p:spPr>
            <a:xfrm>
              <a:off x="3327050" y="1239100"/>
              <a:ext cx="201525" cy="15725"/>
            </a:xfrm>
            <a:custGeom>
              <a:rect b="b" l="l" r="r" t="t"/>
              <a:pathLst>
                <a:path extrusionOk="0" h="629" w="8061">
                  <a:moveTo>
                    <a:pt x="297" y="0"/>
                  </a:moveTo>
                  <a:cubicBezTo>
                    <a:pt x="112" y="0"/>
                    <a:pt x="1" y="148"/>
                    <a:pt x="1" y="333"/>
                  </a:cubicBezTo>
                  <a:cubicBezTo>
                    <a:pt x="1" y="481"/>
                    <a:pt x="112" y="629"/>
                    <a:pt x="297" y="629"/>
                  </a:cubicBezTo>
                  <a:lnTo>
                    <a:pt x="7765" y="629"/>
                  </a:lnTo>
                  <a:cubicBezTo>
                    <a:pt x="7913" y="629"/>
                    <a:pt x="8060" y="481"/>
                    <a:pt x="8060" y="333"/>
                  </a:cubicBezTo>
                  <a:cubicBezTo>
                    <a:pt x="8060" y="148"/>
                    <a:pt x="7913" y="0"/>
                    <a:pt x="77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59"/>
            <p:cNvSpPr/>
            <p:nvPr/>
          </p:nvSpPr>
          <p:spPr>
            <a:xfrm>
              <a:off x="2762325" y="1239100"/>
              <a:ext cx="448300" cy="15725"/>
            </a:xfrm>
            <a:custGeom>
              <a:rect b="b" l="l" r="r" t="t"/>
              <a:pathLst>
                <a:path extrusionOk="0" h="629" w="17932">
                  <a:moveTo>
                    <a:pt x="297" y="0"/>
                  </a:moveTo>
                  <a:cubicBezTo>
                    <a:pt x="149" y="0"/>
                    <a:pt x="1" y="148"/>
                    <a:pt x="1" y="333"/>
                  </a:cubicBezTo>
                  <a:cubicBezTo>
                    <a:pt x="1" y="481"/>
                    <a:pt x="149" y="629"/>
                    <a:pt x="297" y="629"/>
                  </a:cubicBezTo>
                  <a:lnTo>
                    <a:pt x="17636" y="629"/>
                  </a:lnTo>
                  <a:cubicBezTo>
                    <a:pt x="17784" y="629"/>
                    <a:pt x="17932" y="481"/>
                    <a:pt x="17932" y="333"/>
                  </a:cubicBezTo>
                  <a:cubicBezTo>
                    <a:pt x="17932" y="148"/>
                    <a:pt x="17784" y="0"/>
                    <a:pt x="176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59"/>
            <p:cNvSpPr/>
            <p:nvPr/>
          </p:nvSpPr>
          <p:spPr>
            <a:xfrm>
              <a:off x="4650600" y="1371275"/>
              <a:ext cx="113725" cy="15725"/>
            </a:xfrm>
            <a:custGeom>
              <a:rect b="b" l="l" r="r" t="t"/>
              <a:pathLst>
                <a:path extrusionOk="0" h="629" w="4549">
                  <a:moveTo>
                    <a:pt x="297" y="0"/>
                  </a:moveTo>
                  <a:cubicBezTo>
                    <a:pt x="112" y="0"/>
                    <a:pt x="1" y="148"/>
                    <a:pt x="1" y="296"/>
                  </a:cubicBezTo>
                  <a:cubicBezTo>
                    <a:pt x="1" y="481"/>
                    <a:pt x="112" y="629"/>
                    <a:pt x="297" y="629"/>
                  </a:cubicBezTo>
                  <a:lnTo>
                    <a:pt x="4252" y="629"/>
                  </a:lnTo>
                  <a:cubicBezTo>
                    <a:pt x="4400" y="629"/>
                    <a:pt x="4548" y="481"/>
                    <a:pt x="4548" y="296"/>
                  </a:cubicBezTo>
                  <a:cubicBezTo>
                    <a:pt x="4548" y="148"/>
                    <a:pt x="4400" y="0"/>
                    <a:pt x="42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59"/>
            <p:cNvSpPr/>
            <p:nvPr/>
          </p:nvSpPr>
          <p:spPr>
            <a:xfrm>
              <a:off x="4408450" y="1371275"/>
              <a:ext cx="134050" cy="15725"/>
            </a:xfrm>
            <a:custGeom>
              <a:rect b="b" l="l" r="r" t="t"/>
              <a:pathLst>
                <a:path extrusionOk="0" h="629" w="5362">
                  <a:moveTo>
                    <a:pt x="296" y="0"/>
                  </a:moveTo>
                  <a:cubicBezTo>
                    <a:pt x="148" y="0"/>
                    <a:pt x="0" y="148"/>
                    <a:pt x="0" y="296"/>
                  </a:cubicBezTo>
                  <a:cubicBezTo>
                    <a:pt x="0" y="481"/>
                    <a:pt x="148" y="629"/>
                    <a:pt x="296" y="629"/>
                  </a:cubicBezTo>
                  <a:lnTo>
                    <a:pt x="5065" y="629"/>
                  </a:lnTo>
                  <a:cubicBezTo>
                    <a:pt x="5213" y="629"/>
                    <a:pt x="5361" y="481"/>
                    <a:pt x="5361" y="296"/>
                  </a:cubicBezTo>
                  <a:cubicBezTo>
                    <a:pt x="5361" y="148"/>
                    <a:pt x="5213" y="0"/>
                    <a:pt x="50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59"/>
            <p:cNvSpPr/>
            <p:nvPr/>
          </p:nvSpPr>
          <p:spPr>
            <a:xfrm>
              <a:off x="4238375" y="1371275"/>
              <a:ext cx="125725" cy="15725"/>
            </a:xfrm>
            <a:custGeom>
              <a:rect b="b" l="l" r="r" t="t"/>
              <a:pathLst>
                <a:path extrusionOk="0" h="629" w="5029">
                  <a:moveTo>
                    <a:pt x="334" y="0"/>
                  </a:moveTo>
                  <a:cubicBezTo>
                    <a:pt x="149" y="0"/>
                    <a:pt x="1" y="148"/>
                    <a:pt x="1" y="296"/>
                  </a:cubicBezTo>
                  <a:cubicBezTo>
                    <a:pt x="1" y="481"/>
                    <a:pt x="149" y="629"/>
                    <a:pt x="334" y="629"/>
                  </a:cubicBezTo>
                  <a:lnTo>
                    <a:pt x="4733" y="629"/>
                  </a:lnTo>
                  <a:cubicBezTo>
                    <a:pt x="4918" y="629"/>
                    <a:pt x="5029" y="481"/>
                    <a:pt x="5029" y="296"/>
                  </a:cubicBezTo>
                  <a:cubicBezTo>
                    <a:pt x="5029" y="148"/>
                    <a:pt x="4918" y="0"/>
                    <a:pt x="4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59"/>
            <p:cNvSpPr/>
            <p:nvPr/>
          </p:nvSpPr>
          <p:spPr>
            <a:xfrm>
              <a:off x="4005475" y="1371275"/>
              <a:ext cx="184875" cy="15725"/>
            </a:xfrm>
            <a:custGeom>
              <a:rect b="b" l="l" r="r" t="t"/>
              <a:pathLst>
                <a:path extrusionOk="0" h="629" w="7395">
                  <a:moveTo>
                    <a:pt x="296" y="0"/>
                  </a:moveTo>
                  <a:cubicBezTo>
                    <a:pt x="148" y="0"/>
                    <a:pt x="0" y="148"/>
                    <a:pt x="0" y="296"/>
                  </a:cubicBezTo>
                  <a:cubicBezTo>
                    <a:pt x="0" y="481"/>
                    <a:pt x="148" y="629"/>
                    <a:pt x="296" y="629"/>
                  </a:cubicBezTo>
                  <a:lnTo>
                    <a:pt x="7099" y="629"/>
                  </a:lnTo>
                  <a:cubicBezTo>
                    <a:pt x="7283" y="629"/>
                    <a:pt x="7394" y="481"/>
                    <a:pt x="7394" y="296"/>
                  </a:cubicBezTo>
                  <a:cubicBezTo>
                    <a:pt x="7394" y="148"/>
                    <a:pt x="7283" y="0"/>
                    <a:pt x="70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59"/>
            <p:cNvSpPr/>
            <p:nvPr/>
          </p:nvSpPr>
          <p:spPr>
            <a:xfrm>
              <a:off x="3823400" y="1371275"/>
              <a:ext cx="146975" cy="15725"/>
            </a:xfrm>
            <a:custGeom>
              <a:rect b="b" l="l" r="r" t="t"/>
              <a:pathLst>
                <a:path extrusionOk="0" h="629" w="5879">
                  <a:moveTo>
                    <a:pt x="296" y="0"/>
                  </a:moveTo>
                  <a:cubicBezTo>
                    <a:pt x="111" y="0"/>
                    <a:pt x="0" y="148"/>
                    <a:pt x="0" y="296"/>
                  </a:cubicBezTo>
                  <a:cubicBezTo>
                    <a:pt x="0" y="481"/>
                    <a:pt x="111" y="629"/>
                    <a:pt x="296" y="629"/>
                  </a:cubicBezTo>
                  <a:lnTo>
                    <a:pt x="5546" y="629"/>
                  </a:lnTo>
                  <a:cubicBezTo>
                    <a:pt x="5731" y="629"/>
                    <a:pt x="5878" y="481"/>
                    <a:pt x="5878" y="296"/>
                  </a:cubicBezTo>
                  <a:cubicBezTo>
                    <a:pt x="5878" y="148"/>
                    <a:pt x="5731" y="0"/>
                    <a:pt x="55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59"/>
            <p:cNvSpPr/>
            <p:nvPr/>
          </p:nvSpPr>
          <p:spPr>
            <a:xfrm>
              <a:off x="3704150" y="1371275"/>
              <a:ext cx="96150" cy="15725"/>
            </a:xfrm>
            <a:custGeom>
              <a:rect b="b" l="l" r="r" t="t"/>
              <a:pathLst>
                <a:path extrusionOk="0" h="629" w="3846">
                  <a:moveTo>
                    <a:pt x="297" y="0"/>
                  </a:moveTo>
                  <a:cubicBezTo>
                    <a:pt x="149" y="0"/>
                    <a:pt x="1" y="148"/>
                    <a:pt x="1" y="296"/>
                  </a:cubicBezTo>
                  <a:cubicBezTo>
                    <a:pt x="1" y="481"/>
                    <a:pt x="149" y="629"/>
                    <a:pt x="297" y="629"/>
                  </a:cubicBezTo>
                  <a:lnTo>
                    <a:pt x="3550" y="629"/>
                  </a:lnTo>
                  <a:cubicBezTo>
                    <a:pt x="3698" y="629"/>
                    <a:pt x="3846" y="481"/>
                    <a:pt x="3846" y="296"/>
                  </a:cubicBezTo>
                  <a:cubicBezTo>
                    <a:pt x="3846" y="148"/>
                    <a:pt x="3698" y="0"/>
                    <a:pt x="35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59"/>
            <p:cNvSpPr/>
            <p:nvPr/>
          </p:nvSpPr>
          <p:spPr>
            <a:xfrm>
              <a:off x="3148675" y="1371275"/>
              <a:ext cx="524075" cy="15725"/>
            </a:xfrm>
            <a:custGeom>
              <a:rect b="b" l="l" r="r" t="t"/>
              <a:pathLst>
                <a:path extrusionOk="0" h="629" w="20963">
                  <a:moveTo>
                    <a:pt x="296" y="0"/>
                  </a:moveTo>
                  <a:cubicBezTo>
                    <a:pt x="148" y="0"/>
                    <a:pt x="1" y="148"/>
                    <a:pt x="1" y="296"/>
                  </a:cubicBezTo>
                  <a:cubicBezTo>
                    <a:pt x="1" y="481"/>
                    <a:pt x="148" y="629"/>
                    <a:pt x="296" y="629"/>
                  </a:cubicBezTo>
                  <a:lnTo>
                    <a:pt x="20667" y="629"/>
                  </a:lnTo>
                  <a:cubicBezTo>
                    <a:pt x="20852" y="629"/>
                    <a:pt x="20963" y="481"/>
                    <a:pt x="20963" y="296"/>
                  </a:cubicBezTo>
                  <a:cubicBezTo>
                    <a:pt x="20963" y="148"/>
                    <a:pt x="20852" y="0"/>
                    <a:pt x="206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59"/>
            <p:cNvSpPr/>
            <p:nvPr/>
          </p:nvSpPr>
          <p:spPr>
            <a:xfrm>
              <a:off x="2762325" y="1371275"/>
              <a:ext cx="359575" cy="15725"/>
            </a:xfrm>
            <a:custGeom>
              <a:rect b="b" l="l" r="r" t="t"/>
              <a:pathLst>
                <a:path extrusionOk="0" h="629" w="14383">
                  <a:moveTo>
                    <a:pt x="297" y="0"/>
                  </a:moveTo>
                  <a:cubicBezTo>
                    <a:pt x="149" y="0"/>
                    <a:pt x="1" y="148"/>
                    <a:pt x="1" y="296"/>
                  </a:cubicBezTo>
                  <a:cubicBezTo>
                    <a:pt x="1" y="481"/>
                    <a:pt x="149" y="629"/>
                    <a:pt x="297" y="629"/>
                  </a:cubicBezTo>
                  <a:lnTo>
                    <a:pt x="14050" y="629"/>
                  </a:lnTo>
                  <a:cubicBezTo>
                    <a:pt x="14235" y="629"/>
                    <a:pt x="14382" y="481"/>
                    <a:pt x="14382" y="296"/>
                  </a:cubicBezTo>
                  <a:cubicBezTo>
                    <a:pt x="14382" y="148"/>
                    <a:pt x="14235" y="0"/>
                    <a:pt x="140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59"/>
            <p:cNvSpPr/>
            <p:nvPr/>
          </p:nvSpPr>
          <p:spPr>
            <a:xfrm>
              <a:off x="3853900" y="1569975"/>
              <a:ext cx="158075" cy="15750"/>
            </a:xfrm>
            <a:custGeom>
              <a:rect b="b" l="l" r="r" t="t"/>
              <a:pathLst>
                <a:path extrusionOk="0" h="630" w="6323">
                  <a:moveTo>
                    <a:pt x="296" y="1"/>
                  </a:moveTo>
                  <a:cubicBezTo>
                    <a:pt x="148" y="1"/>
                    <a:pt x="0" y="149"/>
                    <a:pt x="0" y="297"/>
                  </a:cubicBezTo>
                  <a:cubicBezTo>
                    <a:pt x="0" y="481"/>
                    <a:pt x="148" y="629"/>
                    <a:pt x="296" y="629"/>
                  </a:cubicBezTo>
                  <a:lnTo>
                    <a:pt x="6026" y="629"/>
                  </a:lnTo>
                  <a:cubicBezTo>
                    <a:pt x="6211" y="629"/>
                    <a:pt x="6322" y="481"/>
                    <a:pt x="6322" y="297"/>
                  </a:cubicBezTo>
                  <a:cubicBezTo>
                    <a:pt x="6322" y="149"/>
                    <a:pt x="6211" y="1"/>
                    <a:pt x="60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59"/>
            <p:cNvSpPr/>
            <p:nvPr/>
          </p:nvSpPr>
          <p:spPr>
            <a:xfrm>
              <a:off x="3498050" y="1569975"/>
              <a:ext cx="340150" cy="15750"/>
            </a:xfrm>
            <a:custGeom>
              <a:rect b="b" l="l" r="r" t="t"/>
              <a:pathLst>
                <a:path extrusionOk="0" h="630" w="13606">
                  <a:moveTo>
                    <a:pt x="296" y="1"/>
                  </a:moveTo>
                  <a:cubicBezTo>
                    <a:pt x="148" y="1"/>
                    <a:pt x="0" y="149"/>
                    <a:pt x="0" y="297"/>
                  </a:cubicBezTo>
                  <a:cubicBezTo>
                    <a:pt x="0" y="481"/>
                    <a:pt x="148" y="629"/>
                    <a:pt x="296" y="629"/>
                  </a:cubicBezTo>
                  <a:lnTo>
                    <a:pt x="13273" y="629"/>
                  </a:lnTo>
                  <a:cubicBezTo>
                    <a:pt x="13458" y="629"/>
                    <a:pt x="13606" y="481"/>
                    <a:pt x="13606" y="297"/>
                  </a:cubicBezTo>
                  <a:cubicBezTo>
                    <a:pt x="13606" y="149"/>
                    <a:pt x="13458" y="1"/>
                    <a:pt x="132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59"/>
            <p:cNvSpPr/>
            <p:nvPr/>
          </p:nvSpPr>
          <p:spPr>
            <a:xfrm>
              <a:off x="3411175" y="1569975"/>
              <a:ext cx="57325" cy="15750"/>
            </a:xfrm>
            <a:custGeom>
              <a:rect b="b" l="l" r="r" t="t"/>
              <a:pathLst>
                <a:path extrusionOk="0" h="630" w="2293">
                  <a:moveTo>
                    <a:pt x="296" y="1"/>
                  </a:moveTo>
                  <a:cubicBezTo>
                    <a:pt x="148" y="1"/>
                    <a:pt x="0" y="149"/>
                    <a:pt x="0" y="297"/>
                  </a:cubicBezTo>
                  <a:cubicBezTo>
                    <a:pt x="0" y="481"/>
                    <a:pt x="148" y="629"/>
                    <a:pt x="296" y="629"/>
                  </a:cubicBezTo>
                  <a:lnTo>
                    <a:pt x="1997" y="629"/>
                  </a:lnTo>
                  <a:cubicBezTo>
                    <a:pt x="2144" y="629"/>
                    <a:pt x="2292" y="481"/>
                    <a:pt x="2292" y="297"/>
                  </a:cubicBezTo>
                  <a:cubicBezTo>
                    <a:pt x="2292" y="149"/>
                    <a:pt x="2144" y="1"/>
                    <a:pt x="19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59"/>
            <p:cNvSpPr/>
            <p:nvPr/>
          </p:nvSpPr>
          <p:spPr>
            <a:xfrm>
              <a:off x="3315975" y="1569975"/>
              <a:ext cx="84125" cy="15750"/>
            </a:xfrm>
            <a:custGeom>
              <a:rect b="b" l="l" r="r" t="t"/>
              <a:pathLst>
                <a:path extrusionOk="0" h="630" w="3365">
                  <a:moveTo>
                    <a:pt x="296" y="1"/>
                  </a:moveTo>
                  <a:cubicBezTo>
                    <a:pt x="148" y="1"/>
                    <a:pt x="0" y="149"/>
                    <a:pt x="0" y="297"/>
                  </a:cubicBezTo>
                  <a:cubicBezTo>
                    <a:pt x="0" y="481"/>
                    <a:pt x="148" y="629"/>
                    <a:pt x="296" y="629"/>
                  </a:cubicBezTo>
                  <a:lnTo>
                    <a:pt x="3069" y="629"/>
                  </a:lnTo>
                  <a:cubicBezTo>
                    <a:pt x="3217" y="629"/>
                    <a:pt x="3365" y="481"/>
                    <a:pt x="3365" y="297"/>
                  </a:cubicBezTo>
                  <a:cubicBezTo>
                    <a:pt x="3365" y="149"/>
                    <a:pt x="3217" y="1"/>
                    <a:pt x="30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59"/>
            <p:cNvSpPr/>
            <p:nvPr/>
          </p:nvSpPr>
          <p:spPr>
            <a:xfrm>
              <a:off x="2991550" y="1569975"/>
              <a:ext cx="310575" cy="15750"/>
            </a:xfrm>
            <a:custGeom>
              <a:rect b="b" l="l" r="r" t="t"/>
              <a:pathLst>
                <a:path extrusionOk="0" h="630" w="12423">
                  <a:moveTo>
                    <a:pt x="333" y="1"/>
                  </a:moveTo>
                  <a:cubicBezTo>
                    <a:pt x="148" y="1"/>
                    <a:pt x="1" y="149"/>
                    <a:pt x="1" y="297"/>
                  </a:cubicBezTo>
                  <a:cubicBezTo>
                    <a:pt x="1" y="481"/>
                    <a:pt x="148" y="629"/>
                    <a:pt x="333" y="629"/>
                  </a:cubicBezTo>
                  <a:lnTo>
                    <a:pt x="12127" y="629"/>
                  </a:lnTo>
                  <a:cubicBezTo>
                    <a:pt x="12312" y="629"/>
                    <a:pt x="12423" y="481"/>
                    <a:pt x="12423" y="297"/>
                  </a:cubicBezTo>
                  <a:cubicBezTo>
                    <a:pt x="12423" y="149"/>
                    <a:pt x="12312" y="1"/>
                    <a:pt x="121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59"/>
            <p:cNvSpPr/>
            <p:nvPr/>
          </p:nvSpPr>
          <p:spPr>
            <a:xfrm>
              <a:off x="2762325" y="1569975"/>
              <a:ext cx="205225" cy="15750"/>
            </a:xfrm>
            <a:custGeom>
              <a:rect b="b" l="l" r="r" t="t"/>
              <a:pathLst>
                <a:path extrusionOk="0" h="630" w="8209">
                  <a:moveTo>
                    <a:pt x="297" y="1"/>
                  </a:moveTo>
                  <a:cubicBezTo>
                    <a:pt x="149" y="1"/>
                    <a:pt x="1" y="149"/>
                    <a:pt x="1" y="297"/>
                  </a:cubicBezTo>
                  <a:cubicBezTo>
                    <a:pt x="1" y="481"/>
                    <a:pt x="149" y="629"/>
                    <a:pt x="297" y="629"/>
                  </a:cubicBezTo>
                  <a:lnTo>
                    <a:pt x="7913" y="629"/>
                  </a:lnTo>
                  <a:cubicBezTo>
                    <a:pt x="8060" y="629"/>
                    <a:pt x="8208" y="481"/>
                    <a:pt x="8208" y="297"/>
                  </a:cubicBezTo>
                  <a:cubicBezTo>
                    <a:pt x="8208" y="149"/>
                    <a:pt x="8060" y="1"/>
                    <a:pt x="79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59"/>
            <p:cNvSpPr/>
            <p:nvPr/>
          </p:nvSpPr>
          <p:spPr>
            <a:xfrm>
              <a:off x="3964800" y="1702150"/>
              <a:ext cx="47175" cy="14825"/>
            </a:xfrm>
            <a:custGeom>
              <a:rect b="b" l="l" r="r" t="t"/>
              <a:pathLst>
                <a:path extrusionOk="0" h="593" w="1887">
                  <a:moveTo>
                    <a:pt x="296" y="1"/>
                  </a:moveTo>
                  <a:cubicBezTo>
                    <a:pt x="148" y="1"/>
                    <a:pt x="1" y="112"/>
                    <a:pt x="1" y="296"/>
                  </a:cubicBezTo>
                  <a:cubicBezTo>
                    <a:pt x="1" y="444"/>
                    <a:pt x="148" y="592"/>
                    <a:pt x="296" y="592"/>
                  </a:cubicBezTo>
                  <a:lnTo>
                    <a:pt x="1590" y="592"/>
                  </a:lnTo>
                  <a:cubicBezTo>
                    <a:pt x="1775" y="592"/>
                    <a:pt x="1886" y="444"/>
                    <a:pt x="1886" y="296"/>
                  </a:cubicBezTo>
                  <a:cubicBezTo>
                    <a:pt x="1886" y="112"/>
                    <a:pt x="1775" y="1"/>
                    <a:pt x="15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59"/>
            <p:cNvSpPr/>
            <p:nvPr/>
          </p:nvSpPr>
          <p:spPr>
            <a:xfrm>
              <a:off x="3273450" y="1702150"/>
              <a:ext cx="664575" cy="14825"/>
            </a:xfrm>
            <a:custGeom>
              <a:rect b="b" l="l" r="r" t="t"/>
              <a:pathLst>
                <a:path extrusionOk="0" h="593" w="26583">
                  <a:moveTo>
                    <a:pt x="333" y="1"/>
                  </a:moveTo>
                  <a:cubicBezTo>
                    <a:pt x="148" y="1"/>
                    <a:pt x="1" y="112"/>
                    <a:pt x="1" y="296"/>
                  </a:cubicBezTo>
                  <a:cubicBezTo>
                    <a:pt x="1" y="444"/>
                    <a:pt x="148" y="592"/>
                    <a:pt x="333" y="592"/>
                  </a:cubicBezTo>
                  <a:lnTo>
                    <a:pt x="26287" y="592"/>
                  </a:lnTo>
                  <a:cubicBezTo>
                    <a:pt x="26435" y="592"/>
                    <a:pt x="26582" y="444"/>
                    <a:pt x="26582" y="296"/>
                  </a:cubicBezTo>
                  <a:cubicBezTo>
                    <a:pt x="26582" y="112"/>
                    <a:pt x="26435" y="1"/>
                    <a:pt x="262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59"/>
            <p:cNvSpPr/>
            <p:nvPr/>
          </p:nvSpPr>
          <p:spPr>
            <a:xfrm>
              <a:off x="3112625" y="1702150"/>
              <a:ext cx="132200" cy="14825"/>
            </a:xfrm>
            <a:custGeom>
              <a:rect b="b" l="l" r="r" t="t"/>
              <a:pathLst>
                <a:path extrusionOk="0" h="593" w="5288">
                  <a:moveTo>
                    <a:pt x="333" y="1"/>
                  </a:moveTo>
                  <a:cubicBezTo>
                    <a:pt x="149" y="1"/>
                    <a:pt x="1" y="112"/>
                    <a:pt x="1" y="296"/>
                  </a:cubicBezTo>
                  <a:cubicBezTo>
                    <a:pt x="1" y="444"/>
                    <a:pt x="149" y="592"/>
                    <a:pt x="333" y="592"/>
                  </a:cubicBezTo>
                  <a:lnTo>
                    <a:pt x="4955" y="592"/>
                  </a:lnTo>
                  <a:cubicBezTo>
                    <a:pt x="5140" y="592"/>
                    <a:pt x="5287" y="444"/>
                    <a:pt x="5287" y="296"/>
                  </a:cubicBezTo>
                  <a:cubicBezTo>
                    <a:pt x="5287" y="112"/>
                    <a:pt x="5140" y="1"/>
                    <a:pt x="49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59"/>
            <p:cNvSpPr/>
            <p:nvPr/>
          </p:nvSpPr>
          <p:spPr>
            <a:xfrm>
              <a:off x="2762325" y="1702150"/>
              <a:ext cx="284700" cy="14825"/>
            </a:xfrm>
            <a:custGeom>
              <a:rect b="b" l="l" r="r" t="t"/>
              <a:pathLst>
                <a:path extrusionOk="0" h="593" w="11388">
                  <a:moveTo>
                    <a:pt x="297" y="1"/>
                  </a:moveTo>
                  <a:cubicBezTo>
                    <a:pt x="149" y="1"/>
                    <a:pt x="1" y="112"/>
                    <a:pt x="1" y="296"/>
                  </a:cubicBezTo>
                  <a:cubicBezTo>
                    <a:pt x="1" y="444"/>
                    <a:pt x="149" y="592"/>
                    <a:pt x="297" y="592"/>
                  </a:cubicBezTo>
                  <a:lnTo>
                    <a:pt x="11055" y="592"/>
                  </a:lnTo>
                  <a:cubicBezTo>
                    <a:pt x="11240" y="592"/>
                    <a:pt x="11388" y="444"/>
                    <a:pt x="11388" y="296"/>
                  </a:cubicBezTo>
                  <a:cubicBezTo>
                    <a:pt x="11388" y="112"/>
                    <a:pt x="11240" y="1"/>
                    <a:pt x="110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59"/>
            <p:cNvSpPr/>
            <p:nvPr/>
          </p:nvSpPr>
          <p:spPr>
            <a:xfrm>
              <a:off x="3936150" y="1833400"/>
              <a:ext cx="75825" cy="15725"/>
            </a:xfrm>
            <a:custGeom>
              <a:rect b="b" l="l" r="r" t="t"/>
              <a:pathLst>
                <a:path extrusionOk="0" h="629" w="3033">
                  <a:moveTo>
                    <a:pt x="296" y="0"/>
                  </a:moveTo>
                  <a:cubicBezTo>
                    <a:pt x="111" y="0"/>
                    <a:pt x="0" y="148"/>
                    <a:pt x="0" y="333"/>
                  </a:cubicBezTo>
                  <a:cubicBezTo>
                    <a:pt x="0" y="481"/>
                    <a:pt x="111" y="629"/>
                    <a:pt x="296" y="629"/>
                  </a:cubicBezTo>
                  <a:lnTo>
                    <a:pt x="2736" y="629"/>
                  </a:lnTo>
                  <a:cubicBezTo>
                    <a:pt x="2921" y="629"/>
                    <a:pt x="3032" y="481"/>
                    <a:pt x="3032" y="333"/>
                  </a:cubicBezTo>
                  <a:cubicBezTo>
                    <a:pt x="3032" y="148"/>
                    <a:pt x="2921" y="0"/>
                    <a:pt x="27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59"/>
            <p:cNvSpPr/>
            <p:nvPr/>
          </p:nvSpPr>
          <p:spPr>
            <a:xfrm>
              <a:off x="3785500" y="1833400"/>
              <a:ext cx="88750" cy="15725"/>
            </a:xfrm>
            <a:custGeom>
              <a:rect b="b" l="l" r="r" t="t"/>
              <a:pathLst>
                <a:path extrusionOk="0" h="629" w="3550">
                  <a:moveTo>
                    <a:pt x="296" y="0"/>
                  </a:moveTo>
                  <a:cubicBezTo>
                    <a:pt x="148" y="0"/>
                    <a:pt x="0" y="148"/>
                    <a:pt x="0" y="333"/>
                  </a:cubicBezTo>
                  <a:cubicBezTo>
                    <a:pt x="0" y="481"/>
                    <a:pt x="148" y="629"/>
                    <a:pt x="296" y="629"/>
                  </a:cubicBezTo>
                  <a:lnTo>
                    <a:pt x="3254" y="629"/>
                  </a:lnTo>
                  <a:cubicBezTo>
                    <a:pt x="3439" y="629"/>
                    <a:pt x="3549" y="481"/>
                    <a:pt x="3549" y="333"/>
                  </a:cubicBezTo>
                  <a:cubicBezTo>
                    <a:pt x="3549" y="148"/>
                    <a:pt x="3439" y="0"/>
                    <a:pt x="3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59"/>
            <p:cNvSpPr/>
            <p:nvPr/>
          </p:nvSpPr>
          <p:spPr>
            <a:xfrm>
              <a:off x="3680125" y="1833400"/>
              <a:ext cx="84125" cy="15725"/>
            </a:xfrm>
            <a:custGeom>
              <a:rect b="b" l="l" r="r" t="t"/>
              <a:pathLst>
                <a:path extrusionOk="0" h="629" w="3365">
                  <a:moveTo>
                    <a:pt x="296" y="0"/>
                  </a:moveTo>
                  <a:cubicBezTo>
                    <a:pt x="149" y="0"/>
                    <a:pt x="1" y="148"/>
                    <a:pt x="1" y="333"/>
                  </a:cubicBezTo>
                  <a:cubicBezTo>
                    <a:pt x="1" y="481"/>
                    <a:pt x="149" y="629"/>
                    <a:pt x="296" y="629"/>
                  </a:cubicBezTo>
                  <a:lnTo>
                    <a:pt x="3032" y="629"/>
                  </a:lnTo>
                  <a:cubicBezTo>
                    <a:pt x="3217" y="629"/>
                    <a:pt x="3365" y="481"/>
                    <a:pt x="3365" y="333"/>
                  </a:cubicBezTo>
                  <a:cubicBezTo>
                    <a:pt x="3365" y="148"/>
                    <a:pt x="3217" y="0"/>
                    <a:pt x="30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59"/>
            <p:cNvSpPr/>
            <p:nvPr/>
          </p:nvSpPr>
          <p:spPr>
            <a:xfrm>
              <a:off x="3535025" y="1833400"/>
              <a:ext cx="121100" cy="15725"/>
            </a:xfrm>
            <a:custGeom>
              <a:rect b="b" l="l" r="r" t="t"/>
              <a:pathLst>
                <a:path extrusionOk="0" h="629" w="4844">
                  <a:moveTo>
                    <a:pt x="296" y="0"/>
                  </a:moveTo>
                  <a:cubicBezTo>
                    <a:pt x="148" y="0"/>
                    <a:pt x="0" y="148"/>
                    <a:pt x="0" y="333"/>
                  </a:cubicBezTo>
                  <a:cubicBezTo>
                    <a:pt x="0" y="481"/>
                    <a:pt x="148" y="629"/>
                    <a:pt x="296" y="629"/>
                  </a:cubicBezTo>
                  <a:lnTo>
                    <a:pt x="4511" y="629"/>
                  </a:lnTo>
                  <a:cubicBezTo>
                    <a:pt x="4696" y="629"/>
                    <a:pt x="4843" y="481"/>
                    <a:pt x="4843" y="333"/>
                  </a:cubicBezTo>
                  <a:cubicBezTo>
                    <a:pt x="4843" y="148"/>
                    <a:pt x="4696" y="0"/>
                    <a:pt x="45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59"/>
            <p:cNvSpPr/>
            <p:nvPr/>
          </p:nvSpPr>
          <p:spPr>
            <a:xfrm>
              <a:off x="3421325" y="1833400"/>
              <a:ext cx="97075" cy="15725"/>
            </a:xfrm>
            <a:custGeom>
              <a:rect b="b" l="l" r="r" t="t"/>
              <a:pathLst>
                <a:path extrusionOk="0" h="629" w="3883">
                  <a:moveTo>
                    <a:pt x="334" y="0"/>
                  </a:moveTo>
                  <a:cubicBezTo>
                    <a:pt x="149" y="0"/>
                    <a:pt x="1" y="148"/>
                    <a:pt x="1" y="333"/>
                  </a:cubicBezTo>
                  <a:cubicBezTo>
                    <a:pt x="1" y="481"/>
                    <a:pt x="149" y="629"/>
                    <a:pt x="334" y="629"/>
                  </a:cubicBezTo>
                  <a:lnTo>
                    <a:pt x="3587" y="629"/>
                  </a:lnTo>
                  <a:cubicBezTo>
                    <a:pt x="3772" y="629"/>
                    <a:pt x="3883" y="481"/>
                    <a:pt x="3883" y="333"/>
                  </a:cubicBezTo>
                  <a:cubicBezTo>
                    <a:pt x="3883" y="148"/>
                    <a:pt x="3772" y="0"/>
                    <a:pt x="3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59"/>
            <p:cNvSpPr/>
            <p:nvPr/>
          </p:nvSpPr>
          <p:spPr>
            <a:xfrm>
              <a:off x="3347400" y="1833400"/>
              <a:ext cx="65650" cy="15725"/>
            </a:xfrm>
            <a:custGeom>
              <a:rect b="b" l="l" r="r" t="t"/>
              <a:pathLst>
                <a:path extrusionOk="0" h="629" w="2626">
                  <a:moveTo>
                    <a:pt x="333" y="0"/>
                  </a:moveTo>
                  <a:cubicBezTo>
                    <a:pt x="148" y="0"/>
                    <a:pt x="0" y="148"/>
                    <a:pt x="0" y="333"/>
                  </a:cubicBezTo>
                  <a:cubicBezTo>
                    <a:pt x="0" y="481"/>
                    <a:pt x="148" y="629"/>
                    <a:pt x="333" y="629"/>
                  </a:cubicBezTo>
                  <a:lnTo>
                    <a:pt x="2329" y="629"/>
                  </a:lnTo>
                  <a:cubicBezTo>
                    <a:pt x="2477" y="629"/>
                    <a:pt x="2625" y="481"/>
                    <a:pt x="2625" y="333"/>
                  </a:cubicBezTo>
                  <a:cubicBezTo>
                    <a:pt x="2625" y="148"/>
                    <a:pt x="2477" y="0"/>
                    <a:pt x="23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59"/>
            <p:cNvSpPr/>
            <p:nvPr/>
          </p:nvSpPr>
          <p:spPr>
            <a:xfrm>
              <a:off x="3002650" y="1833400"/>
              <a:ext cx="331825" cy="15725"/>
            </a:xfrm>
            <a:custGeom>
              <a:rect b="b" l="l" r="r" t="t"/>
              <a:pathLst>
                <a:path extrusionOk="0" h="629" w="13273">
                  <a:moveTo>
                    <a:pt x="296" y="0"/>
                  </a:moveTo>
                  <a:cubicBezTo>
                    <a:pt x="111" y="0"/>
                    <a:pt x="0" y="148"/>
                    <a:pt x="0" y="333"/>
                  </a:cubicBezTo>
                  <a:cubicBezTo>
                    <a:pt x="0" y="481"/>
                    <a:pt x="111" y="629"/>
                    <a:pt x="296" y="629"/>
                  </a:cubicBezTo>
                  <a:lnTo>
                    <a:pt x="12940" y="629"/>
                  </a:lnTo>
                  <a:cubicBezTo>
                    <a:pt x="13125" y="629"/>
                    <a:pt x="13273" y="481"/>
                    <a:pt x="13273" y="333"/>
                  </a:cubicBezTo>
                  <a:cubicBezTo>
                    <a:pt x="13273" y="148"/>
                    <a:pt x="13125" y="0"/>
                    <a:pt x="129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59"/>
            <p:cNvSpPr/>
            <p:nvPr/>
          </p:nvSpPr>
          <p:spPr>
            <a:xfrm>
              <a:off x="2762325" y="1833400"/>
              <a:ext cx="229250" cy="15725"/>
            </a:xfrm>
            <a:custGeom>
              <a:rect b="b" l="l" r="r" t="t"/>
              <a:pathLst>
                <a:path extrusionOk="0" h="629" w="9170">
                  <a:moveTo>
                    <a:pt x="297" y="0"/>
                  </a:moveTo>
                  <a:cubicBezTo>
                    <a:pt x="149" y="0"/>
                    <a:pt x="1" y="148"/>
                    <a:pt x="1" y="333"/>
                  </a:cubicBezTo>
                  <a:cubicBezTo>
                    <a:pt x="1" y="481"/>
                    <a:pt x="149" y="629"/>
                    <a:pt x="297" y="629"/>
                  </a:cubicBezTo>
                  <a:lnTo>
                    <a:pt x="8837" y="629"/>
                  </a:lnTo>
                  <a:cubicBezTo>
                    <a:pt x="9022" y="629"/>
                    <a:pt x="9170" y="481"/>
                    <a:pt x="9170" y="333"/>
                  </a:cubicBezTo>
                  <a:cubicBezTo>
                    <a:pt x="9170" y="148"/>
                    <a:pt x="9022" y="0"/>
                    <a:pt x="88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59"/>
            <p:cNvSpPr/>
            <p:nvPr/>
          </p:nvSpPr>
          <p:spPr>
            <a:xfrm>
              <a:off x="3726350" y="2067250"/>
              <a:ext cx="73025" cy="73025"/>
            </a:xfrm>
            <a:custGeom>
              <a:rect b="b" l="l" r="r" t="t"/>
              <a:pathLst>
                <a:path extrusionOk="0" h="2921" w="2921">
                  <a:moveTo>
                    <a:pt x="1479" y="0"/>
                  </a:moveTo>
                  <a:cubicBezTo>
                    <a:pt x="666" y="0"/>
                    <a:pt x="0" y="629"/>
                    <a:pt x="0" y="1442"/>
                  </a:cubicBezTo>
                  <a:cubicBezTo>
                    <a:pt x="0" y="2255"/>
                    <a:pt x="666" y="2921"/>
                    <a:pt x="1479" y="2921"/>
                  </a:cubicBezTo>
                  <a:cubicBezTo>
                    <a:pt x="2292" y="2921"/>
                    <a:pt x="2921" y="2255"/>
                    <a:pt x="2921" y="1442"/>
                  </a:cubicBezTo>
                  <a:cubicBezTo>
                    <a:pt x="2921" y="629"/>
                    <a:pt x="2292" y="0"/>
                    <a:pt x="14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59"/>
            <p:cNvSpPr/>
            <p:nvPr/>
          </p:nvSpPr>
          <p:spPr>
            <a:xfrm>
              <a:off x="3718950" y="2058925"/>
              <a:ext cx="88750" cy="88750"/>
            </a:xfrm>
            <a:custGeom>
              <a:rect b="b" l="l" r="r" t="t"/>
              <a:pathLst>
                <a:path extrusionOk="0" h="3550" w="3550">
                  <a:moveTo>
                    <a:pt x="1775" y="629"/>
                  </a:moveTo>
                  <a:cubicBezTo>
                    <a:pt x="2403" y="629"/>
                    <a:pt x="2921" y="1146"/>
                    <a:pt x="2921" y="1775"/>
                  </a:cubicBezTo>
                  <a:cubicBezTo>
                    <a:pt x="2921" y="2403"/>
                    <a:pt x="2403" y="2921"/>
                    <a:pt x="1775" y="2921"/>
                  </a:cubicBezTo>
                  <a:cubicBezTo>
                    <a:pt x="1146" y="2921"/>
                    <a:pt x="629" y="2403"/>
                    <a:pt x="629" y="1775"/>
                  </a:cubicBezTo>
                  <a:cubicBezTo>
                    <a:pt x="629" y="1146"/>
                    <a:pt x="1146" y="629"/>
                    <a:pt x="1775" y="629"/>
                  </a:cubicBezTo>
                  <a:close/>
                  <a:moveTo>
                    <a:pt x="1775" y="0"/>
                  </a:moveTo>
                  <a:cubicBezTo>
                    <a:pt x="814" y="0"/>
                    <a:pt x="0" y="814"/>
                    <a:pt x="0" y="1775"/>
                  </a:cubicBezTo>
                  <a:cubicBezTo>
                    <a:pt x="0" y="2736"/>
                    <a:pt x="814" y="3549"/>
                    <a:pt x="1775" y="3549"/>
                  </a:cubicBezTo>
                  <a:cubicBezTo>
                    <a:pt x="2736" y="3549"/>
                    <a:pt x="3550" y="2736"/>
                    <a:pt x="3550" y="1775"/>
                  </a:cubicBezTo>
                  <a:cubicBezTo>
                    <a:pt x="3550" y="814"/>
                    <a:pt x="2736" y="0"/>
                    <a:pt x="17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59"/>
            <p:cNvSpPr/>
            <p:nvPr/>
          </p:nvSpPr>
          <p:spPr>
            <a:xfrm>
              <a:off x="2028475" y="3650500"/>
              <a:ext cx="3505750" cy="189500"/>
            </a:xfrm>
            <a:custGeom>
              <a:rect b="b" l="l" r="r" t="t"/>
              <a:pathLst>
                <a:path extrusionOk="0" h="7580" w="140230">
                  <a:moveTo>
                    <a:pt x="0" y="1"/>
                  </a:moveTo>
                  <a:lnTo>
                    <a:pt x="0" y="7580"/>
                  </a:lnTo>
                  <a:lnTo>
                    <a:pt x="140230" y="7580"/>
                  </a:lnTo>
                  <a:lnTo>
                    <a:pt x="1402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59"/>
            <p:cNvSpPr/>
            <p:nvPr/>
          </p:nvSpPr>
          <p:spPr>
            <a:xfrm>
              <a:off x="2021075" y="3643125"/>
              <a:ext cx="3521475" cy="204275"/>
            </a:xfrm>
            <a:custGeom>
              <a:rect b="b" l="l" r="r" t="t"/>
              <a:pathLst>
                <a:path extrusionOk="0" h="8171" w="140859">
                  <a:moveTo>
                    <a:pt x="140230" y="629"/>
                  </a:moveTo>
                  <a:lnTo>
                    <a:pt x="140230" y="7542"/>
                  </a:lnTo>
                  <a:lnTo>
                    <a:pt x="592" y="7542"/>
                  </a:lnTo>
                  <a:lnTo>
                    <a:pt x="592" y="629"/>
                  </a:lnTo>
                  <a:close/>
                  <a:moveTo>
                    <a:pt x="296" y="0"/>
                  </a:moveTo>
                  <a:cubicBezTo>
                    <a:pt x="222" y="0"/>
                    <a:pt x="148" y="37"/>
                    <a:pt x="74" y="74"/>
                  </a:cubicBezTo>
                  <a:cubicBezTo>
                    <a:pt x="37" y="148"/>
                    <a:pt x="0" y="222"/>
                    <a:pt x="0" y="296"/>
                  </a:cubicBezTo>
                  <a:lnTo>
                    <a:pt x="0" y="7875"/>
                  </a:lnTo>
                  <a:cubicBezTo>
                    <a:pt x="0" y="7949"/>
                    <a:pt x="37" y="8023"/>
                    <a:pt x="74" y="8097"/>
                  </a:cubicBezTo>
                  <a:cubicBezTo>
                    <a:pt x="148" y="8134"/>
                    <a:pt x="222" y="8171"/>
                    <a:pt x="296" y="8171"/>
                  </a:cubicBezTo>
                  <a:lnTo>
                    <a:pt x="140526" y="8171"/>
                  </a:lnTo>
                  <a:cubicBezTo>
                    <a:pt x="140637" y="8171"/>
                    <a:pt x="140711" y="8134"/>
                    <a:pt x="140747" y="8097"/>
                  </a:cubicBezTo>
                  <a:cubicBezTo>
                    <a:pt x="140821" y="8023"/>
                    <a:pt x="140858" y="7949"/>
                    <a:pt x="140858" y="7875"/>
                  </a:cubicBezTo>
                  <a:lnTo>
                    <a:pt x="140858" y="296"/>
                  </a:lnTo>
                  <a:cubicBezTo>
                    <a:pt x="140858" y="222"/>
                    <a:pt x="140821" y="148"/>
                    <a:pt x="140747" y="74"/>
                  </a:cubicBezTo>
                  <a:cubicBezTo>
                    <a:pt x="140711" y="37"/>
                    <a:pt x="140637" y="0"/>
                    <a:pt x="140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59"/>
            <p:cNvSpPr/>
            <p:nvPr/>
          </p:nvSpPr>
          <p:spPr>
            <a:xfrm>
              <a:off x="1668925" y="2418450"/>
              <a:ext cx="4230400" cy="734825"/>
            </a:xfrm>
            <a:custGeom>
              <a:rect b="b" l="l" r="r" t="t"/>
              <a:pathLst>
                <a:path extrusionOk="0" h="29393" w="169216">
                  <a:moveTo>
                    <a:pt x="52647" y="1"/>
                  </a:moveTo>
                  <a:lnTo>
                    <a:pt x="1" y="15085"/>
                  </a:lnTo>
                  <a:lnTo>
                    <a:pt x="6027" y="29393"/>
                  </a:lnTo>
                  <a:lnTo>
                    <a:pt x="163189" y="29393"/>
                  </a:lnTo>
                  <a:lnTo>
                    <a:pt x="169215" y="15085"/>
                  </a:lnTo>
                  <a:lnTo>
                    <a:pt x="11656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59"/>
            <p:cNvSpPr/>
            <p:nvPr/>
          </p:nvSpPr>
          <p:spPr>
            <a:xfrm>
              <a:off x="1661525" y="2410150"/>
              <a:ext cx="4246100" cy="750525"/>
            </a:xfrm>
            <a:custGeom>
              <a:rect b="b" l="l" r="r" t="t"/>
              <a:pathLst>
                <a:path extrusionOk="0" h="30021" w="169844">
                  <a:moveTo>
                    <a:pt x="116791" y="629"/>
                  </a:moveTo>
                  <a:lnTo>
                    <a:pt x="169104" y="15639"/>
                  </a:lnTo>
                  <a:lnTo>
                    <a:pt x="163300" y="29429"/>
                  </a:lnTo>
                  <a:lnTo>
                    <a:pt x="6545" y="29429"/>
                  </a:lnTo>
                  <a:lnTo>
                    <a:pt x="740" y="15639"/>
                  </a:lnTo>
                  <a:lnTo>
                    <a:pt x="53017" y="629"/>
                  </a:lnTo>
                  <a:close/>
                  <a:moveTo>
                    <a:pt x="52943" y="0"/>
                  </a:moveTo>
                  <a:lnTo>
                    <a:pt x="52869" y="37"/>
                  </a:lnTo>
                  <a:lnTo>
                    <a:pt x="223" y="15121"/>
                  </a:lnTo>
                  <a:cubicBezTo>
                    <a:pt x="149" y="15158"/>
                    <a:pt x="75" y="15232"/>
                    <a:pt x="38" y="15306"/>
                  </a:cubicBezTo>
                  <a:cubicBezTo>
                    <a:pt x="1" y="15380"/>
                    <a:pt x="1" y="15454"/>
                    <a:pt x="38" y="15565"/>
                  </a:cubicBezTo>
                  <a:lnTo>
                    <a:pt x="6064" y="29836"/>
                  </a:lnTo>
                  <a:cubicBezTo>
                    <a:pt x="6101" y="29946"/>
                    <a:pt x="6212" y="30020"/>
                    <a:pt x="6323" y="30020"/>
                  </a:cubicBezTo>
                  <a:lnTo>
                    <a:pt x="163485" y="30020"/>
                  </a:lnTo>
                  <a:cubicBezTo>
                    <a:pt x="163633" y="30020"/>
                    <a:pt x="163744" y="29946"/>
                    <a:pt x="163781" y="29836"/>
                  </a:cubicBezTo>
                  <a:lnTo>
                    <a:pt x="169807" y="15565"/>
                  </a:lnTo>
                  <a:cubicBezTo>
                    <a:pt x="169844" y="15454"/>
                    <a:pt x="169844" y="15380"/>
                    <a:pt x="169807" y="15306"/>
                  </a:cubicBezTo>
                  <a:cubicBezTo>
                    <a:pt x="169770" y="15232"/>
                    <a:pt x="169696" y="15158"/>
                    <a:pt x="169622" y="15121"/>
                  </a:cubicBezTo>
                  <a:lnTo>
                    <a:pt x="116976" y="37"/>
                  </a:lnTo>
                  <a:lnTo>
                    <a:pt x="1168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59"/>
            <p:cNvSpPr/>
            <p:nvPr/>
          </p:nvSpPr>
          <p:spPr>
            <a:xfrm>
              <a:off x="2122750" y="2690200"/>
              <a:ext cx="409475" cy="244950"/>
            </a:xfrm>
            <a:custGeom>
              <a:rect b="b" l="l" r="r" t="t"/>
              <a:pathLst>
                <a:path extrusionOk="0" h="9798" w="16379">
                  <a:moveTo>
                    <a:pt x="9391" y="0"/>
                  </a:moveTo>
                  <a:lnTo>
                    <a:pt x="0" y="2366"/>
                  </a:lnTo>
                  <a:lnTo>
                    <a:pt x="6248" y="9798"/>
                  </a:lnTo>
                  <a:lnTo>
                    <a:pt x="16378" y="8910"/>
                  </a:lnTo>
                  <a:lnTo>
                    <a:pt x="93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59"/>
            <p:cNvSpPr/>
            <p:nvPr/>
          </p:nvSpPr>
          <p:spPr>
            <a:xfrm>
              <a:off x="2396325" y="2621800"/>
              <a:ext cx="409475" cy="244950"/>
            </a:xfrm>
            <a:custGeom>
              <a:rect b="b" l="l" r="r" t="t"/>
              <a:pathLst>
                <a:path extrusionOk="0" h="9798" w="16379">
                  <a:moveTo>
                    <a:pt x="9391" y="0"/>
                  </a:moveTo>
                  <a:lnTo>
                    <a:pt x="0" y="2367"/>
                  </a:lnTo>
                  <a:lnTo>
                    <a:pt x="6249" y="9798"/>
                  </a:lnTo>
                  <a:lnTo>
                    <a:pt x="16378" y="8910"/>
                  </a:lnTo>
                  <a:lnTo>
                    <a:pt x="93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59"/>
            <p:cNvSpPr/>
            <p:nvPr/>
          </p:nvSpPr>
          <p:spPr>
            <a:xfrm>
              <a:off x="5047125" y="2690200"/>
              <a:ext cx="409475" cy="244950"/>
            </a:xfrm>
            <a:custGeom>
              <a:rect b="b" l="l" r="r" t="t"/>
              <a:pathLst>
                <a:path extrusionOk="0" h="9798" w="16379">
                  <a:moveTo>
                    <a:pt x="6988" y="0"/>
                  </a:moveTo>
                  <a:lnTo>
                    <a:pt x="0" y="8910"/>
                  </a:lnTo>
                  <a:lnTo>
                    <a:pt x="10130" y="9798"/>
                  </a:lnTo>
                  <a:lnTo>
                    <a:pt x="16378" y="2366"/>
                  </a:lnTo>
                  <a:lnTo>
                    <a:pt x="69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59"/>
            <p:cNvSpPr/>
            <p:nvPr/>
          </p:nvSpPr>
          <p:spPr>
            <a:xfrm>
              <a:off x="4772600" y="2621800"/>
              <a:ext cx="410400" cy="244950"/>
            </a:xfrm>
            <a:custGeom>
              <a:rect b="b" l="l" r="r" t="t"/>
              <a:pathLst>
                <a:path extrusionOk="0" h="9798" w="16416">
                  <a:moveTo>
                    <a:pt x="7025" y="0"/>
                  </a:moveTo>
                  <a:lnTo>
                    <a:pt x="1" y="8910"/>
                  </a:lnTo>
                  <a:lnTo>
                    <a:pt x="10131" y="9798"/>
                  </a:lnTo>
                  <a:lnTo>
                    <a:pt x="16416" y="2367"/>
                  </a:lnTo>
                  <a:lnTo>
                    <a:pt x="702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59"/>
            <p:cNvSpPr/>
            <p:nvPr/>
          </p:nvSpPr>
          <p:spPr>
            <a:xfrm>
              <a:off x="1668925" y="2795550"/>
              <a:ext cx="863300" cy="854975"/>
            </a:xfrm>
            <a:custGeom>
              <a:rect b="b" l="l" r="r" t="t"/>
              <a:pathLst>
                <a:path extrusionOk="0" h="34199" w="34532">
                  <a:moveTo>
                    <a:pt x="1" y="1"/>
                  </a:moveTo>
                  <a:lnTo>
                    <a:pt x="14604" y="34199"/>
                  </a:lnTo>
                  <a:lnTo>
                    <a:pt x="31537" y="34199"/>
                  </a:lnTo>
                  <a:lnTo>
                    <a:pt x="34531" y="4696"/>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59"/>
            <p:cNvSpPr/>
            <p:nvPr/>
          </p:nvSpPr>
          <p:spPr>
            <a:xfrm>
              <a:off x="1661525" y="2788175"/>
              <a:ext cx="879000" cy="870675"/>
            </a:xfrm>
            <a:custGeom>
              <a:rect b="b" l="l" r="r" t="t"/>
              <a:pathLst>
                <a:path extrusionOk="0" h="34827" w="35160">
                  <a:moveTo>
                    <a:pt x="814" y="703"/>
                  </a:moveTo>
                  <a:lnTo>
                    <a:pt x="34494" y="5250"/>
                  </a:lnTo>
                  <a:lnTo>
                    <a:pt x="31526" y="34198"/>
                  </a:lnTo>
                  <a:lnTo>
                    <a:pt x="15122" y="34198"/>
                  </a:lnTo>
                  <a:lnTo>
                    <a:pt x="814" y="703"/>
                  </a:lnTo>
                  <a:close/>
                  <a:moveTo>
                    <a:pt x="334" y="0"/>
                  </a:moveTo>
                  <a:cubicBezTo>
                    <a:pt x="260" y="0"/>
                    <a:pt x="149" y="37"/>
                    <a:pt x="75" y="111"/>
                  </a:cubicBezTo>
                  <a:cubicBezTo>
                    <a:pt x="1" y="222"/>
                    <a:pt x="1" y="333"/>
                    <a:pt x="38" y="444"/>
                  </a:cubicBezTo>
                  <a:lnTo>
                    <a:pt x="14641" y="34605"/>
                  </a:lnTo>
                  <a:cubicBezTo>
                    <a:pt x="14678" y="34753"/>
                    <a:pt x="14789" y="34827"/>
                    <a:pt x="14900" y="34827"/>
                  </a:cubicBezTo>
                  <a:lnTo>
                    <a:pt x="31833" y="34827"/>
                  </a:lnTo>
                  <a:cubicBezTo>
                    <a:pt x="31980" y="34827"/>
                    <a:pt x="32091" y="34679"/>
                    <a:pt x="32128" y="34531"/>
                  </a:cubicBezTo>
                  <a:lnTo>
                    <a:pt x="35123" y="5028"/>
                  </a:lnTo>
                  <a:cubicBezTo>
                    <a:pt x="35160" y="4843"/>
                    <a:pt x="35049" y="4695"/>
                    <a:pt x="34864" y="4695"/>
                  </a:cubicBezTo>
                  <a:lnTo>
                    <a:pt x="3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59"/>
            <p:cNvSpPr/>
            <p:nvPr/>
          </p:nvSpPr>
          <p:spPr>
            <a:xfrm>
              <a:off x="564425" y="2517350"/>
              <a:ext cx="635925" cy="2438250"/>
            </a:xfrm>
            <a:custGeom>
              <a:rect b="b" l="l" r="r" t="t"/>
              <a:pathLst>
                <a:path extrusionOk="0" h="97530" w="25437">
                  <a:moveTo>
                    <a:pt x="1" y="1"/>
                  </a:moveTo>
                  <a:lnTo>
                    <a:pt x="1" y="97049"/>
                  </a:lnTo>
                  <a:lnTo>
                    <a:pt x="24438" y="97530"/>
                  </a:lnTo>
                  <a:lnTo>
                    <a:pt x="25437" y="97530"/>
                  </a:lnTo>
                  <a:lnTo>
                    <a:pt x="25437" y="61853"/>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59"/>
            <p:cNvSpPr/>
            <p:nvPr/>
          </p:nvSpPr>
          <p:spPr>
            <a:xfrm>
              <a:off x="557050" y="2509725"/>
              <a:ext cx="651625" cy="2453275"/>
            </a:xfrm>
            <a:custGeom>
              <a:rect b="b" l="l" r="r" t="t"/>
              <a:pathLst>
                <a:path extrusionOk="0" h="98131" w="26065">
                  <a:moveTo>
                    <a:pt x="629" y="1859"/>
                  </a:moveTo>
                  <a:lnTo>
                    <a:pt x="25436" y="62232"/>
                  </a:lnTo>
                  <a:lnTo>
                    <a:pt x="25436" y="97502"/>
                  </a:lnTo>
                  <a:lnTo>
                    <a:pt x="24733" y="97502"/>
                  </a:lnTo>
                  <a:lnTo>
                    <a:pt x="629" y="97021"/>
                  </a:lnTo>
                  <a:lnTo>
                    <a:pt x="629" y="1859"/>
                  </a:lnTo>
                  <a:close/>
                  <a:moveTo>
                    <a:pt x="334" y="1"/>
                  </a:moveTo>
                  <a:cubicBezTo>
                    <a:pt x="310" y="1"/>
                    <a:pt x="284" y="4"/>
                    <a:pt x="259" y="10"/>
                  </a:cubicBezTo>
                  <a:cubicBezTo>
                    <a:pt x="111" y="47"/>
                    <a:pt x="0" y="158"/>
                    <a:pt x="0" y="306"/>
                  </a:cubicBezTo>
                  <a:lnTo>
                    <a:pt x="0" y="97354"/>
                  </a:lnTo>
                  <a:cubicBezTo>
                    <a:pt x="0" y="97502"/>
                    <a:pt x="148" y="97650"/>
                    <a:pt x="296" y="97650"/>
                  </a:cubicBezTo>
                  <a:lnTo>
                    <a:pt x="24733" y="98130"/>
                  </a:lnTo>
                  <a:lnTo>
                    <a:pt x="25732" y="98130"/>
                  </a:lnTo>
                  <a:cubicBezTo>
                    <a:pt x="25842" y="98130"/>
                    <a:pt x="25916" y="98093"/>
                    <a:pt x="25953" y="98056"/>
                  </a:cubicBezTo>
                  <a:cubicBezTo>
                    <a:pt x="26027" y="97982"/>
                    <a:pt x="26064" y="97908"/>
                    <a:pt x="26064" y="97835"/>
                  </a:cubicBezTo>
                  <a:lnTo>
                    <a:pt x="26064" y="62158"/>
                  </a:lnTo>
                  <a:lnTo>
                    <a:pt x="26027" y="62047"/>
                  </a:lnTo>
                  <a:lnTo>
                    <a:pt x="592" y="195"/>
                  </a:lnTo>
                  <a:cubicBezTo>
                    <a:pt x="561" y="72"/>
                    <a:pt x="454" y="1"/>
                    <a:pt x="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59"/>
            <p:cNvSpPr/>
            <p:nvPr/>
          </p:nvSpPr>
          <p:spPr>
            <a:xfrm>
              <a:off x="6378975" y="2517350"/>
              <a:ext cx="635925" cy="2438250"/>
            </a:xfrm>
            <a:custGeom>
              <a:rect b="b" l="l" r="r" t="t"/>
              <a:pathLst>
                <a:path extrusionOk="0" h="97530" w="25437">
                  <a:moveTo>
                    <a:pt x="25437" y="1"/>
                  </a:moveTo>
                  <a:lnTo>
                    <a:pt x="1" y="61853"/>
                  </a:lnTo>
                  <a:lnTo>
                    <a:pt x="1" y="97530"/>
                  </a:lnTo>
                  <a:lnTo>
                    <a:pt x="1036" y="97530"/>
                  </a:lnTo>
                  <a:lnTo>
                    <a:pt x="25437" y="97049"/>
                  </a:lnTo>
                  <a:lnTo>
                    <a:pt x="254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59"/>
            <p:cNvSpPr/>
            <p:nvPr/>
          </p:nvSpPr>
          <p:spPr>
            <a:xfrm>
              <a:off x="6371600" y="2509725"/>
              <a:ext cx="650700" cy="2453275"/>
            </a:xfrm>
            <a:custGeom>
              <a:rect b="b" l="l" r="r" t="t"/>
              <a:pathLst>
                <a:path extrusionOk="0" h="98131" w="26028">
                  <a:moveTo>
                    <a:pt x="25436" y="1859"/>
                  </a:moveTo>
                  <a:lnTo>
                    <a:pt x="25436" y="97021"/>
                  </a:lnTo>
                  <a:lnTo>
                    <a:pt x="1331" y="97502"/>
                  </a:lnTo>
                  <a:lnTo>
                    <a:pt x="592" y="97502"/>
                  </a:lnTo>
                  <a:lnTo>
                    <a:pt x="592" y="62232"/>
                  </a:lnTo>
                  <a:lnTo>
                    <a:pt x="25436" y="1859"/>
                  </a:lnTo>
                  <a:close/>
                  <a:moveTo>
                    <a:pt x="25730" y="1"/>
                  </a:moveTo>
                  <a:cubicBezTo>
                    <a:pt x="25609" y="1"/>
                    <a:pt x="25497" y="72"/>
                    <a:pt x="25436" y="195"/>
                  </a:cubicBezTo>
                  <a:lnTo>
                    <a:pt x="0" y="62047"/>
                  </a:lnTo>
                  <a:lnTo>
                    <a:pt x="0" y="62158"/>
                  </a:lnTo>
                  <a:lnTo>
                    <a:pt x="0" y="97835"/>
                  </a:lnTo>
                  <a:cubicBezTo>
                    <a:pt x="0" y="97908"/>
                    <a:pt x="37" y="97982"/>
                    <a:pt x="74" y="98056"/>
                  </a:cubicBezTo>
                  <a:cubicBezTo>
                    <a:pt x="148" y="98093"/>
                    <a:pt x="222" y="98130"/>
                    <a:pt x="296" y="98130"/>
                  </a:cubicBezTo>
                  <a:lnTo>
                    <a:pt x="1331" y="98130"/>
                  </a:lnTo>
                  <a:lnTo>
                    <a:pt x="25732" y="97650"/>
                  </a:lnTo>
                  <a:cubicBezTo>
                    <a:pt x="25916" y="97650"/>
                    <a:pt x="26027" y="97502"/>
                    <a:pt x="26027" y="97354"/>
                  </a:cubicBezTo>
                  <a:lnTo>
                    <a:pt x="26027" y="306"/>
                  </a:lnTo>
                  <a:cubicBezTo>
                    <a:pt x="26027" y="158"/>
                    <a:pt x="25953" y="47"/>
                    <a:pt x="25805" y="10"/>
                  </a:cubicBezTo>
                  <a:cubicBezTo>
                    <a:pt x="25780" y="4"/>
                    <a:pt x="25755" y="1"/>
                    <a:pt x="25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59"/>
            <p:cNvSpPr/>
            <p:nvPr/>
          </p:nvSpPr>
          <p:spPr>
            <a:xfrm>
              <a:off x="564425" y="2517350"/>
              <a:ext cx="1469625" cy="1546325"/>
            </a:xfrm>
            <a:custGeom>
              <a:rect b="b" l="l" r="r" t="t"/>
              <a:pathLst>
                <a:path extrusionOk="0" h="61853" w="58785">
                  <a:moveTo>
                    <a:pt x="1" y="1"/>
                  </a:moveTo>
                  <a:lnTo>
                    <a:pt x="25363" y="61853"/>
                  </a:lnTo>
                  <a:lnTo>
                    <a:pt x="58784" y="45327"/>
                  </a:lnTo>
                  <a:lnTo>
                    <a:pt x="44181" y="11129"/>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59"/>
            <p:cNvSpPr/>
            <p:nvPr/>
          </p:nvSpPr>
          <p:spPr>
            <a:xfrm>
              <a:off x="556125" y="2509600"/>
              <a:ext cx="1487150" cy="1562075"/>
            </a:xfrm>
            <a:custGeom>
              <a:rect b="b" l="l" r="r" t="t"/>
              <a:pathLst>
                <a:path extrusionOk="0" h="62483" w="59486">
                  <a:moveTo>
                    <a:pt x="850" y="754"/>
                  </a:moveTo>
                  <a:lnTo>
                    <a:pt x="44291" y="11698"/>
                  </a:lnTo>
                  <a:lnTo>
                    <a:pt x="58752" y="45503"/>
                  </a:lnTo>
                  <a:lnTo>
                    <a:pt x="58752" y="45503"/>
                  </a:lnTo>
                  <a:lnTo>
                    <a:pt x="25879" y="61756"/>
                  </a:lnTo>
                  <a:lnTo>
                    <a:pt x="850" y="754"/>
                  </a:lnTo>
                  <a:close/>
                  <a:moveTo>
                    <a:pt x="318" y="1"/>
                  </a:moveTo>
                  <a:cubicBezTo>
                    <a:pt x="239" y="1"/>
                    <a:pt x="165" y="35"/>
                    <a:pt x="111" y="89"/>
                  </a:cubicBezTo>
                  <a:cubicBezTo>
                    <a:pt x="37" y="200"/>
                    <a:pt x="0" y="311"/>
                    <a:pt x="74" y="422"/>
                  </a:cubicBezTo>
                  <a:lnTo>
                    <a:pt x="25399" y="62274"/>
                  </a:lnTo>
                  <a:cubicBezTo>
                    <a:pt x="25436" y="62348"/>
                    <a:pt x="25510" y="62422"/>
                    <a:pt x="25584" y="62459"/>
                  </a:cubicBezTo>
                  <a:cubicBezTo>
                    <a:pt x="25614" y="62474"/>
                    <a:pt x="25651" y="62483"/>
                    <a:pt x="25689" y="62483"/>
                  </a:cubicBezTo>
                  <a:cubicBezTo>
                    <a:pt x="25743" y="62483"/>
                    <a:pt x="25799" y="62465"/>
                    <a:pt x="25842" y="62422"/>
                  </a:cubicBezTo>
                  <a:lnTo>
                    <a:pt x="59264" y="45933"/>
                  </a:lnTo>
                  <a:cubicBezTo>
                    <a:pt x="59412" y="45859"/>
                    <a:pt x="59486" y="45674"/>
                    <a:pt x="59412" y="45526"/>
                  </a:cubicBezTo>
                  <a:lnTo>
                    <a:pt x="44808" y="11328"/>
                  </a:lnTo>
                  <a:cubicBezTo>
                    <a:pt x="44771" y="11254"/>
                    <a:pt x="44697" y="11180"/>
                    <a:pt x="44587" y="11143"/>
                  </a:cubicBezTo>
                  <a:lnTo>
                    <a:pt x="407" y="15"/>
                  </a:lnTo>
                  <a:cubicBezTo>
                    <a:pt x="377" y="5"/>
                    <a:pt x="347" y="1"/>
                    <a:pt x="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59"/>
            <p:cNvSpPr/>
            <p:nvPr/>
          </p:nvSpPr>
          <p:spPr>
            <a:xfrm>
              <a:off x="5038800" y="2795550"/>
              <a:ext cx="861425" cy="854975"/>
            </a:xfrm>
            <a:custGeom>
              <a:rect b="b" l="l" r="r" t="t"/>
              <a:pathLst>
                <a:path extrusionOk="0" h="34199" w="34457">
                  <a:moveTo>
                    <a:pt x="34457" y="1"/>
                  </a:moveTo>
                  <a:lnTo>
                    <a:pt x="0" y="4696"/>
                  </a:lnTo>
                  <a:lnTo>
                    <a:pt x="2958" y="34199"/>
                  </a:lnTo>
                  <a:lnTo>
                    <a:pt x="19854" y="34199"/>
                  </a:lnTo>
                  <a:lnTo>
                    <a:pt x="3445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59"/>
            <p:cNvSpPr/>
            <p:nvPr/>
          </p:nvSpPr>
          <p:spPr>
            <a:xfrm>
              <a:off x="5030475" y="2788175"/>
              <a:ext cx="878075" cy="870675"/>
            </a:xfrm>
            <a:custGeom>
              <a:rect b="b" l="l" r="r" t="t"/>
              <a:pathLst>
                <a:path extrusionOk="0" h="34827" w="35123">
                  <a:moveTo>
                    <a:pt x="34272" y="703"/>
                  </a:moveTo>
                  <a:lnTo>
                    <a:pt x="19965" y="34198"/>
                  </a:lnTo>
                  <a:lnTo>
                    <a:pt x="3561" y="34198"/>
                  </a:lnTo>
                  <a:lnTo>
                    <a:pt x="666" y="5250"/>
                  </a:lnTo>
                  <a:lnTo>
                    <a:pt x="34272" y="703"/>
                  </a:lnTo>
                  <a:close/>
                  <a:moveTo>
                    <a:pt x="34753" y="0"/>
                  </a:moveTo>
                  <a:lnTo>
                    <a:pt x="296" y="4695"/>
                  </a:lnTo>
                  <a:cubicBezTo>
                    <a:pt x="149" y="4732"/>
                    <a:pt x="1" y="4880"/>
                    <a:pt x="38" y="5028"/>
                  </a:cubicBezTo>
                  <a:lnTo>
                    <a:pt x="2958" y="34531"/>
                  </a:lnTo>
                  <a:cubicBezTo>
                    <a:pt x="2995" y="34679"/>
                    <a:pt x="3106" y="34827"/>
                    <a:pt x="3291" y="34827"/>
                  </a:cubicBezTo>
                  <a:lnTo>
                    <a:pt x="20187" y="34827"/>
                  </a:lnTo>
                  <a:cubicBezTo>
                    <a:pt x="20298" y="34827"/>
                    <a:pt x="20408" y="34753"/>
                    <a:pt x="20445" y="34605"/>
                  </a:cubicBezTo>
                  <a:lnTo>
                    <a:pt x="35049" y="444"/>
                  </a:lnTo>
                  <a:cubicBezTo>
                    <a:pt x="35123" y="333"/>
                    <a:pt x="35086" y="222"/>
                    <a:pt x="35012" y="111"/>
                  </a:cubicBezTo>
                  <a:cubicBezTo>
                    <a:pt x="34938" y="37"/>
                    <a:pt x="34864" y="0"/>
                    <a:pt x="347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59"/>
            <p:cNvSpPr/>
            <p:nvPr/>
          </p:nvSpPr>
          <p:spPr>
            <a:xfrm>
              <a:off x="5583200" y="3053425"/>
              <a:ext cx="129400" cy="107250"/>
            </a:xfrm>
            <a:custGeom>
              <a:rect b="b" l="l" r="r" t="t"/>
              <a:pathLst>
                <a:path extrusionOk="0" h="4290" w="5176">
                  <a:moveTo>
                    <a:pt x="5176" y="1"/>
                  </a:moveTo>
                  <a:lnTo>
                    <a:pt x="1442" y="371"/>
                  </a:lnTo>
                  <a:lnTo>
                    <a:pt x="0" y="4289"/>
                  </a:lnTo>
                  <a:lnTo>
                    <a:pt x="3623" y="3957"/>
                  </a:lnTo>
                  <a:lnTo>
                    <a:pt x="517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59"/>
            <p:cNvSpPr/>
            <p:nvPr/>
          </p:nvSpPr>
          <p:spPr>
            <a:xfrm>
              <a:off x="5375225" y="3075625"/>
              <a:ext cx="122950" cy="102600"/>
            </a:xfrm>
            <a:custGeom>
              <a:rect b="b" l="l" r="r" t="t"/>
              <a:pathLst>
                <a:path extrusionOk="0" h="4104" w="4918">
                  <a:moveTo>
                    <a:pt x="4918" y="0"/>
                  </a:moveTo>
                  <a:lnTo>
                    <a:pt x="1406" y="333"/>
                  </a:lnTo>
                  <a:lnTo>
                    <a:pt x="1" y="4104"/>
                  </a:lnTo>
                  <a:lnTo>
                    <a:pt x="3513" y="3808"/>
                  </a:lnTo>
                  <a:lnTo>
                    <a:pt x="49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59"/>
            <p:cNvSpPr/>
            <p:nvPr/>
          </p:nvSpPr>
          <p:spPr>
            <a:xfrm>
              <a:off x="5415900" y="2996125"/>
              <a:ext cx="111850" cy="73050"/>
            </a:xfrm>
            <a:custGeom>
              <a:rect b="b" l="l" r="r" t="t"/>
              <a:pathLst>
                <a:path extrusionOk="0" h="2922" w="4474">
                  <a:moveTo>
                    <a:pt x="4474" y="1"/>
                  </a:moveTo>
                  <a:lnTo>
                    <a:pt x="962" y="407"/>
                  </a:lnTo>
                  <a:lnTo>
                    <a:pt x="0" y="2921"/>
                  </a:lnTo>
                  <a:lnTo>
                    <a:pt x="3513" y="2552"/>
                  </a:lnTo>
                  <a:lnTo>
                    <a:pt x="44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59"/>
            <p:cNvSpPr/>
            <p:nvPr/>
          </p:nvSpPr>
          <p:spPr>
            <a:xfrm>
              <a:off x="5520350" y="2983200"/>
              <a:ext cx="112775" cy="74875"/>
            </a:xfrm>
            <a:custGeom>
              <a:rect b="b" l="l" r="r" t="t"/>
              <a:pathLst>
                <a:path extrusionOk="0" h="2995" w="4511">
                  <a:moveTo>
                    <a:pt x="4511" y="0"/>
                  </a:moveTo>
                  <a:lnTo>
                    <a:pt x="961" y="444"/>
                  </a:lnTo>
                  <a:lnTo>
                    <a:pt x="0" y="2995"/>
                  </a:lnTo>
                  <a:lnTo>
                    <a:pt x="0" y="2995"/>
                  </a:lnTo>
                  <a:lnTo>
                    <a:pt x="3512" y="2662"/>
                  </a:lnTo>
                  <a:lnTo>
                    <a:pt x="4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59"/>
            <p:cNvSpPr/>
            <p:nvPr/>
          </p:nvSpPr>
          <p:spPr>
            <a:xfrm>
              <a:off x="5276325" y="3085775"/>
              <a:ext cx="118350" cy="101700"/>
            </a:xfrm>
            <a:custGeom>
              <a:rect b="b" l="l" r="r" t="t"/>
              <a:pathLst>
                <a:path extrusionOk="0" h="4068" w="4734">
                  <a:moveTo>
                    <a:pt x="4733" y="1"/>
                  </a:moveTo>
                  <a:lnTo>
                    <a:pt x="1517" y="334"/>
                  </a:lnTo>
                  <a:lnTo>
                    <a:pt x="1" y="4068"/>
                  </a:lnTo>
                  <a:lnTo>
                    <a:pt x="3291" y="3772"/>
                  </a:lnTo>
                  <a:lnTo>
                    <a:pt x="473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59"/>
            <p:cNvSpPr/>
            <p:nvPr/>
          </p:nvSpPr>
          <p:spPr>
            <a:xfrm>
              <a:off x="5535125" y="3168050"/>
              <a:ext cx="132200" cy="119250"/>
            </a:xfrm>
            <a:custGeom>
              <a:rect b="b" l="l" r="r" t="t"/>
              <a:pathLst>
                <a:path extrusionOk="0" h="4770" w="5288">
                  <a:moveTo>
                    <a:pt x="5287" y="0"/>
                  </a:moveTo>
                  <a:lnTo>
                    <a:pt x="1664" y="296"/>
                  </a:lnTo>
                  <a:lnTo>
                    <a:pt x="1" y="4769"/>
                  </a:lnTo>
                  <a:lnTo>
                    <a:pt x="3476" y="4585"/>
                  </a:lnTo>
                  <a:lnTo>
                    <a:pt x="528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59"/>
            <p:cNvSpPr/>
            <p:nvPr/>
          </p:nvSpPr>
          <p:spPr>
            <a:xfrm>
              <a:off x="5295750" y="3308525"/>
              <a:ext cx="115550" cy="81375"/>
            </a:xfrm>
            <a:custGeom>
              <a:rect b="b" l="l" r="r" t="t"/>
              <a:pathLst>
                <a:path extrusionOk="0" h="3255" w="4622">
                  <a:moveTo>
                    <a:pt x="4622" y="1"/>
                  </a:moveTo>
                  <a:lnTo>
                    <a:pt x="1146" y="223"/>
                  </a:lnTo>
                  <a:lnTo>
                    <a:pt x="0" y="3254"/>
                  </a:lnTo>
                  <a:lnTo>
                    <a:pt x="3402" y="3254"/>
                  </a:lnTo>
                  <a:lnTo>
                    <a:pt x="46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59"/>
            <p:cNvSpPr/>
            <p:nvPr/>
          </p:nvSpPr>
          <p:spPr>
            <a:xfrm>
              <a:off x="5478750" y="3064525"/>
              <a:ext cx="123875" cy="104475"/>
            </a:xfrm>
            <a:custGeom>
              <a:rect b="b" l="l" r="r" t="t"/>
              <a:pathLst>
                <a:path extrusionOk="0" h="4179" w="4955">
                  <a:moveTo>
                    <a:pt x="4954" y="0"/>
                  </a:moveTo>
                  <a:lnTo>
                    <a:pt x="1442" y="370"/>
                  </a:lnTo>
                  <a:lnTo>
                    <a:pt x="0" y="4178"/>
                  </a:lnTo>
                  <a:lnTo>
                    <a:pt x="3513" y="3882"/>
                  </a:lnTo>
                  <a:lnTo>
                    <a:pt x="495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59"/>
            <p:cNvSpPr/>
            <p:nvPr/>
          </p:nvSpPr>
          <p:spPr>
            <a:xfrm>
              <a:off x="5624775" y="2969325"/>
              <a:ext cx="121100" cy="78575"/>
            </a:xfrm>
            <a:custGeom>
              <a:rect b="b" l="l" r="r" t="t"/>
              <a:pathLst>
                <a:path extrusionOk="0" h="3143" w="4844">
                  <a:moveTo>
                    <a:pt x="4844" y="0"/>
                  </a:moveTo>
                  <a:lnTo>
                    <a:pt x="999" y="481"/>
                  </a:lnTo>
                  <a:lnTo>
                    <a:pt x="1" y="3143"/>
                  </a:lnTo>
                  <a:lnTo>
                    <a:pt x="3772" y="2773"/>
                  </a:lnTo>
                  <a:lnTo>
                    <a:pt x="48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59"/>
            <p:cNvSpPr/>
            <p:nvPr/>
          </p:nvSpPr>
          <p:spPr>
            <a:xfrm>
              <a:off x="5193150" y="3315000"/>
              <a:ext cx="115550" cy="74900"/>
            </a:xfrm>
            <a:custGeom>
              <a:rect b="b" l="l" r="r" t="t"/>
              <a:pathLst>
                <a:path extrusionOk="0" h="2996" w="4622">
                  <a:moveTo>
                    <a:pt x="4622" y="1"/>
                  </a:moveTo>
                  <a:lnTo>
                    <a:pt x="1147" y="185"/>
                  </a:lnTo>
                  <a:lnTo>
                    <a:pt x="0" y="2995"/>
                  </a:lnTo>
                  <a:lnTo>
                    <a:pt x="3476" y="2995"/>
                  </a:lnTo>
                  <a:lnTo>
                    <a:pt x="46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59"/>
            <p:cNvSpPr/>
            <p:nvPr/>
          </p:nvSpPr>
          <p:spPr>
            <a:xfrm>
              <a:off x="5320700" y="3009075"/>
              <a:ext cx="102625" cy="69325"/>
            </a:xfrm>
            <a:custGeom>
              <a:rect b="b" l="l" r="r" t="t"/>
              <a:pathLst>
                <a:path extrusionOk="0" h="2773" w="4105">
                  <a:moveTo>
                    <a:pt x="4104" y="0"/>
                  </a:moveTo>
                  <a:lnTo>
                    <a:pt x="962" y="370"/>
                  </a:lnTo>
                  <a:lnTo>
                    <a:pt x="0" y="2773"/>
                  </a:lnTo>
                  <a:lnTo>
                    <a:pt x="0" y="2773"/>
                  </a:lnTo>
                  <a:lnTo>
                    <a:pt x="3180" y="2477"/>
                  </a:lnTo>
                  <a:lnTo>
                    <a:pt x="410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59"/>
            <p:cNvSpPr/>
            <p:nvPr/>
          </p:nvSpPr>
          <p:spPr>
            <a:xfrm>
              <a:off x="5497225" y="3297450"/>
              <a:ext cx="119275" cy="92450"/>
            </a:xfrm>
            <a:custGeom>
              <a:rect b="b" l="l" r="r" t="t"/>
              <a:pathLst>
                <a:path extrusionOk="0" h="3698" w="4771">
                  <a:moveTo>
                    <a:pt x="4770" y="0"/>
                  </a:moveTo>
                  <a:lnTo>
                    <a:pt x="1295" y="185"/>
                  </a:lnTo>
                  <a:lnTo>
                    <a:pt x="1" y="3697"/>
                  </a:lnTo>
                  <a:lnTo>
                    <a:pt x="3291" y="3697"/>
                  </a:lnTo>
                  <a:lnTo>
                    <a:pt x="47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59"/>
            <p:cNvSpPr/>
            <p:nvPr/>
          </p:nvSpPr>
          <p:spPr>
            <a:xfrm>
              <a:off x="5432525" y="3177275"/>
              <a:ext cx="128500" cy="115575"/>
            </a:xfrm>
            <a:custGeom>
              <a:rect b="b" l="l" r="r" t="t"/>
              <a:pathLst>
                <a:path extrusionOk="0" h="4623" w="5140">
                  <a:moveTo>
                    <a:pt x="5140" y="1"/>
                  </a:moveTo>
                  <a:lnTo>
                    <a:pt x="1628" y="297"/>
                  </a:lnTo>
                  <a:lnTo>
                    <a:pt x="1" y="4622"/>
                  </a:lnTo>
                  <a:lnTo>
                    <a:pt x="3476" y="4437"/>
                  </a:lnTo>
                  <a:lnTo>
                    <a:pt x="51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59"/>
            <p:cNvSpPr/>
            <p:nvPr/>
          </p:nvSpPr>
          <p:spPr>
            <a:xfrm>
              <a:off x="5329950" y="3185600"/>
              <a:ext cx="126650" cy="112800"/>
            </a:xfrm>
            <a:custGeom>
              <a:rect b="b" l="l" r="r" t="t"/>
              <a:pathLst>
                <a:path extrusionOk="0" h="4512" w="5066">
                  <a:moveTo>
                    <a:pt x="5065" y="1"/>
                  </a:moveTo>
                  <a:lnTo>
                    <a:pt x="1590" y="333"/>
                  </a:lnTo>
                  <a:lnTo>
                    <a:pt x="0" y="4511"/>
                  </a:lnTo>
                  <a:lnTo>
                    <a:pt x="3475" y="4326"/>
                  </a:lnTo>
                  <a:lnTo>
                    <a:pt x="50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59"/>
            <p:cNvSpPr/>
            <p:nvPr/>
          </p:nvSpPr>
          <p:spPr>
            <a:xfrm>
              <a:off x="5228275" y="3194850"/>
              <a:ext cx="124800" cy="110000"/>
            </a:xfrm>
            <a:custGeom>
              <a:rect b="b" l="l" r="r" t="t"/>
              <a:pathLst>
                <a:path extrusionOk="0" h="4400" w="4992">
                  <a:moveTo>
                    <a:pt x="4991" y="0"/>
                  </a:moveTo>
                  <a:lnTo>
                    <a:pt x="1664" y="296"/>
                  </a:lnTo>
                  <a:lnTo>
                    <a:pt x="0" y="4400"/>
                  </a:lnTo>
                  <a:lnTo>
                    <a:pt x="3439" y="4178"/>
                  </a:lnTo>
                  <a:lnTo>
                    <a:pt x="49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59"/>
            <p:cNvSpPr/>
            <p:nvPr/>
          </p:nvSpPr>
          <p:spPr>
            <a:xfrm>
              <a:off x="5396500" y="3302975"/>
              <a:ext cx="117400" cy="86925"/>
            </a:xfrm>
            <a:custGeom>
              <a:rect b="b" l="l" r="r" t="t"/>
              <a:pathLst>
                <a:path extrusionOk="0" h="3477" w="4696">
                  <a:moveTo>
                    <a:pt x="4695" y="1"/>
                  </a:moveTo>
                  <a:lnTo>
                    <a:pt x="1220" y="186"/>
                  </a:lnTo>
                  <a:lnTo>
                    <a:pt x="0" y="3476"/>
                  </a:lnTo>
                  <a:lnTo>
                    <a:pt x="3401" y="3476"/>
                  </a:lnTo>
                  <a:lnTo>
                    <a:pt x="469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59"/>
            <p:cNvSpPr/>
            <p:nvPr/>
          </p:nvSpPr>
          <p:spPr>
            <a:xfrm>
              <a:off x="5535125" y="2517350"/>
              <a:ext cx="1469600" cy="1546325"/>
            </a:xfrm>
            <a:custGeom>
              <a:rect b="b" l="l" r="r" t="t"/>
              <a:pathLst>
                <a:path extrusionOk="0" h="61853" w="58784">
                  <a:moveTo>
                    <a:pt x="58784" y="1"/>
                  </a:moveTo>
                  <a:lnTo>
                    <a:pt x="14604" y="11129"/>
                  </a:lnTo>
                  <a:lnTo>
                    <a:pt x="1" y="45327"/>
                  </a:lnTo>
                  <a:lnTo>
                    <a:pt x="33422" y="61853"/>
                  </a:lnTo>
                  <a:lnTo>
                    <a:pt x="5878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59"/>
            <p:cNvSpPr/>
            <p:nvPr/>
          </p:nvSpPr>
          <p:spPr>
            <a:xfrm>
              <a:off x="5525875" y="2509600"/>
              <a:ext cx="1487175" cy="1562075"/>
            </a:xfrm>
            <a:custGeom>
              <a:rect b="b" l="l" r="r" t="t"/>
              <a:pathLst>
                <a:path extrusionOk="0" h="62483" w="59487">
                  <a:moveTo>
                    <a:pt x="58636" y="754"/>
                  </a:moveTo>
                  <a:lnTo>
                    <a:pt x="33644" y="61756"/>
                  </a:lnTo>
                  <a:lnTo>
                    <a:pt x="734" y="45503"/>
                  </a:lnTo>
                  <a:lnTo>
                    <a:pt x="734" y="45503"/>
                  </a:lnTo>
                  <a:lnTo>
                    <a:pt x="15196" y="11698"/>
                  </a:lnTo>
                  <a:lnTo>
                    <a:pt x="58636" y="754"/>
                  </a:lnTo>
                  <a:close/>
                  <a:moveTo>
                    <a:pt x="59168" y="1"/>
                  </a:moveTo>
                  <a:cubicBezTo>
                    <a:pt x="59139" y="1"/>
                    <a:pt x="59110" y="5"/>
                    <a:pt x="59080" y="15"/>
                  </a:cubicBezTo>
                  <a:lnTo>
                    <a:pt x="14900" y="11143"/>
                  </a:lnTo>
                  <a:cubicBezTo>
                    <a:pt x="14789" y="11180"/>
                    <a:pt x="14715" y="11254"/>
                    <a:pt x="14678" y="11328"/>
                  </a:cubicBezTo>
                  <a:lnTo>
                    <a:pt x="75" y="45526"/>
                  </a:lnTo>
                  <a:cubicBezTo>
                    <a:pt x="1" y="45674"/>
                    <a:pt x="75" y="45859"/>
                    <a:pt x="223" y="45933"/>
                  </a:cubicBezTo>
                  <a:lnTo>
                    <a:pt x="33644" y="62422"/>
                  </a:lnTo>
                  <a:cubicBezTo>
                    <a:pt x="33687" y="62465"/>
                    <a:pt x="33743" y="62483"/>
                    <a:pt x="33797" y="62483"/>
                  </a:cubicBezTo>
                  <a:cubicBezTo>
                    <a:pt x="33835" y="62483"/>
                    <a:pt x="33872" y="62474"/>
                    <a:pt x="33903" y="62459"/>
                  </a:cubicBezTo>
                  <a:cubicBezTo>
                    <a:pt x="33977" y="62422"/>
                    <a:pt x="34051" y="62348"/>
                    <a:pt x="34088" y="62274"/>
                  </a:cubicBezTo>
                  <a:lnTo>
                    <a:pt x="59413" y="422"/>
                  </a:lnTo>
                  <a:cubicBezTo>
                    <a:pt x="59487" y="311"/>
                    <a:pt x="59450" y="200"/>
                    <a:pt x="59376" y="89"/>
                  </a:cubicBezTo>
                  <a:cubicBezTo>
                    <a:pt x="59322" y="35"/>
                    <a:pt x="59248" y="1"/>
                    <a:pt x="591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59"/>
            <p:cNvSpPr/>
            <p:nvPr/>
          </p:nvSpPr>
          <p:spPr>
            <a:xfrm>
              <a:off x="2453625" y="2391650"/>
              <a:ext cx="2670225" cy="1257025"/>
            </a:xfrm>
            <a:custGeom>
              <a:rect b="b" l="l" r="r" t="t"/>
              <a:pathLst>
                <a:path extrusionOk="0" h="50281" w="106809">
                  <a:moveTo>
                    <a:pt x="8652" y="1"/>
                  </a:moveTo>
                  <a:cubicBezTo>
                    <a:pt x="6766" y="1"/>
                    <a:pt x="5214" y="1406"/>
                    <a:pt x="4992" y="3291"/>
                  </a:cubicBezTo>
                  <a:lnTo>
                    <a:pt x="1" y="50281"/>
                  </a:lnTo>
                  <a:lnTo>
                    <a:pt x="106809" y="50281"/>
                  </a:lnTo>
                  <a:lnTo>
                    <a:pt x="101818" y="3291"/>
                  </a:lnTo>
                  <a:cubicBezTo>
                    <a:pt x="101633" y="1406"/>
                    <a:pt x="100043" y="1"/>
                    <a:pt x="981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59"/>
            <p:cNvSpPr/>
            <p:nvPr/>
          </p:nvSpPr>
          <p:spPr>
            <a:xfrm>
              <a:off x="2446225" y="2384250"/>
              <a:ext cx="2685950" cy="1272750"/>
            </a:xfrm>
            <a:custGeom>
              <a:rect b="b" l="l" r="r" t="t"/>
              <a:pathLst>
                <a:path extrusionOk="0" h="50910" w="107438">
                  <a:moveTo>
                    <a:pt x="98454" y="593"/>
                  </a:moveTo>
                  <a:cubicBezTo>
                    <a:pt x="100191" y="593"/>
                    <a:pt x="101633" y="1923"/>
                    <a:pt x="101818" y="3624"/>
                  </a:cubicBezTo>
                  <a:lnTo>
                    <a:pt x="106774" y="50281"/>
                  </a:lnTo>
                  <a:lnTo>
                    <a:pt x="666" y="50281"/>
                  </a:lnTo>
                  <a:lnTo>
                    <a:pt x="5620" y="3624"/>
                  </a:lnTo>
                  <a:cubicBezTo>
                    <a:pt x="5805" y="1923"/>
                    <a:pt x="7247" y="593"/>
                    <a:pt x="8948" y="593"/>
                  </a:cubicBezTo>
                  <a:close/>
                  <a:moveTo>
                    <a:pt x="8948" y="1"/>
                  </a:moveTo>
                  <a:cubicBezTo>
                    <a:pt x="6914" y="1"/>
                    <a:pt x="5214" y="1517"/>
                    <a:pt x="4992" y="3550"/>
                  </a:cubicBezTo>
                  <a:lnTo>
                    <a:pt x="1" y="50540"/>
                  </a:lnTo>
                  <a:cubicBezTo>
                    <a:pt x="1" y="50651"/>
                    <a:pt x="38" y="50725"/>
                    <a:pt x="75" y="50799"/>
                  </a:cubicBezTo>
                  <a:cubicBezTo>
                    <a:pt x="149" y="50873"/>
                    <a:pt x="223" y="50910"/>
                    <a:pt x="297" y="50910"/>
                  </a:cubicBezTo>
                  <a:lnTo>
                    <a:pt x="107105" y="50910"/>
                  </a:lnTo>
                  <a:cubicBezTo>
                    <a:pt x="107216" y="50910"/>
                    <a:pt x="107290" y="50873"/>
                    <a:pt x="107327" y="50799"/>
                  </a:cubicBezTo>
                  <a:cubicBezTo>
                    <a:pt x="107400" y="50725"/>
                    <a:pt x="107437" y="50651"/>
                    <a:pt x="107437" y="50540"/>
                  </a:cubicBezTo>
                  <a:lnTo>
                    <a:pt x="102446" y="3550"/>
                  </a:lnTo>
                  <a:cubicBezTo>
                    <a:pt x="102225" y="1517"/>
                    <a:pt x="100487" y="1"/>
                    <a:pt x="984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59"/>
            <p:cNvSpPr/>
            <p:nvPr/>
          </p:nvSpPr>
          <p:spPr>
            <a:xfrm>
              <a:off x="2453625" y="2391650"/>
              <a:ext cx="1203425" cy="1257025"/>
            </a:xfrm>
            <a:custGeom>
              <a:rect b="b" l="l" r="r" t="t"/>
              <a:pathLst>
                <a:path extrusionOk="0" h="50281" w="48137">
                  <a:moveTo>
                    <a:pt x="8319" y="1"/>
                  </a:moveTo>
                  <a:cubicBezTo>
                    <a:pt x="7654" y="75"/>
                    <a:pt x="7062" y="297"/>
                    <a:pt x="6544" y="666"/>
                  </a:cubicBezTo>
                  <a:lnTo>
                    <a:pt x="6397" y="777"/>
                  </a:lnTo>
                  <a:cubicBezTo>
                    <a:pt x="6249" y="888"/>
                    <a:pt x="6101" y="1036"/>
                    <a:pt x="5953" y="1184"/>
                  </a:cubicBezTo>
                  <a:cubicBezTo>
                    <a:pt x="5657" y="1517"/>
                    <a:pt x="5435" y="1886"/>
                    <a:pt x="5250" y="2293"/>
                  </a:cubicBezTo>
                  <a:cubicBezTo>
                    <a:pt x="5140" y="2626"/>
                    <a:pt x="5029" y="2958"/>
                    <a:pt x="4992" y="3291"/>
                  </a:cubicBezTo>
                  <a:lnTo>
                    <a:pt x="1" y="50281"/>
                  </a:lnTo>
                  <a:lnTo>
                    <a:pt x="19004" y="50281"/>
                  </a:lnTo>
                  <a:lnTo>
                    <a:pt x="20113" y="36971"/>
                  </a:lnTo>
                  <a:cubicBezTo>
                    <a:pt x="20445" y="32942"/>
                    <a:pt x="23403" y="29651"/>
                    <a:pt x="27359" y="28875"/>
                  </a:cubicBezTo>
                  <a:cubicBezTo>
                    <a:pt x="39522" y="26583"/>
                    <a:pt x="48136" y="15676"/>
                    <a:pt x="47508" y="3328"/>
                  </a:cubicBezTo>
                  <a:lnTo>
                    <a:pt x="47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59"/>
            <p:cNvSpPr/>
            <p:nvPr/>
          </p:nvSpPr>
          <p:spPr>
            <a:xfrm>
              <a:off x="2446225" y="2384250"/>
              <a:ext cx="1203425" cy="1272750"/>
            </a:xfrm>
            <a:custGeom>
              <a:rect b="b" l="l" r="r" t="t"/>
              <a:pathLst>
                <a:path extrusionOk="0" h="50910" w="48137">
                  <a:moveTo>
                    <a:pt x="47434" y="593"/>
                  </a:moveTo>
                  <a:lnTo>
                    <a:pt x="47508" y="3624"/>
                  </a:lnTo>
                  <a:cubicBezTo>
                    <a:pt x="47545" y="4031"/>
                    <a:pt x="47545" y="4437"/>
                    <a:pt x="47545" y="4844"/>
                  </a:cubicBezTo>
                  <a:cubicBezTo>
                    <a:pt x="47545" y="16527"/>
                    <a:pt x="39227" y="26694"/>
                    <a:pt x="27618" y="28875"/>
                  </a:cubicBezTo>
                  <a:cubicBezTo>
                    <a:pt x="23514" y="29652"/>
                    <a:pt x="20446" y="33090"/>
                    <a:pt x="20076" y="37231"/>
                  </a:cubicBezTo>
                  <a:lnTo>
                    <a:pt x="19041" y="50281"/>
                  </a:lnTo>
                  <a:lnTo>
                    <a:pt x="666" y="50281"/>
                  </a:lnTo>
                  <a:lnTo>
                    <a:pt x="5620" y="3624"/>
                  </a:lnTo>
                  <a:cubicBezTo>
                    <a:pt x="5657" y="3291"/>
                    <a:pt x="5731" y="2996"/>
                    <a:pt x="5842" y="2700"/>
                  </a:cubicBezTo>
                  <a:cubicBezTo>
                    <a:pt x="5990" y="2330"/>
                    <a:pt x="6212" y="1997"/>
                    <a:pt x="6471" y="1702"/>
                  </a:cubicBezTo>
                  <a:lnTo>
                    <a:pt x="6508" y="1665"/>
                  </a:lnTo>
                  <a:cubicBezTo>
                    <a:pt x="6609" y="1563"/>
                    <a:pt x="6742" y="1462"/>
                    <a:pt x="6877" y="1332"/>
                  </a:cubicBezTo>
                  <a:lnTo>
                    <a:pt x="6877" y="1332"/>
                  </a:lnTo>
                  <a:lnTo>
                    <a:pt x="6877" y="1332"/>
                  </a:lnTo>
                  <a:lnTo>
                    <a:pt x="7025" y="1221"/>
                  </a:lnTo>
                  <a:cubicBezTo>
                    <a:pt x="7506" y="888"/>
                    <a:pt x="8060" y="666"/>
                    <a:pt x="8652" y="630"/>
                  </a:cubicBezTo>
                  <a:cubicBezTo>
                    <a:pt x="8763" y="593"/>
                    <a:pt x="8874" y="593"/>
                    <a:pt x="8948" y="593"/>
                  </a:cubicBezTo>
                  <a:close/>
                  <a:moveTo>
                    <a:pt x="8578" y="1"/>
                  </a:moveTo>
                  <a:cubicBezTo>
                    <a:pt x="7876" y="75"/>
                    <a:pt x="7210" y="334"/>
                    <a:pt x="6656" y="703"/>
                  </a:cubicBezTo>
                  <a:lnTo>
                    <a:pt x="6656" y="740"/>
                  </a:lnTo>
                  <a:lnTo>
                    <a:pt x="6545" y="814"/>
                  </a:lnTo>
                  <a:lnTo>
                    <a:pt x="6508" y="814"/>
                  </a:lnTo>
                  <a:cubicBezTo>
                    <a:pt x="6360" y="962"/>
                    <a:pt x="6175" y="1110"/>
                    <a:pt x="6027" y="1258"/>
                  </a:cubicBezTo>
                  <a:cubicBezTo>
                    <a:pt x="5694" y="1628"/>
                    <a:pt x="5436" y="2034"/>
                    <a:pt x="5251" y="2478"/>
                  </a:cubicBezTo>
                  <a:cubicBezTo>
                    <a:pt x="5140" y="2811"/>
                    <a:pt x="5029" y="3180"/>
                    <a:pt x="4992" y="3550"/>
                  </a:cubicBezTo>
                  <a:lnTo>
                    <a:pt x="1" y="50540"/>
                  </a:lnTo>
                  <a:cubicBezTo>
                    <a:pt x="1" y="50651"/>
                    <a:pt x="38" y="50725"/>
                    <a:pt x="75" y="50799"/>
                  </a:cubicBezTo>
                  <a:cubicBezTo>
                    <a:pt x="149" y="50873"/>
                    <a:pt x="223" y="50910"/>
                    <a:pt x="297" y="50910"/>
                  </a:cubicBezTo>
                  <a:lnTo>
                    <a:pt x="19300" y="50910"/>
                  </a:lnTo>
                  <a:cubicBezTo>
                    <a:pt x="19484" y="50910"/>
                    <a:pt x="19595" y="50762"/>
                    <a:pt x="19632" y="50614"/>
                  </a:cubicBezTo>
                  <a:lnTo>
                    <a:pt x="20704" y="37304"/>
                  </a:lnTo>
                  <a:cubicBezTo>
                    <a:pt x="21037" y="33386"/>
                    <a:pt x="23884" y="30206"/>
                    <a:pt x="27729" y="29467"/>
                  </a:cubicBezTo>
                  <a:cubicBezTo>
                    <a:pt x="39633" y="27211"/>
                    <a:pt x="48137" y="16823"/>
                    <a:pt x="48137" y="4844"/>
                  </a:cubicBezTo>
                  <a:cubicBezTo>
                    <a:pt x="48137" y="4437"/>
                    <a:pt x="48137" y="3994"/>
                    <a:pt x="48137" y="3587"/>
                  </a:cubicBezTo>
                  <a:lnTo>
                    <a:pt x="48026" y="297"/>
                  </a:lnTo>
                  <a:cubicBezTo>
                    <a:pt x="48026" y="112"/>
                    <a:pt x="47878" y="1"/>
                    <a:pt x="477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59"/>
            <p:cNvSpPr/>
            <p:nvPr/>
          </p:nvSpPr>
          <p:spPr>
            <a:xfrm>
              <a:off x="4618250" y="2603325"/>
              <a:ext cx="289325" cy="265275"/>
            </a:xfrm>
            <a:custGeom>
              <a:rect b="b" l="l" r="r" t="t"/>
              <a:pathLst>
                <a:path extrusionOk="0" h="10611" w="11573">
                  <a:moveTo>
                    <a:pt x="5768" y="0"/>
                  </a:moveTo>
                  <a:cubicBezTo>
                    <a:pt x="2589" y="0"/>
                    <a:pt x="1" y="2366"/>
                    <a:pt x="1" y="5287"/>
                  </a:cubicBezTo>
                  <a:cubicBezTo>
                    <a:pt x="1" y="8208"/>
                    <a:pt x="2589" y="10611"/>
                    <a:pt x="5768" y="10611"/>
                  </a:cubicBezTo>
                  <a:cubicBezTo>
                    <a:pt x="8985" y="10611"/>
                    <a:pt x="11573" y="8208"/>
                    <a:pt x="11573" y="5287"/>
                  </a:cubicBezTo>
                  <a:cubicBezTo>
                    <a:pt x="11573" y="2366"/>
                    <a:pt x="8985" y="0"/>
                    <a:pt x="57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59"/>
            <p:cNvSpPr/>
            <p:nvPr/>
          </p:nvSpPr>
          <p:spPr>
            <a:xfrm>
              <a:off x="4609950" y="2595000"/>
              <a:ext cx="305025" cy="281000"/>
            </a:xfrm>
            <a:custGeom>
              <a:rect b="b" l="l" r="r" t="t"/>
              <a:pathLst>
                <a:path extrusionOk="0" h="11240" w="12201">
                  <a:moveTo>
                    <a:pt x="6100" y="629"/>
                  </a:moveTo>
                  <a:cubicBezTo>
                    <a:pt x="7616" y="629"/>
                    <a:pt x="9021" y="1183"/>
                    <a:pt x="9982" y="2108"/>
                  </a:cubicBezTo>
                  <a:cubicBezTo>
                    <a:pt x="10980" y="2995"/>
                    <a:pt x="11609" y="4252"/>
                    <a:pt x="11609" y="5620"/>
                  </a:cubicBezTo>
                  <a:cubicBezTo>
                    <a:pt x="11609" y="6988"/>
                    <a:pt x="10980" y="8245"/>
                    <a:pt x="9982" y="9169"/>
                  </a:cubicBezTo>
                  <a:cubicBezTo>
                    <a:pt x="9021" y="10056"/>
                    <a:pt x="7616" y="10611"/>
                    <a:pt x="6100" y="10611"/>
                  </a:cubicBezTo>
                  <a:cubicBezTo>
                    <a:pt x="4584" y="10611"/>
                    <a:pt x="3216" y="10056"/>
                    <a:pt x="2218" y="9169"/>
                  </a:cubicBezTo>
                  <a:cubicBezTo>
                    <a:pt x="1220" y="8245"/>
                    <a:pt x="629" y="6988"/>
                    <a:pt x="629" y="5620"/>
                  </a:cubicBezTo>
                  <a:cubicBezTo>
                    <a:pt x="629" y="4252"/>
                    <a:pt x="1220" y="2995"/>
                    <a:pt x="2218" y="2108"/>
                  </a:cubicBezTo>
                  <a:cubicBezTo>
                    <a:pt x="3216" y="1183"/>
                    <a:pt x="4584" y="629"/>
                    <a:pt x="6100" y="629"/>
                  </a:cubicBezTo>
                  <a:close/>
                  <a:moveTo>
                    <a:pt x="6100" y="0"/>
                  </a:moveTo>
                  <a:cubicBezTo>
                    <a:pt x="4437" y="0"/>
                    <a:pt x="2921" y="629"/>
                    <a:pt x="1812" y="1627"/>
                  </a:cubicBezTo>
                  <a:cubicBezTo>
                    <a:pt x="702" y="2662"/>
                    <a:pt x="0" y="4067"/>
                    <a:pt x="0" y="5620"/>
                  </a:cubicBezTo>
                  <a:cubicBezTo>
                    <a:pt x="0" y="7173"/>
                    <a:pt x="702" y="8578"/>
                    <a:pt x="1812" y="9613"/>
                  </a:cubicBezTo>
                  <a:cubicBezTo>
                    <a:pt x="2921" y="10611"/>
                    <a:pt x="4437" y="11239"/>
                    <a:pt x="6100" y="11239"/>
                  </a:cubicBezTo>
                  <a:cubicBezTo>
                    <a:pt x="7801" y="11239"/>
                    <a:pt x="9317" y="10611"/>
                    <a:pt x="10426" y="9613"/>
                  </a:cubicBezTo>
                  <a:cubicBezTo>
                    <a:pt x="11535" y="8578"/>
                    <a:pt x="12200" y="7173"/>
                    <a:pt x="12200" y="5620"/>
                  </a:cubicBezTo>
                  <a:cubicBezTo>
                    <a:pt x="12200" y="4067"/>
                    <a:pt x="11535" y="2662"/>
                    <a:pt x="10426" y="1627"/>
                  </a:cubicBezTo>
                  <a:cubicBezTo>
                    <a:pt x="9317" y="629"/>
                    <a:pt x="7801" y="0"/>
                    <a:pt x="6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59"/>
            <p:cNvSpPr/>
            <p:nvPr/>
          </p:nvSpPr>
          <p:spPr>
            <a:xfrm>
              <a:off x="4638600" y="2621800"/>
              <a:ext cx="248650" cy="227400"/>
            </a:xfrm>
            <a:custGeom>
              <a:rect b="b" l="l" r="r" t="t"/>
              <a:pathLst>
                <a:path extrusionOk="0" h="9096" w="9946">
                  <a:moveTo>
                    <a:pt x="4954" y="0"/>
                  </a:moveTo>
                  <a:cubicBezTo>
                    <a:pt x="2218" y="0"/>
                    <a:pt x="0" y="2034"/>
                    <a:pt x="0" y="4548"/>
                  </a:cubicBezTo>
                  <a:cubicBezTo>
                    <a:pt x="0" y="7062"/>
                    <a:pt x="2218" y="9095"/>
                    <a:pt x="4954" y="9095"/>
                  </a:cubicBezTo>
                  <a:cubicBezTo>
                    <a:pt x="7690" y="9095"/>
                    <a:pt x="9945" y="7062"/>
                    <a:pt x="9945" y="4548"/>
                  </a:cubicBezTo>
                  <a:cubicBezTo>
                    <a:pt x="9945" y="2034"/>
                    <a:pt x="7690" y="0"/>
                    <a:pt x="49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59"/>
            <p:cNvSpPr/>
            <p:nvPr/>
          </p:nvSpPr>
          <p:spPr>
            <a:xfrm>
              <a:off x="4631200" y="2614400"/>
              <a:ext cx="263425" cy="243100"/>
            </a:xfrm>
            <a:custGeom>
              <a:rect b="b" l="l" r="r" t="t"/>
              <a:pathLst>
                <a:path extrusionOk="0" h="9724" w="10537">
                  <a:moveTo>
                    <a:pt x="5250" y="592"/>
                  </a:moveTo>
                  <a:cubicBezTo>
                    <a:pt x="6544" y="592"/>
                    <a:pt x="7727" y="1073"/>
                    <a:pt x="8578" y="1849"/>
                  </a:cubicBezTo>
                  <a:cubicBezTo>
                    <a:pt x="9391" y="2626"/>
                    <a:pt x="9908" y="3698"/>
                    <a:pt x="9908" y="4844"/>
                  </a:cubicBezTo>
                  <a:cubicBezTo>
                    <a:pt x="9908" y="6027"/>
                    <a:pt x="9391" y="7062"/>
                    <a:pt x="8578" y="7838"/>
                  </a:cubicBezTo>
                  <a:cubicBezTo>
                    <a:pt x="7727" y="8615"/>
                    <a:pt x="6544" y="9096"/>
                    <a:pt x="5250" y="9096"/>
                  </a:cubicBezTo>
                  <a:cubicBezTo>
                    <a:pt x="3956" y="9096"/>
                    <a:pt x="2810" y="8615"/>
                    <a:pt x="1960" y="7838"/>
                  </a:cubicBezTo>
                  <a:cubicBezTo>
                    <a:pt x="1109" y="7062"/>
                    <a:pt x="592" y="6027"/>
                    <a:pt x="592" y="4844"/>
                  </a:cubicBezTo>
                  <a:cubicBezTo>
                    <a:pt x="592" y="3698"/>
                    <a:pt x="1109" y="2626"/>
                    <a:pt x="1960" y="1849"/>
                  </a:cubicBezTo>
                  <a:cubicBezTo>
                    <a:pt x="2810" y="1073"/>
                    <a:pt x="3956" y="592"/>
                    <a:pt x="5250" y="592"/>
                  </a:cubicBezTo>
                  <a:close/>
                  <a:moveTo>
                    <a:pt x="5250" y="1"/>
                  </a:moveTo>
                  <a:cubicBezTo>
                    <a:pt x="3808" y="1"/>
                    <a:pt x="2514" y="518"/>
                    <a:pt x="1553" y="1406"/>
                  </a:cubicBezTo>
                  <a:cubicBezTo>
                    <a:pt x="592" y="2293"/>
                    <a:pt x="0" y="3513"/>
                    <a:pt x="0" y="4844"/>
                  </a:cubicBezTo>
                  <a:cubicBezTo>
                    <a:pt x="0" y="6212"/>
                    <a:pt x="592" y="7432"/>
                    <a:pt x="1553" y="8282"/>
                  </a:cubicBezTo>
                  <a:cubicBezTo>
                    <a:pt x="2514" y="9169"/>
                    <a:pt x="3808" y="9724"/>
                    <a:pt x="5250" y="9724"/>
                  </a:cubicBezTo>
                  <a:cubicBezTo>
                    <a:pt x="6692" y="9724"/>
                    <a:pt x="8023" y="9169"/>
                    <a:pt x="8984" y="8282"/>
                  </a:cubicBezTo>
                  <a:cubicBezTo>
                    <a:pt x="9945" y="7432"/>
                    <a:pt x="10537" y="6212"/>
                    <a:pt x="10537" y="4844"/>
                  </a:cubicBezTo>
                  <a:cubicBezTo>
                    <a:pt x="10537" y="3513"/>
                    <a:pt x="9945" y="2293"/>
                    <a:pt x="8984" y="1406"/>
                  </a:cubicBezTo>
                  <a:cubicBezTo>
                    <a:pt x="8023" y="518"/>
                    <a:pt x="6692" y="1"/>
                    <a:pt x="52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59"/>
            <p:cNvSpPr/>
            <p:nvPr/>
          </p:nvSpPr>
          <p:spPr>
            <a:xfrm>
              <a:off x="913800" y="2888150"/>
              <a:ext cx="246800" cy="260350"/>
            </a:xfrm>
            <a:custGeom>
              <a:rect b="b" l="l" r="r" t="t"/>
              <a:pathLst>
                <a:path extrusionOk="0" h="10414" w="9872">
                  <a:moveTo>
                    <a:pt x="4270" y="0"/>
                  </a:moveTo>
                  <a:cubicBezTo>
                    <a:pt x="3903" y="0"/>
                    <a:pt x="3536" y="58"/>
                    <a:pt x="3180" y="179"/>
                  </a:cubicBezTo>
                  <a:cubicBezTo>
                    <a:pt x="999" y="955"/>
                    <a:pt x="1" y="3802"/>
                    <a:pt x="962" y="6575"/>
                  </a:cubicBezTo>
                  <a:cubicBezTo>
                    <a:pt x="1766" y="8895"/>
                    <a:pt x="3684" y="10413"/>
                    <a:pt x="5567" y="10413"/>
                  </a:cubicBezTo>
                  <a:cubicBezTo>
                    <a:pt x="5934" y="10413"/>
                    <a:pt x="6300" y="10356"/>
                    <a:pt x="6655" y="10235"/>
                  </a:cubicBezTo>
                  <a:cubicBezTo>
                    <a:pt x="8874" y="9459"/>
                    <a:pt x="9872" y="6575"/>
                    <a:pt x="8911" y="3802"/>
                  </a:cubicBezTo>
                  <a:cubicBezTo>
                    <a:pt x="8075" y="1513"/>
                    <a:pt x="6153" y="0"/>
                    <a:pt x="42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59"/>
            <p:cNvSpPr/>
            <p:nvPr/>
          </p:nvSpPr>
          <p:spPr>
            <a:xfrm>
              <a:off x="920275" y="2880600"/>
              <a:ext cx="232950" cy="275450"/>
            </a:xfrm>
            <a:custGeom>
              <a:rect b="b" l="l" r="r" t="t"/>
              <a:pathLst>
                <a:path extrusionOk="0" h="11018" w="9318">
                  <a:moveTo>
                    <a:pt x="4096" y="628"/>
                  </a:moveTo>
                  <a:cubicBezTo>
                    <a:pt x="5813" y="628"/>
                    <a:pt x="7589" y="2061"/>
                    <a:pt x="8356" y="4215"/>
                  </a:cubicBezTo>
                  <a:cubicBezTo>
                    <a:pt x="8578" y="4917"/>
                    <a:pt x="8689" y="5583"/>
                    <a:pt x="8689" y="6248"/>
                  </a:cubicBezTo>
                  <a:cubicBezTo>
                    <a:pt x="8689" y="7210"/>
                    <a:pt x="8467" y="8060"/>
                    <a:pt x="8060" y="8762"/>
                  </a:cubicBezTo>
                  <a:cubicBezTo>
                    <a:pt x="7653" y="9465"/>
                    <a:pt x="7062" y="9982"/>
                    <a:pt x="6322" y="10241"/>
                  </a:cubicBezTo>
                  <a:cubicBezTo>
                    <a:pt x="5990" y="10352"/>
                    <a:pt x="5620" y="10389"/>
                    <a:pt x="5287" y="10389"/>
                  </a:cubicBezTo>
                  <a:cubicBezTo>
                    <a:pt x="5266" y="10390"/>
                    <a:pt x="5245" y="10390"/>
                    <a:pt x="5223" y="10390"/>
                  </a:cubicBezTo>
                  <a:cubicBezTo>
                    <a:pt x="3540" y="10390"/>
                    <a:pt x="1729" y="8957"/>
                    <a:pt x="999" y="6803"/>
                  </a:cubicBezTo>
                  <a:cubicBezTo>
                    <a:pt x="740" y="6100"/>
                    <a:pt x="629" y="5398"/>
                    <a:pt x="629" y="4769"/>
                  </a:cubicBezTo>
                  <a:cubicBezTo>
                    <a:pt x="629" y="3808"/>
                    <a:pt x="851" y="2958"/>
                    <a:pt x="1257" y="2255"/>
                  </a:cubicBezTo>
                  <a:cubicBezTo>
                    <a:pt x="1701" y="1553"/>
                    <a:pt x="2293" y="1035"/>
                    <a:pt x="3032" y="777"/>
                  </a:cubicBezTo>
                  <a:cubicBezTo>
                    <a:pt x="3365" y="666"/>
                    <a:pt x="3698" y="629"/>
                    <a:pt x="4030" y="629"/>
                  </a:cubicBezTo>
                  <a:cubicBezTo>
                    <a:pt x="4052" y="628"/>
                    <a:pt x="4074" y="628"/>
                    <a:pt x="4096" y="628"/>
                  </a:cubicBezTo>
                  <a:close/>
                  <a:moveTo>
                    <a:pt x="4030" y="0"/>
                  </a:moveTo>
                  <a:cubicBezTo>
                    <a:pt x="3624" y="0"/>
                    <a:pt x="3217" y="74"/>
                    <a:pt x="2810" y="185"/>
                  </a:cubicBezTo>
                  <a:cubicBezTo>
                    <a:pt x="1923" y="518"/>
                    <a:pt x="1220" y="1146"/>
                    <a:pt x="740" y="1923"/>
                  </a:cubicBezTo>
                  <a:cubicBezTo>
                    <a:pt x="259" y="2736"/>
                    <a:pt x="0" y="3734"/>
                    <a:pt x="0" y="4769"/>
                  </a:cubicBezTo>
                  <a:cubicBezTo>
                    <a:pt x="0" y="5472"/>
                    <a:pt x="148" y="6248"/>
                    <a:pt x="407" y="6988"/>
                  </a:cubicBezTo>
                  <a:cubicBezTo>
                    <a:pt x="1257" y="9391"/>
                    <a:pt x="3254" y="11018"/>
                    <a:pt x="5287" y="11018"/>
                  </a:cubicBezTo>
                  <a:cubicBezTo>
                    <a:pt x="5694" y="11018"/>
                    <a:pt x="6101" y="10944"/>
                    <a:pt x="6507" y="10796"/>
                  </a:cubicBezTo>
                  <a:cubicBezTo>
                    <a:pt x="7395" y="10500"/>
                    <a:pt x="8097" y="9871"/>
                    <a:pt x="8578" y="9058"/>
                  </a:cubicBezTo>
                  <a:cubicBezTo>
                    <a:pt x="9058" y="8282"/>
                    <a:pt x="9317" y="7284"/>
                    <a:pt x="9317" y="6248"/>
                  </a:cubicBezTo>
                  <a:cubicBezTo>
                    <a:pt x="9317" y="5546"/>
                    <a:pt x="9169" y="4769"/>
                    <a:pt x="8910" y="4030"/>
                  </a:cubicBezTo>
                  <a:cubicBezTo>
                    <a:pt x="8097" y="1627"/>
                    <a:pt x="6101" y="0"/>
                    <a:pt x="4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59"/>
            <p:cNvSpPr/>
            <p:nvPr/>
          </p:nvSpPr>
          <p:spPr>
            <a:xfrm>
              <a:off x="931375" y="2906950"/>
              <a:ext cx="211675" cy="222725"/>
            </a:xfrm>
            <a:custGeom>
              <a:rect b="b" l="l" r="r" t="t"/>
              <a:pathLst>
                <a:path extrusionOk="0" h="8909" w="8467">
                  <a:moveTo>
                    <a:pt x="3692" y="1"/>
                  </a:moveTo>
                  <a:cubicBezTo>
                    <a:pt x="3369" y="1"/>
                    <a:pt x="3047" y="54"/>
                    <a:pt x="2736" y="166"/>
                  </a:cubicBezTo>
                  <a:cubicBezTo>
                    <a:pt x="850" y="795"/>
                    <a:pt x="0" y="3272"/>
                    <a:pt x="813" y="5638"/>
                  </a:cubicBezTo>
                  <a:cubicBezTo>
                    <a:pt x="1490" y="7606"/>
                    <a:pt x="3138" y="8909"/>
                    <a:pt x="4759" y="8909"/>
                  </a:cubicBezTo>
                  <a:cubicBezTo>
                    <a:pt x="5086" y="8909"/>
                    <a:pt x="5413" y="8856"/>
                    <a:pt x="5731" y="8744"/>
                  </a:cubicBezTo>
                  <a:cubicBezTo>
                    <a:pt x="7616" y="8078"/>
                    <a:pt x="8466" y="5638"/>
                    <a:pt x="7616" y="3272"/>
                  </a:cubicBezTo>
                  <a:cubicBezTo>
                    <a:pt x="6940" y="1304"/>
                    <a:pt x="5291" y="1"/>
                    <a:pt x="36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59"/>
            <p:cNvSpPr/>
            <p:nvPr/>
          </p:nvSpPr>
          <p:spPr>
            <a:xfrm>
              <a:off x="935975" y="2899075"/>
              <a:ext cx="201525" cy="238500"/>
            </a:xfrm>
            <a:custGeom>
              <a:rect b="b" l="l" r="r" t="t"/>
              <a:pathLst>
                <a:path extrusionOk="0" h="9540" w="8061">
                  <a:moveTo>
                    <a:pt x="3577" y="628"/>
                  </a:moveTo>
                  <a:cubicBezTo>
                    <a:pt x="5001" y="628"/>
                    <a:pt x="6517" y="1840"/>
                    <a:pt x="7136" y="3698"/>
                  </a:cubicBezTo>
                  <a:cubicBezTo>
                    <a:pt x="7358" y="4252"/>
                    <a:pt x="7432" y="4844"/>
                    <a:pt x="7432" y="5398"/>
                  </a:cubicBezTo>
                  <a:cubicBezTo>
                    <a:pt x="7432" y="6212"/>
                    <a:pt x="7247" y="6951"/>
                    <a:pt x="6914" y="7543"/>
                  </a:cubicBezTo>
                  <a:cubicBezTo>
                    <a:pt x="6545" y="8134"/>
                    <a:pt x="6064" y="8541"/>
                    <a:pt x="5436" y="8763"/>
                  </a:cubicBezTo>
                  <a:cubicBezTo>
                    <a:pt x="5140" y="8874"/>
                    <a:pt x="4881" y="8911"/>
                    <a:pt x="4585" y="8911"/>
                  </a:cubicBezTo>
                  <a:cubicBezTo>
                    <a:pt x="3143" y="8911"/>
                    <a:pt x="1591" y="7728"/>
                    <a:pt x="925" y="5842"/>
                  </a:cubicBezTo>
                  <a:cubicBezTo>
                    <a:pt x="703" y="5287"/>
                    <a:pt x="629" y="4696"/>
                    <a:pt x="629" y="4141"/>
                  </a:cubicBezTo>
                  <a:cubicBezTo>
                    <a:pt x="629" y="3328"/>
                    <a:pt x="814" y="2589"/>
                    <a:pt x="1184" y="1997"/>
                  </a:cubicBezTo>
                  <a:cubicBezTo>
                    <a:pt x="1517" y="1406"/>
                    <a:pt x="2034" y="962"/>
                    <a:pt x="2626" y="777"/>
                  </a:cubicBezTo>
                  <a:cubicBezTo>
                    <a:pt x="2922" y="666"/>
                    <a:pt x="3217" y="629"/>
                    <a:pt x="3513" y="629"/>
                  </a:cubicBezTo>
                  <a:cubicBezTo>
                    <a:pt x="3534" y="629"/>
                    <a:pt x="3556" y="628"/>
                    <a:pt x="3577" y="628"/>
                  </a:cubicBezTo>
                  <a:close/>
                  <a:moveTo>
                    <a:pt x="3513" y="1"/>
                  </a:moveTo>
                  <a:cubicBezTo>
                    <a:pt x="3143" y="1"/>
                    <a:pt x="2774" y="75"/>
                    <a:pt x="2441" y="186"/>
                  </a:cubicBezTo>
                  <a:cubicBezTo>
                    <a:pt x="1665" y="444"/>
                    <a:pt x="1036" y="999"/>
                    <a:pt x="629" y="1701"/>
                  </a:cubicBezTo>
                  <a:cubicBezTo>
                    <a:pt x="223" y="2367"/>
                    <a:pt x="1" y="3217"/>
                    <a:pt x="1" y="4141"/>
                  </a:cubicBezTo>
                  <a:cubicBezTo>
                    <a:pt x="1" y="4770"/>
                    <a:pt x="112" y="5398"/>
                    <a:pt x="334" y="6064"/>
                  </a:cubicBezTo>
                  <a:cubicBezTo>
                    <a:pt x="1073" y="8134"/>
                    <a:pt x="2774" y="9539"/>
                    <a:pt x="4585" y="9539"/>
                  </a:cubicBezTo>
                  <a:cubicBezTo>
                    <a:pt x="4918" y="9539"/>
                    <a:pt x="5288" y="9465"/>
                    <a:pt x="5620" y="9354"/>
                  </a:cubicBezTo>
                  <a:cubicBezTo>
                    <a:pt x="6397" y="9095"/>
                    <a:pt x="7025" y="8541"/>
                    <a:pt x="7432" y="7838"/>
                  </a:cubicBezTo>
                  <a:cubicBezTo>
                    <a:pt x="7839" y="7136"/>
                    <a:pt x="8061" y="6323"/>
                    <a:pt x="8061" y="5398"/>
                  </a:cubicBezTo>
                  <a:cubicBezTo>
                    <a:pt x="8061" y="4770"/>
                    <a:pt x="7950" y="4141"/>
                    <a:pt x="7728" y="3476"/>
                  </a:cubicBezTo>
                  <a:cubicBezTo>
                    <a:pt x="6988" y="1406"/>
                    <a:pt x="5288" y="1"/>
                    <a:pt x="3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59"/>
            <p:cNvSpPr/>
            <p:nvPr/>
          </p:nvSpPr>
          <p:spPr>
            <a:xfrm>
              <a:off x="1254850" y="2924675"/>
              <a:ext cx="196900" cy="207625"/>
            </a:xfrm>
            <a:custGeom>
              <a:rect b="b" l="l" r="r" t="t"/>
              <a:pathLst>
                <a:path extrusionOk="0" h="8305" w="7876">
                  <a:moveTo>
                    <a:pt x="3465" y="1"/>
                  </a:moveTo>
                  <a:cubicBezTo>
                    <a:pt x="3156" y="1"/>
                    <a:pt x="2849" y="52"/>
                    <a:pt x="2552" y="160"/>
                  </a:cubicBezTo>
                  <a:cubicBezTo>
                    <a:pt x="814" y="751"/>
                    <a:pt x="1" y="3043"/>
                    <a:pt x="777" y="5262"/>
                  </a:cubicBezTo>
                  <a:cubicBezTo>
                    <a:pt x="1421" y="7101"/>
                    <a:pt x="2928" y="8304"/>
                    <a:pt x="4436" y="8304"/>
                  </a:cubicBezTo>
                  <a:cubicBezTo>
                    <a:pt x="4747" y="8304"/>
                    <a:pt x="5058" y="8253"/>
                    <a:pt x="5362" y="8145"/>
                  </a:cubicBezTo>
                  <a:cubicBezTo>
                    <a:pt x="7099" y="7554"/>
                    <a:pt x="7876" y="5262"/>
                    <a:pt x="7136" y="3043"/>
                  </a:cubicBezTo>
                  <a:cubicBezTo>
                    <a:pt x="6493" y="1205"/>
                    <a:pt x="4960" y="1"/>
                    <a:pt x="3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59"/>
            <p:cNvSpPr/>
            <p:nvPr/>
          </p:nvSpPr>
          <p:spPr>
            <a:xfrm>
              <a:off x="1259475" y="2916650"/>
              <a:ext cx="188575" cy="223700"/>
            </a:xfrm>
            <a:custGeom>
              <a:rect b="b" l="l" r="r" t="t"/>
              <a:pathLst>
                <a:path extrusionOk="0" h="8948" w="7543">
                  <a:moveTo>
                    <a:pt x="3254" y="629"/>
                  </a:moveTo>
                  <a:cubicBezTo>
                    <a:pt x="4585" y="629"/>
                    <a:pt x="6027" y="1738"/>
                    <a:pt x="6655" y="3475"/>
                  </a:cubicBezTo>
                  <a:cubicBezTo>
                    <a:pt x="6840" y="3993"/>
                    <a:pt x="6914" y="4548"/>
                    <a:pt x="6914" y="5065"/>
                  </a:cubicBezTo>
                  <a:cubicBezTo>
                    <a:pt x="6914" y="5805"/>
                    <a:pt x="6729" y="6507"/>
                    <a:pt x="6434" y="7025"/>
                  </a:cubicBezTo>
                  <a:cubicBezTo>
                    <a:pt x="6101" y="7579"/>
                    <a:pt x="5620" y="7986"/>
                    <a:pt x="5066" y="8171"/>
                  </a:cubicBezTo>
                  <a:cubicBezTo>
                    <a:pt x="4807" y="8282"/>
                    <a:pt x="4548" y="8319"/>
                    <a:pt x="4252" y="8319"/>
                  </a:cubicBezTo>
                  <a:cubicBezTo>
                    <a:pt x="2921" y="8319"/>
                    <a:pt x="1479" y="7209"/>
                    <a:pt x="888" y="5472"/>
                  </a:cubicBezTo>
                  <a:cubicBezTo>
                    <a:pt x="703" y="4917"/>
                    <a:pt x="592" y="4400"/>
                    <a:pt x="592" y="3882"/>
                  </a:cubicBezTo>
                  <a:cubicBezTo>
                    <a:pt x="592" y="3143"/>
                    <a:pt x="777" y="2440"/>
                    <a:pt x="1110" y="1886"/>
                  </a:cubicBezTo>
                  <a:cubicBezTo>
                    <a:pt x="1443" y="1368"/>
                    <a:pt x="1886" y="961"/>
                    <a:pt x="2478" y="740"/>
                  </a:cubicBezTo>
                  <a:cubicBezTo>
                    <a:pt x="2736" y="666"/>
                    <a:pt x="2995" y="629"/>
                    <a:pt x="3254" y="629"/>
                  </a:cubicBezTo>
                  <a:close/>
                  <a:moveTo>
                    <a:pt x="3254" y="0"/>
                  </a:moveTo>
                  <a:cubicBezTo>
                    <a:pt x="2921" y="0"/>
                    <a:pt x="2589" y="74"/>
                    <a:pt x="2256" y="185"/>
                  </a:cubicBezTo>
                  <a:cubicBezTo>
                    <a:pt x="1553" y="407"/>
                    <a:pt x="962" y="924"/>
                    <a:pt x="592" y="1590"/>
                  </a:cubicBezTo>
                  <a:cubicBezTo>
                    <a:pt x="186" y="2255"/>
                    <a:pt x="1" y="3032"/>
                    <a:pt x="1" y="3882"/>
                  </a:cubicBezTo>
                  <a:cubicBezTo>
                    <a:pt x="1" y="4474"/>
                    <a:pt x="75" y="5065"/>
                    <a:pt x="296" y="5694"/>
                  </a:cubicBezTo>
                  <a:cubicBezTo>
                    <a:pt x="962" y="7616"/>
                    <a:pt x="2589" y="8910"/>
                    <a:pt x="4252" y="8947"/>
                  </a:cubicBezTo>
                  <a:cubicBezTo>
                    <a:pt x="4585" y="8947"/>
                    <a:pt x="4918" y="8873"/>
                    <a:pt x="5250" y="8762"/>
                  </a:cubicBezTo>
                  <a:cubicBezTo>
                    <a:pt x="5990" y="8503"/>
                    <a:pt x="6544" y="7986"/>
                    <a:pt x="6951" y="7357"/>
                  </a:cubicBezTo>
                  <a:cubicBezTo>
                    <a:pt x="7321" y="6692"/>
                    <a:pt x="7543" y="5915"/>
                    <a:pt x="7543" y="5065"/>
                  </a:cubicBezTo>
                  <a:cubicBezTo>
                    <a:pt x="7543" y="4474"/>
                    <a:pt x="7432" y="3882"/>
                    <a:pt x="7210" y="3254"/>
                  </a:cubicBezTo>
                  <a:cubicBezTo>
                    <a:pt x="6544" y="1331"/>
                    <a:pt x="4918" y="0"/>
                    <a:pt x="3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59"/>
            <p:cNvSpPr/>
            <p:nvPr/>
          </p:nvSpPr>
          <p:spPr>
            <a:xfrm>
              <a:off x="1268725" y="2939350"/>
              <a:ext cx="169150" cy="178300"/>
            </a:xfrm>
            <a:custGeom>
              <a:rect b="b" l="l" r="r" t="t"/>
              <a:pathLst>
                <a:path extrusionOk="0" h="7132" w="6766">
                  <a:moveTo>
                    <a:pt x="2950" y="0"/>
                  </a:moveTo>
                  <a:cubicBezTo>
                    <a:pt x="2692" y="0"/>
                    <a:pt x="2434" y="41"/>
                    <a:pt x="2182" y="127"/>
                  </a:cubicBezTo>
                  <a:cubicBezTo>
                    <a:pt x="703" y="645"/>
                    <a:pt x="0" y="2604"/>
                    <a:pt x="666" y="4527"/>
                  </a:cubicBezTo>
                  <a:cubicBezTo>
                    <a:pt x="1221" y="6099"/>
                    <a:pt x="2546" y="7131"/>
                    <a:pt x="3829" y="7131"/>
                  </a:cubicBezTo>
                  <a:cubicBezTo>
                    <a:pt x="4085" y="7131"/>
                    <a:pt x="4339" y="7090"/>
                    <a:pt x="4585" y="7004"/>
                  </a:cubicBezTo>
                  <a:cubicBezTo>
                    <a:pt x="6101" y="6486"/>
                    <a:pt x="6766" y="4490"/>
                    <a:pt x="6101" y="2604"/>
                  </a:cubicBezTo>
                  <a:cubicBezTo>
                    <a:pt x="5546" y="1032"/>
                    <a:pt x="4246" y="0"/>
                    <a:pt x="29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59"/>
            <p:cNvSpPr/>
            <p:nvPr/>
          </p:nvSpPr>
          <p:spPr>
            <a:xfrm>
              <a:off x="1271500" y="2931425"/>
              <a:ext cx="163625" cy="194125"/>
            </a:xfrm>
            <a:custGeom>
              <a:rect b="b" l="l" r="r" t="t"/>
              <a:pathLst>
                <a:path extrusionOk="0" h="7765" w="6545">
                  <a:moveTo>
                    <a:pt x="2847" y="629"/>
                  </a:moveTo>
                  <a:cubicBezTo>
                    <a:pt x="3956" y="629"/>
                    <a:pt x="5176" y="1553"/>
                    <a:pt x="5694" y="3032"/>
                  </a:cubicBezTo>
                  <a:cubicBezTo>
                    <a:pt x="5879" y="3476"/>
                    <a:pt x="5953" y="3957"/>
                    <a:pt x="5953" y="4400"/>
                  </a:cubicBezTo>
                  <a:cubicBezTo>
                    <a:pt x="5953" y="5029"/>
                    <a:pt x="5805" y="5583"/>
                    <a:pt x="5509" y="6064"/>
                  </a:cubicBezTo>
                  <a:cubicBezTo>
                    <a:pt x="5250" y="6508"/>
                    <a:pt x="4843" y="6840"/>
                    <a:pt x="4363" y="7025"/>
                  </a:cubicBezTo>
                  <a:cubicBezTo>
                    <a:pt x="4141" y="7099"/>
                    <a:pt x="3919" y="7136"/>
                    <a:pt x="3697" y="7136"/>
                  </a:cubicBezTo>
                  <a:cubicBezTo>
                    <a:pt x="2588" y="7136"/>
                    <a:pt x="1368" y="6212"/>
                    <a:pt x="851" y="4733"/>
                  </a:cubicBezTo>
                  <a:cubicBezTo>
                    <a:pt x="703" y="4252"/>
                    <a:pt x="629" y="3809"/>
                    <a:pt x="629" y="3365"/>
                  </a:cubicBezTo>
                  <a:cubicBezTo>
                    <a:pt x="629" y="2736"/>
                    <a:pt x="777" y="2145"/>
                    <a:pt x="1035" y="1701"/>
                  </a:cubicBezTo>
                  <a:cubicBezTo>
                    <a:pt x="1331" y="1258"/>
                    <a:pt x="1701" y="888"/>
                    <a:pt x="2182" y="740"/>
                  </a:cubicBezTo>
                  <a:cubicBezTo>
                    <a:pt x="2403" y="666"/>
                    <a:pt x="2625" y="629"/>
                    <a:pt x="2847" y="629"/>
                  </a:cubicBezTo>
                  <a:close/>
                  <a:moveTo>
                    <a:pt x="2847" y="1"/>
                  </a:moveTo>
                  <a:cubicBezTo>
                    <a:pt x="2551" y="1"/>
                    <a:pt x="2255" y="38"/>
                    <a:pt x="1997" y="149"/>
                  </a:cubicBezTo>
                  <a:cubicBezTo>
                    <a:pt x="1368" y="370"/>
                    <a:pt x="851" y="814"/>
                    <a:pt x="518" y="1369"/>
                  </a:cubicBezTo>
                  <a:cubicBezTo>
                    <a:pt x="185" y="1960"/>
                    <a:pt x="0" y="2626"/>
                    <a:pt x="0" y="3365"/>
                  </a:cubicBezTo>
                  <a:cubicBezTo>
                    <a:pt x="0" y="3883"/>
                    <a:pt x="74" y="4400"/>
                    <a:pt x="259" y="4918"/>
                  </a:cubicBezTo>
                  <a:cubicBezTo>
                    <a:pt x="851" y="6618"/>
                    <a:pt x="2255" y="7728"/>
                    <a:pt x="3697" y="7765"/>
                  </a:cubicBezTo>
                  <a:cubicBezTo>
                    <a:pt x="3993" y="7765"/>
                    <a:pt x="4289" y="7691"/>
                    <a:pt x="4585" y="7617"/>
                  </a:cubicBezTo>
                  <a:cubicBezTo>
                    <a:pt x="5213" y="7395"/>
                    <a:pt x="5694" y="6951"/>
                    <a:pt x="6063" y="6360"/>
                  </a:cubicBezTo>
                  <a:cubicBezTo>
                    <a:pt x="6396" y="5805"/>
                    <a:pt x="6544" y="5103"/>
                    <a:pt x="6544" y="4400"/>
                  </a:cubicBezTo>
                  <a:cubicBezTo>
                    <a:pt x="6544" y="3883"/>
                    <a:pt x="6470" y="3365"/>
                    <a:pt x="6285" y="2810"/>
                  </a:cubicBezTo>
                  <a:cubicBezTo>
                    <a:pt x="5694" y="1147"/>
                    <a:pt x="4326" y="1"/>
                    <a:pt x="28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59"/>
            <p:cNvSpPr/>
            <p:nvPr/>
          </p:nvSpPr>
          <p:spPr>
            <a:xfrm>
              <a:off x="1540450" y="2960750"/>
              <a:ext cx="151600" cy="159500"/>
            </a:xfrm>
            <a:custGeom>
              <a:rect b="b" l="l" r="r" t="t"/>
              <a:pathLst>
                <a:path extrusionOk="0" h="6380" w="6064">
                  <a:moveTo>
                    <a:pt x="2656" y="1"/>
                  </a:moveTo>
                  <a:cubicBezTo>
                    <a:pt x="2420" y="1"/>
                    <a:pt x="2187" y="40"/>
                    <a:pt x="1960" y="122"/>
                  </a:cubicBezTo>
                  <a:cubicBezTo>
                    <a:pt x="629" y="565"/>
                    <a:pt x="1" y="2340"/>
                    <a:pt x="592" y="4041"/>
                  </a:cubicBezTo>
                  <a:cubicBezTo>
                    <a:pt x="1083" y="5452"/>
                    <a:pt x="2262" y="6379"/>
                    <a:pt x="3409" y="6379"/>
                  </a:cubicBezTo>
                  <a:cubicBezTo>
                    <a:pt x="3644" y="6379"/>
                    <a:pt x="3878" y="6341"/>
                    <a:pt x="4104" y="6259"/>
                  </a:cubicBezTo>
                  <a:cubicBezTo>
                    <a:pt x="5435" y="5778"/>
                    <a:pt x="6064" y="4041"/>
                    <a:pt x="5472" y="2340"/>
                  </a:cubicBezTo>
                  <a:cubicBezTo>
                    <a:pt x="4981" y="928"/>
                    <a:pt x="3803" y="1"/>
                    <a:pt x="26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59"/>
            <p:cNvSpPr/>
            <p:nvPr/>
          </p:nvSpPr>
          <p:spPr>
            <a:xfrm>
              <a:off x="1542300" y="2952675"/>
              <a:ext cx="147900" cy="174725"/>
            </a:xfrm>
            <a:custGeom>
              <a:rect b="b" l="l" r="r" t="t"/>
              <a:pathLst>
                <a:path extrusionOk="0" h="6989" w="5916">
                  <a:moveTo>
                    <a:pt x="2589" y="629"/>
                  </a:moveTo>
                  <a:cubicBezTo>
                    <a:pt x="3550" y="629"/>
                    <a:pt x="4659" y="1443"/>
                    <a:pt x="5103" y="2774"/>
                  </a:cubicBezTo>
                  <a:cubicBezTo>
                    <a:pt x="5250" y="3180"/>
                    <a:pt x="5324" y="3587"/>
                    <a:pt x="5324" y="3957"/>
                  </a:cubicBezTo>
                  <a:cubicBezTo>
                    <a:pt x="5324" y="4511"/>
                    <a:pt x="5177" y="5029"/>
                    <a:pt x="4918" y="5436"/>
                  </a:cubicBezTo>
                  <a:cubicBezTo>
                    <a:pt x="4696" y="5842"/>
                    <a:pt x="4363" y="6138"/>
                    <a:pt x="3920" y="6286"/>
                  </a:cubicBezTo>
                  <a:cubicBezTo>
                    <a:pt x="3735" y="6360"/>
                    <a:pt x="3550" y="6397"/>
                    <a:pt x="3328" y="6397"/>
                  </a:cubicBezTo>
                  <a:cubicBezTo>
                    <a:pt x="2367" y="6397"/>
                    <a:pt x="1258" y="5547"/>
                    <a:pt x="814" y="4253"/>
                  </a:cubicBezTo>
                  <a:cubicBezTo>
                    <a:pt x="666" y="3846"/>
                    <a:pt x="592" y="3439"/>
                    <a:pt x="592" y="3033"/>
                  </a:cubicBezTo>
                  <a:cubicBezTo>
                    <a:pt x="592" y="2478"/>
                    <a:pt x="740" y="1960"/>
                    <a:pt x="999" y="1554"/>
                  </a:cubicBezTo>
                  <a:cubicBezTo>
                    <a:pt x="1221" y="1184"/>
                    <a:pt x="1553" y="888"/>
                    <a:pt x="1997" y="740"/>
                  </a:cubicBezTo>
                  <a:cubicBezTo>
                    <a:pt x="2182" y="666"/>
                    <a:pt x="2367" y="629"/>
                    <a:pt x="2589" y="629"/>
                  </a:cubicBezTo>
                  <a:close/>
                  <a:moveTo>
                    <a:pt x="2589" y="1"/>
                  </a:moveTo>
                  <a:cubicBezTo>
                    <a:pt x="2330" y="1"/>
                    <a:pt x="2034" y="38"/>
                    <a:pt x="1775" y="149"/>
                  </a:cubicBezTo>
                  <a:cubicBezTo>
                    <a:pt x="1221" y="334"/>
                    <a:pt x="777" y="740"/>
                    <a:pt x="444" y="1258"/>
                  </a:cubicBezTo>
                  <a:cubicBezTo>
                    <a:pt x="149" y="1776"/>
                    <a:pt x="1" y="2404"/>
                    <a:pt x="1" y="3033"/>
                  </a:cubicBezTo>
                  <a:cubicBezTo>
                    <a:pt x="1" y="3513"/>
                    <a:pt x="75" y="3994"/>
                    <a:pt x="222" y="4437"/>
                  </a:cubicBezTo>
                  <a:cubicBezTo>
                    <a:pt x="777" y="5953"/>
                    <a:pt x="2034" y="6988"/>
                    <a:pt x="3328" y="6988"/>
                  </a:cubicBezTo>
                  <a:cubicBezTo>
                    <a:pt x="3624" y="6988"/>
                    <a:pt x="3883" y="6951"/>
                    <a:pt x="4141" y="6878"/>
                  </a:cubicBezTo>
                  <a:cubicBezTo>
                    <a:pt x="4696" y="6656"/>
                    <a:pt x="5177" y="6249"/>
                    <a:pt x="5472" y="5768"/>
                  </a:cubicBezTo>
                  <a:cubicBezTo>
                    <a:pt x="5768" y="5251"/>
                    <a:pt x="5916" y="4622"/>
                    <a:pt x="5916" y="3957"/>
                  </a:cubicBezTo>
                  <a:cubicBezTo>
                    <a:pt x="5916" y="3513"/>
                    <a:pt x="5842" y="3033"/>
                    <a:pt x="5694" y="2552"/>
                  </a:cubicBezTo>
                  <a:cubicBezTo>
                    <a:pt x="5140" y="1036"/>
                    <a:pt x="3883" y="1"/>
                    <a:pt x="25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59"/>
            <p:cNvSpPr/>
            <p:nvPr/>
          </p:nvSpPr>
          <p:spPr>
            <a:xfrm>
              <a:off x="1551550" y="2972325"/>
              <a:ext cx="129425" cy="136350"/>
            </a:xfrm>
            <a:custGeom>
              <a:rect b="b" l="l" r="r" t="t"/>
              <a:pathLst>
                <a:path extrusionOk="0" h="5454" w="5177">
                  <a:moveTo>
                    <a:pt x="2260" y="1"/>
                  </a:moveTo>
                  <a:cubicBezTo>
                    <a:pt x="2059" y="1"/>
                    <a:pt x="1858" y="33"/>
                    <a:pt x="1664" y="102"/>
                  </a:cubicBezTo>
                  <a:cubicBezTo>
                    <a:pt x="518" y="472"/>
                    <a:pt x="0" y="1988"/>
                    <a:pt x="518" y="3430"/>
                  </a:cubicBezTo>
                  <a:cubicBezTo>
                    <a:pt x="917" y="4659"/>
                    <a:pt x="1930" y="5454"/>
                    <a:pt x="2918" y="5454"/>
                  </a:cubicBezTo>
                  <a:cubicBezTo>
                    <a:pt x="3119" y="5454"/>
                    <a:pt x="3319" y="5421"/>
                    <a:pt x="3513" y="5352"/>
                  </a:cubicBezTo>
                  <a:cubicBezTo>
                    <a:pt x="4659" y="4945"/>
                    <a:pt x="5176" y="3430"/>
                    <a:pt x="4659" y="1988"/>
                  </a:cubicBezTo>
                  <a:cubicBezTo>
                    <a:pt x="4259" y="790"/>
                    <a:pt x="3248" y="1"/>
                    <a:pt x="22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59"/>
            <p:cNvSpPr/>
            <p:nvPr/>
          </p:nvSpPr>
          <p:spPr>
            <a:xfrm>
              <a:off x="1551550" y="2963775"/>
              <a:ext cx="129425" cy="152525"/>
            </a:xfrm>
            <a:custGeom>
              <a:rect b="b" l="l" r="r" t="t"/>
              <a:pathLst>
                <a:path extrusionOk="0" h="6101" w="5177">
                  <a:moveTo>
                    <a:pt x="2256" y="629"/>
                  </a:moveTo>
                  <a:cubicBezTo>
                    <a:pt x="3069" y="629"/>
                    <a:pt x="3993" y="1332"/>
                    <a:pt x="4400" y="2441"/>
                  </a:cubicBezTo>
                  <a:cubicBezTo>
                    <a:pt x="4511" y="2773"/>
                    <a:pt x="4548" y="3143"/>
                    <a:pt x="4548" y="3439"/>
                  </a:cubicBezTo>
                  <a:cubicBezTo>
                    <a:pt x="4548" y="3920"/>
                    <a:pt x="4437" y="4363"/>
                    <a:pt x="4252" y="4696"/>
                  </a:cubicBezTo>
                  <a:cubicBezTo>
                    <a:pt x="4030" y="5029"/>
                    <a:pt x="3771" y="5287"/>
                    <a:pt x="3402" y="5398"/>
                  </a:cubicBezTo>
                  <a:cubicBezTo>
                    <a:pt x="3254" y="5472"/>
                    <a:pt x="3069" y="5472"/>
                    <a:pt x="2921" y="5472"/>
                  </a:cubicBezTo>
                  <a:cubicBezTo>
                    <a:pt x="2901" y="5473"/>
                    <a:pt x="2880" y="5474"/>
                    <a:pt x="2859" y="5474"/>
                  </a:cubicBezTo>
                  <a:cubicBezTo>
                    <a:pt x="2062" y="5474"/>
                    <a:pt x="1174" y="4779"/>
                    <a:pt x="814" y="3698"/>
                  </a:cubicBezTo>
                  <a:cubicBezTo>
                    <a:pt x="666" y="3328"/>
                    <a:pt x="629" y="2995"/>
                    <a:pt x="629" y="2663"/>
                  </a:cubicBezTo>
                  <a:cubicBezTo>
                    <a:pt x="629" y="2182"/>
                    <a:pt x="740" y="1775"/>
                    <a:pt x="925" y="1442"/>
                  </a:cubicBezTo>
                  <a:cubicBezTo>
                    <a:pt x="1146" y="1073"/>
                    <a:pt x="1405" y="851"/>
                    <a:pt x="1775" y="703"/>
                  </a:cubicBezTo>
                  <a:cubicBezTo>
                    <a:pt x="1923" y="666"/>
                    <a:pt x="2108" y="629"/>
                    <a:pt x="2256" y="629"/>
                  </a:cubicBezTo>
                  <a:close/>
                  <a:moveTo>
                    <a:pt x="2256" y="1"/>
                  </a:moveTo>
                  <a:cubicBezTo>
                    <a:pt x="2034" y="1"/>
                    <a:pt x="1812" y="75"/>
                    <a:pt x="1590" y="149"/>
                  </a:cubicBezTo>
                  <a:cubicBezTo>
                    <a:pt x="1073" y="296"/>
                    <a:pt x="666" y="666"/>
                    <a:pt x="407" y="1110"/>
                  </a:cubicBezTo>
                  <a:cubicBezTo>
                    <a:pt x="148" y="1553"/>
                    <a:pt x="0" y="2108"/>
                    <a:pt x="0" y="2663"/>
                  </a:cubicBezTo>
                  <a:cubicBezTo>
                    <a:pt x="0" y="3069"/>
                    <a:pt x="74" y="3476"/>
                    <a:pt x="222" y="3883"/>
                  </a:cubicBezTo>
                  <a:cubicBezTo>
                    <a:pt x="666" y="5214"/>
                    <a:pt x="1775" y="6101"/>
                    <a:pt x="2921" y="6101"/>
                  </a:cubicBezTo>
                  <a:cubicBezTo>
                    <a:pt x="3143" y="6101"/>
                    <a:pt x="3402" y="6064"/>
                    <a:pt x="3623" y="5990"/>
                  </a:cubicBezTo>
                  <a:cubicBezTo>
                    <a:pt x="4104" y="5805"/>
                    <a:pt x="4511" y="5472"/>
                    <a:pt x="4770" y="4992"/>
                  </a:cubicBezTo>
                  <a:cubicBezTo>
                    <a:pt x="5028" y="4548"/>
                    <a:pt x="5176" y="4030"/>
                    <a:pt x="5176" y="3439"/>
                  </a:cubicBezTo>
                  <a:cubicBezTo>
                    <a:pt x="5176" y="3069"/>
                    <a:pt x="5102" y="2626"/>
                    <a:pt x="4954" y="2219"/>
                  </a:cubicBezTo>
                  <a:cubicBezTo>
                    <a:pt x="4511" y="925"/>
                    <a:pt x="3439" y="38"/>
                    <a:pt x="22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59"/>
            <p:cNvSpPr/>
            <p:nvPr/>
          </p:nvSpPr>
          <p:spPr>
            <a:xfrm>
              <a:off x="4390900" y="2603325"/>
              <a:ext cx="29600" cy="247725"/>
            </a:xfrm>
            <a:custGeom>
              <a:rect b="b" l="l" r="r" t="t"/>
              <a:pathLst>
                <a:path extrusionOk="0" h="9909" w="1184">
                  <a:moveTo>
                    <a:pt x="0" y="0"/>
                  </a:moveTo>
                  <a:lnTo>
                    <a:pt x="0" y="9908"/>
                  </a:lnTo>
                  <a:lnTo>
                    <a:pt x="1183" y="9908"/>
                  </a:lnTo>
                  <a:lnTo>
                    <a:pt x="11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59"/>
            <p:cNvSpPr/>
            <p:nvPr/>
          </p:nvSpPr>
          <p:spPr>
            <a:xfrm>
              <a:off x="4291075" y="2603325"/>
              <a:ext cx="28675" cy="247725"/>
            </a:xfrm>
            <a:custGeom>
              <a:rect b="b" l="l" r="r" t="t"/>
              <a:pathLst>
                <a:path extrusionOk="0" h="9909" w="1147">
                  <a:moveTo>
                    <a:pt x="0" y="0"/>
                  </a:moveTo>
                  <a:lnTo>
                    <a:pt x="0" y="9908"/>
                  </a:lnTo>
                  <a:lnTo>
                    <a:pt x="1146" y="9908"/>
                  </a:lnTo>
                  <a:lnTo>
                    <a:pt x="11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59"/>
            <p:cNvSpPr/>
            <p:nvPr/>
          </p:nvSpPr>
          <p:spPr>
            <a:xfrm>
              <a:off x="4190325" y="2603325"/>
              <a:ext cx="29600" cy="247725"/>
            </a:xfrm>
            <a:custGeom>
              <a:rect b="b" l="l" r="r" t="t"/>
              <a:pathLst>
                <a:path extrusionOk="0" h="9909" w="1184">
                  <a:moveTo>
                    <a:pt x="0" y="0"/>
                  </a:moveTo>
                  <a:lnTo>
                    <a:pt x="0" y="9908"/>
                  </a:lnTo>
                  <a:lnTo>
                    <a:pt x="1183" y="9908"/>
                  </a:lnTo>
                  <a:lnTo>
                    <a:pt x="11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59"/>
            <p:cNvSpPr/>
            <p:nvPr/>
          </p:nvSpPr>
          <p:spPr>
            <a:xfrm>
              <a:off x="4090500" y="2603325"/>
              <a:ext cx="28675" cy="247725"/>
            </a:xfrm>
            <a:custGeom>
              <a:rect b="b" l="l" r="r" t="t"/>
              <a:pathLst>
                <a:path extrusionOk="0" h="9909" w="1147">
                  <a:moveTo>
                    <a:pt x="1" y="0"/>
                  </a:moveTo>
                  <a:lnTo>
                    <a:pt x="1" y="9908"/>
                  </a:lnTo>
                  <a:lnTo>
                    <a:pt x="1147" y="9908"/>
                  </a:lnTo>
                  <a:lnTo>
                    <a:pt x="11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59"/>
            <p:cNvSpPr/>
            <p:nvPr/>
          </p:nvSpPr>
          <p:spPr>
            <a:xfrm>
              <a:off x="4561875" y="2950850"/>
              <a:ext cx="378050" cy="36050"/>
            </a:xfrm>
            <a:custGeom>
              <a:rect b="b" l="l" r="r" t="t"/>
              <a:pathLst>
                <a:path extrusionOk="0" h="1442" w="15122">
                  <a:moveTo>
                    <a:pt x="703" y="0"/>
                  </a:moveTo>
                  <a:cubicBezTo>
                    <a:pt x="333" y="0"/>
                    <a:pt x="1" y="333"/>
                    <a:pt x="1" y="739"/>
                  </a:cubicBezTo>
                  <a:cubicBezTo>
                    <a:pt x="1" y="1109"/>
                    <a:pt x="333" y="1442"/>
                    <a:pt x="703" y="1442"/>
                  </a:cubicBezTo>
                  <a:lnTo>
                    <a:pt x="14419" y="1442"/>
                  </a:lnTo>
                  <a:cubicBezTo>
                    <a:pt x="14789" y="1442"/>
                    <a:pt x="15122" y="1109"/>
                    <a:pt x="15122" y="739"/>
                  </a:cubicBezTo>
                  <a:cubicBezTo>
                    <a:pt x="15122" y="333"/>
                    <a:pt x="14789" y="0"/>
                    <a:pt x="144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59"/>
            <p:cNvSpPr/>
            <p:nvPr/>
          </p:nvSpPr>
          <p:spPr>
            <a:xfrm>
              <a:off x="4561875" y="3063600"/>
              <a:ext cx="378050" cy="35150"/>
            </a:xfrm>
            <a:custGeom>
              <a:rect b="b" l="l" r="r" t="t"/>
              <a:pathLst>
                <a:path extrusionOk="0" h="1406" w="15122">
                  <a:moveTo>
                    <a:pt x="703" y="0"/>
                  </a:moveTo>
                  <a:cubicBezTo>
                    <a:pt x="333" y="0"/>
                    <a:pt x="1" y="296"/>
                    <a:pt x="1" y="703"/>
                  </a:cubicBezTo>
                  <a:cubicBezTo>
                    <a:pt x="1" y="1073"/>
                    <a:pt x="333" y="1405"/>
                    <a:pt x="703" y="1405"/>
                  </a:cubicBezTo>
                  <a:lnTo>
                    <a:pt x="14419" y="1405"/>
                  </a:lnTo>
                  <a:cubicBezTo>
                    <a:pt x="14789" y="1405"/>
                    <a:pt x="15122" y="1073"/>
                    <a:pt x="15122" y="703"/>
                  </a:cubicBezTo>
                  <a:cubicBezTo>
                    <a:pt x="15122" y="296"/>
                    <a:pt x="14789" y="0"/>
                    <a:pt x="144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59"/>
            <p:cNvSpPr/>
            <p:nvPr/>
          </p:nvSpPr>
          <p:spPr>
            <a:xfrm>
              <a:off x="2656050" y="3012775"/>
              <a:ext cx="159925" cy="146050"/>
            </a:xfrm>
            <a:custGeom>
              <a:rect b="b" l="l" r="r" t="t"/>
              <a:pathLst>
                <a:path extrusionOk="0" h="5842" w="6397">
                  <a:moveTo>
                    <a:pt x="3217" y="0"/>
                  </a:moveTo>
                  <a:cubicBezTo>
                    <a:pt x="1442" y="0"/>
                    <a:pt x="0" y="1331"/>
                    <a:pt x="0" y="2921"/>
                  </a:cubicBezTo>
                  <a:cubicBezTo>
                    <a:pt x="0" y="4547"/>
                    <a:pt x="1442" y="5841"/>
                    <a:pt x="3217" y="5841"/>
                  </a:cubicBezTo>
                  <a:cubicBezTo>
                    <a:pt x="4954" y="5841"/>
                    <a:pt x="6396" y="4547"/>
                    <a:pt x="6396" y="2921"/>
                  </a:cubicBezTo>
                  <a:cubicBezTo>
                    <a:pt x="6396" y="1331"/>
                    <a:pt x="4954" y="0"/>
                    <a:pt x="32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59"/>
            <p:cNvSpPr/>
            <p:nvPr/>
          </p:nvSpPr>
          <p:spPr>
            <a:xfrm>
              <a:off x="2648650" y="3005375"/>
              <a:ext cx="174700" cy="161775"/>
            </a:xfrm>
            <a:custGeom>
              <a:rect b="b" l="l" r="r" t="t"/>
              <a:pathLst>
                <a:path extrusionOk="0" h="6471" w="6988">
                  <a:moveTo>
                    <a:pt x="3513" y="629"/>
                  </a:moveTo>
                  <a:cubicBezTo>
                    <a:pt x="4289" y="629"/>
                    <a:pt x="5028" y="925"/>
                    <a:pt x="5546" y="1368"/>
                  </a:cubicBezTo>
                  <a:cubicBezTo>
                    <a:pt x="6064" y="1849"/>
                    <a:pt x="6359" y="2514"/>
                    <a:pt x="6359" y="3217"/>
                  </a:cubicBezTo>
                  <a:cubicBezTo>
                    <a:pt x="6359" y="3919"/>
                    <a:pt x="6064" y="4585"/>
                    <a:pt x="5546" y="5065"/>
                  </a:cubicBezTo>
                  <a:cubicBezTo>
                    <a:pt x="5028" y="5546"/>
                    <a:pt x="4289" y="5842"/>
                    <a:pt x="3513" y="5842"/>
                  </a:cubicBezTo>
                  <a:cubicBezTo>
                    <a:pt x="2699" y="5842"/>
                    <a:pt x="1960" y="5546"/>
                    <a:pt x="1442" y="5065"/>
                  </a:cubicBezTo>
                  <a:cubicBezTo>
                    <a:pt x="925" y="4585"/>
                    <a:pt x="629" y="3919"/>
                    <a:pt x="629" y="3217"/>
                  </a:cubicBezTo>
                  <a:cubicBezTo>
                    <a:pt x="629" y="2514"/>
                    <a:pt x="925" y="1849"/>
                    <a:pt x="1442" y="1368"/>
                  </a:cubicBezTo>
                  <a:cubicBezTo>
                    <a:pt x="1960" y="925"/>
                    <a:pt x="2699" y="629"/>
                    <a:pt x="3513" y="629"/>
                  </a:cubicBezTo>
                  <a:close/>
                  <a:moveTo>
                    <a:pt x="3513" y="0"/>
                  </a:moveTo>
                  <a:cubicBezTo>
                    <a:pt x="2551" y="0"/>
                    <a:pt x="1664" y="333"/>
                    <a:pt x="1036" y="925"/>
                  </a:cubicBezTo>
                  <a:cubicBezTo>
                    <a:pt x="407" y="1516"/>
                    <a:pt x="0" y="2329"/>
                    <a:pt x="0" y="3217"/>
                  </a:cubicBezTo>
                  <a:cubicBezTo>
                    <a:pt x="0" y="4104"/>
                    <a:pt x="407" y="4917"/>
                    <a:pt x="1036" y="5509"/>
                  </a:cubicBezTo>
                  <a:cubicBezTo>
                    <a:pt x="1664" y="6100"/>
                    <a:pt x="2551" y="6470"/>
                    <a:pt x="3513" y="6470"/>
                  </a:cubicBezTo>
                  <a:cubicBezTo>
                    <a:pt x="4437" y="6470"/>
                    <a:pt x="5324" y="6100"/>
                    <a:pt x="5953" y="5509"/>
                  </a:cubicBezTo>
                  <a:cubicBezTo>
                    <a:pt x="6581" y="4917"/>
                    <a:pt x="6988" y="4104"/>
                    <a:pt x="6988" y="3217"/>
                  </a:cubicBezTo>
                  <a:cubicBezTo>
                    <a:pt x="6988" y="2329"/>
                    <a:pt x="6581" y="1516"/>
                    <a:pt x="5953" y="925"/>
                  </a:cubicBezTo>
                  <a:cubicBezTo>
                    <a:pt x="5324" y="333"/>
                    <a:pt x="4437" y="0"/>
                    <a:pt x="35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59"/>
            <p:cNvSpPr/>
            <p:nvPr/>
          </p:nvSpPr>
          <p:spPr>
            <a:xfrm>
              <a:off x="2644950" y="3225350"/>
              <a:ext cx="159000" cy="146050"/>
            </a:xfrm>
            <a:custGeom>
              <a:rect b="b" l="l" r="r" t="t"/>
              <a:pathLst>
                <a:path extrusionOk="0" h="5842" w="6360">
                  <a:moveTo>
                    <a:pt x="3180" y="0"/>
                  </a:moveTo>
                  <a:cubicBezTo>
                    <a:pt x="1405" y="0"/>
                    <a:pt x="1" y="1294"/>
                    <a:pt x="1" y="2921"/>
                  </a:cubicBezTo>
                  <a:cubicBezTo>
                    <a:pt x="1" y="4548"/>
                    <a:pt x="1405" y="5842"/>
                    <a:pt x="3180" y="5842"/>
                  </a:cubicBezTo>
                  <a:cubicBezTo>
                    <a:pt x="4918" y="5842"/>
                    <a:pt x="6360" y="4548"/>
                    <a:pt x="6360" y="2921"/>
                  </a:cubicBezTo>
                  <a:cubicBezTo>
                    <a:pt x="6360" y="1294"/>
                    <a:pt x="4918" y="0"/>
                    <a:pt x="3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59"/>
            <p:cNvSpPr/>
            <p:nvPr/>
          </p:nvSpPr>
          <p:spPr>
            <a:xfrm>
              <a:off x="2636625" y="3217950"/>
              <a:ext cx="174725" cy="160850"/>
            </a:xfrm>
            <a:custGeom>
              <a:rect b="b" l="l" r="r" t="t"/>
              <a:pathLst>
                <a:path extrusionOk="0" h="6434" w="6989">
                  <a:moveTo>
                    <a:pt x="3513" y="592"/>
                  </a:moveTo>
                  <a:cubicBezTo>
                    <a:pt x="4289" y="592"/>
                    <a:pt x="5029" y="888"/>
                    <a:pt x="5546" y="1368"/>
                  </a:cubicBezTo>
                  <a:cubicBezTo>
                    <a:pt x="6064" y="1849"/>
                    <a:pt x="6397" y="2515"/>
                    <a:pt x="6397" y="3217"/>
                  </a:cubicBezTo>
                  <a:cubicBezTo>
                    <a:pt x="6397" y="3919"/>
                    <a:pt x="6064" y="4585"/>
                    <a:pt x="5546" y="5066"/>
                  </a:cubicBezTo>
                  <a:cubicBezTo>
                    <a:pt x="5029" y="5546"/>
                    <a:pt x="4289" y="5842"/>
                    <a:pt x="3513" y="5842"/>
                  </a:cubicBezTo>
                  <a:cubicBezTo>
                    <a:pt x="2700" y="5842"/>
                    <a:pt x="1960" y="5546"/>
                    <a:pt x="1443" y="5066"/>
                  </a:cubicBezTo>
                  <a:cubicBezTo>
                    <a:pt x="925" y="4585"/>
                    <a:pt x="629" y="3919"/>
                    <a:pt x="629" y="3217"/>
                  </a:cubicBezTo>
                  <a:cubicBezTo>
                    <a:pt x="629" y="2515"/>
                    <a:pt x="925" y="1849"/>
                    <a:pt x="1443" y="1368"/>
                  </a:cubicBezTo>
                  <a:cubicBezTo>
                    <a:pt x="1960" y="888"/>
                    <a:pt x="2700" y="592"/>
                    <a:pt x="3513" y="592"/>
                  </a:cubicBezTo>
                  <a:close/>
                  <a:moveTo>
                    <a:pt x="3513" y="1"/>
                  </a:moveTo>
                  <a:cubicBezTo>
                    <a:pt x="2552" y="1"/>
                    <a:pt x="1665" y="333"/>
                    <a:pt x="1036" y="925"/>
                  </a:cubicBezTo>
                  <a:cubicBezTo>
                    <a:pt x="408" y="1516"/>
                    <a:pt x="1" y="2330"/>
                    <a:pt x="1" y="3217"/>
                  </a:cubicBezTo>
                  <a:cubicBezTo>
                    <a:pt x="1" y="4104"/>
                    <a:pt x="408" y="4918"/>
                    <a:pt x="1036" y="5509"/>
                  </a:cubicBezTo>
                  <a:cubicBezTo>
                    <a:pt x="1665" y="6101"/>
                    <a:pt x="2552" y="6433"/>
                    <a:pt x="3513" y="6433"/>
                  </a:cubicBezTo>
                  <a:cubicBezTo>
                    <a:pt x="4474" y="6433"/>
                    <a:pt x="5325" y="6101"/>
                    <a:pt x="5953" y="5509"/>
                  </a:cubicBezTo>
                  <a:cubicBezTo>
                    <a:pt x="6582" y="4918"/>
                    <a:pt x="6988" y="4104"/>
                    <a:pt x="6988" y="3217"/>
                  </a:cubicBezTo>
                  <a:cubicBezTo>
                    <a:pt x="6988" y="2330"/>
                    <a:pt x="6582" y="1516"/>
                    <a:pt x="5953" y="925"/>
                  </a:cubicBezTo>
                  <a:cubicBezTo>
                    <a:pt x="5325" y="333"/>
                    <a:pt x="4474" y="1"/>
                    <a:pt x="3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59"/>
            <p:cNvSpPr/>
            <p:nvPr/>
          </p:nvSpPr>
          <p:spPr>
            <a:xfrm>
              <a:off x="2618150" y="3425000"/>
              <a:ext cx="159925" cy="146050"/>
            </a:xfrm>
            <a:custGeom>
              <a:rect b="b" l="l" r="r" t="t"/>
              <a:pathLst>
                <a:path extrusionOk="0" h="5842" w="6397">
                  <a:moveTo>
                    <a:pt x="3217" y="0"/>
                  </a:moveTo>
                  <a:cubicBezTo>
                    <a:pt x="1442" y="0"/>
                    <a:pt x="0" y="1331"/>
                    <a:pt x="0" y="2921"/>
                  </a:cubicBezTo>
                  <a:cubicBezTo>
                    <a:pt x="0" y="4547"/>
                    <a:pt x="1442" y="5841"/>
                    <a:pt x="3217" y="5841"/>
                  </a:cubicBezTo>
                  <a:cubicBezTo>
                    <a:pt x="4954" y="5841"/>
                    <a:pt x="6396" y="4547"/>
                    <a:pt x="6396" y="2921"/>
                  </a:cubicBezTo>
                  <a:cubicBezTo>
                    <a:pt x="6396" y="1331"/>
                    <a:pt x="4954" y="0"/>
                    <a:pt x="321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59"/>
            <p:cNvSpPr/>
            <p:nvPr/>
          </p:nvSpPr>
          <p:spPr>
            <a:xfrm>
              <a:off x="2610750" y="3417600"/>
              <a:ext cx="174725" cy="160850"/>
            </a:xfrm>
            <a:custGeom>
              <a:rect b="b" l="l" r="r" t="t"/>
              <a:pathLst>
                <a:path extrusionOk="0" h="6434" w="6989">
                  <a:moveTo>
                    <a:pt x="3513" y="592"/>
                  </a:moveTo>
                  <a:cubicBezTo>
                    <a:pt x="4289" y="592"/>
                    <a:pt x="5029" y="925"/>
                    <a:pt x="5546" y="1368"/>
                  </a:cubicBezTo>
                  <a:cubicBezTo>
                    <a:pt x="6064" y="1849"/>
                    <a:pt x="6360" y="2514"/>
                    <a:pt x="6360" y="3217"/>
                  </a:cubicBezTo>
                  <a:cubicBezTo>
                    <a:pt x="6360" y="3919"/>
                    <a:pt x="6064" y="4585"/>
                    <a:pt x="5546" y="5065"/>
                  </a:cubicBezTo>
                  <a:cubicBezTo>
                    <a:pt x="5029" y="5546"/>
                    <a:pt x="4289" y="5842"/>
                    <a:pt x="3513" y="5842"/>
                  </a:cubicBezTo>
                  <a:cubicBezTo>
                    <a:pt x="2700" y="5842"/>
                    <a:pt x="1960" y="5546"/>
                    <a:pt x="1443" y="5065"/>
                  </a:cubicBezTo>
                  <a:cubicBezTo>
                    <a:pt x="925" y="4585"/>
                    <a:pt x="629" y="3919"/>
                    <a:pt x="629" y="3217"/>
                  </a:cubicBezTo>
                  <a:cubicBezTo>
                    <a:pt x="629" y="2514"/>
                    <a:pt x="925" y="1849"/>
                    <a:pt x="1443" y="1368"/>
                  </a:cubicBezTo>
                  <a:cubicBezTo>
                    <a:pt x="1960" y="925"/>
                    <a:pt x="2700" y="592"/>
                    <a:pt x="3513" y="592"/>
                  </a:cubicBezTo>
                  <a:close/>
                  <a:moveTo>
                    <a:pt x="3513" y="0"/>
                  </a:moveTo>
                  <a:cubicBezTo>
                    <a:pt x="2552" y="0"/>
                    <a:pt x="1664" y="333"/>
                    <a:pt x="1036" y="925"/>
                  </a:cubicBezTo>
                  <a:cubicBezTo>
                    <a:pt x="407" y="1516"/>
                    <a:pt x="1" y="2329"/>
                    <a:pt x="1" y="3217"/>
                  </a:cubicBezTo>
                  <a:cubicBezTo>
                    <a:pt x="1" y="4104"/>
                    <a:pt x="407" y="4917"/>
                    <a:pt x="1036" y="5509"/>
                  </a:cubicBezTo>
                  <a:cubicBezTo>
                    <a:pt x="1664" y="6100"/>
                    <a:pt x="2552" y="6433"/>
                    <a:pt x="3513" y="6433"/>
                  </a:cubicBezTo>
                  <a:cubicBezTo>
                    <a:pt x="4437" y="6433"/>
                    <a:pt x="5324" y="6100"/>
                    <a:pt x="5953" y="5509"/>
                  </a:cubicBezTo>
                  <a:cubicBezTo>
                    <a:pt x="6581" y="4917"/>
                    <a:pt x="6988" y="4104"/>
                    <a:pt x="6988" y="3217"/>
                  </a:cubicBezTo>
                  <a:cubicBezTo>
                    <a:pt x="6988" y="2329"/>
                    <a:pt x="6581" y="1516"/>
                    <a:pt x="5953" y="925"/>
                  </a:cubicBezTo>
                  <a:cubicBezTo>
                    <a:pt x="5324" y="333"/>
                    <a:pt x="4437" y="0"/>
                    <a:pt x="35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59"/>
            <p:cNvSpPr/>
            <p:nvPr/>
          </p:nvSpPr>
          <p:spPr>
            <a:xfrm>
              <a:off x="5515725" y="3650500"/>
              <a:ext cx="855875" cy="1305100"/>
            </a:xfrm>
            <a:custGeom>
              <a:rect b="b" l="l" r="r" t="t"/>
              <a:pathLst>
                <a:path extrusionOk="0" h="52204" w="34235">
                  <a:moveTo>
                    <a:pt x="777" y="1"/>
                  </a:moveTo>
                  <a:lnTo>
                    <a:pt x="0" y="25769"/>
                  </a:lnTo>
                  <a:lnTo>
                    <a:pt x="34235" y="52204"/>
                  </a:lnTo>
                  <a:lnTo>
                    <a:pt x="34235" y="52204"/>
                  </a:lnTo>
                  <a:lnTo>
                    <a:pt x="34198" y="16527"/>
                  </a:lnTo>
                  <a:lnTo>
                    <a:pt x="7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59"/>
            <p:cNvSpPr/>
            <p:nvPr/>
          </p:nvSpPr>
          <p:spPr>
            <a:xfrm>
              <a:off x="5508325" y="3642975"/>
              <a:ext cx="871600" cy="1320100"/>
            </a:xfrm>
            <a:custGeom>
              <a:rect b="b" l="l" r="r" t="t"/>
              <a:pathLst>
                <a:path extrusionOk="0" h="52804" w="34864">
                  <a:moveTo>
                    <a:pt x="1368" y="782"/>
                  </a:moveTo>
                  <a:lnTo>
                    <a:pt x="34198" y="17014"/>
                  </a:lnTo>
                  <a:lnTo>
                    <a:pt x="34235" y="51876"/>
                  </a:lnTo>
                  <a:lnTo>
                    <a:pt x="34235" y="51876"/>
                  </a:lnTo>
                  <a:lnTo>
                    <a:pt x="629" y="25923"/>
                  </a:lnTo>
                  <a:lnTo>
                    <a:pt x="1368" y="782"/>
                  </a:lnTo>
                  <a:close/>
                  <a:moveTo>
                    <a:pt x="1073" y="0"/>
                  </a:moveTo>
                  <a:cubicBezTo>
                    <a:pt x="1016" y="0"/>
                    <a:pt x="952" y="22"/>
                    <a:pt x="888" y="43"/>
                  </a:cubicBezTo>
                  <a:cubicBezTo>
                    <a:pt x="814" y="80"/>
                    <a:pt x="777" y="191"/>
                    <a:pt x="740" y="302"/>
                  </a:cubicBezTo>
                  <a:lnTo>
                    <a:pt x="0" y="26070"/>
                  </a:lnTo>
                  <a:cubicBezTo>
                    <a:pt x="0" y="26144"/>
                    <a:pt x="37" y="26255"/>
                    <a:pt x="111" y="26292"/>
                  </a:cubicBezTo>
                  <a:lnTo>
                    <a:pt x="34346" y="52726"/>
                  </a:lnTo>
                  <a:cubicBezTo>
                    <a:pt x="34415" y="52772"/>
                    <a:pt x="34483" y="52804"/>
                    <a:pt x="34552" y="52804"/>
                  </a:cubicBezTo>
                  <a:cubicBezTo>
                    <a:pt x="34594" y="52804"/>
                    <a:pt x="34637" y="52792"/>
                    <a:pt x="34679" y="52763"/>
                  </a:cubicBezTo>
                  <a:cubicBezTo>
                    <a:pt x="34790" y="52726"/>
                    <a:pt x="34864" y="52615"/>
                    <a:pt x="34864" y="52505"/>
                  </a:cubicBezTo>
                  <a:lnTo>
                    <a:pt x="34790" y="16828"/>
                  </a:lnTo>
                  <a:cubicBezTo>
                    <a:pt x="34790" y="16717"/>
                    <a:pt x="34716" y="16606"/>
                    <a:pt x="34642" y="16569"/>
                  </a:cubicBezTo>
                  <a:lnTo>
                    <a:pt x="1184" y="43"/>
                  </a:lnTo>
                  <a:cubicBezTo>
                    <a:pt x="1152" y="12"/>
                    <a:pt x="1114" y="0"/>
                    <a:pt x="10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59"/>
            <p:cNvSpPr/>
            <p:nvPr/>
          </p:nvSpPr>
          <p:spPr>
            <a:xfrm>
              <a:off x="1200325" y="3650500"/>
              <a:ext cx="854975" cy="1305100"/>
            </a:xfrm>
            <a:custGeom>
              <a:rect b="b" l="l" r="r" t="t"/>
              <a:pathLst>
                <a:path extrusionOk="0" h="52204" w="34199">
                  <a:moveTo>
                    <a:pt x="33459" y="1"/>
                  </a:moveTo>
                  <a:lnTo>
                    <a:pt x="1" y="16527"/>
                  </a:lnTo>
                  <a:lnTo>
                    <a:pt x="1" y="52204"/>
                  </a:lnTo>
                  <a:lnTo>
                    <a:pt x="34198" y="25769"/>
                  </a:lnTo>
                  <a:lnTo>
                    <a:pt x="334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59"/>
            <p:cNvSpPr/>
            <p:nvPr/>
          </p:nvSpPr>
          <p:spPr>
            <a:xfrm>
              <a:off x="1192925" y="3642975"/>
              <a:ext cx="869775" cy="1320100"/>
            </a:xfrm>
            <a:custGeom>
              <a:rect b="b" l="l" r="r" t="t"/>
              <a:pathLst>
                <a:path extrusionOk="0" h="52804" w="34791">
                  <a:moveTo>
                    <a:pt x="33459" y="782"/>
                  </a:moveTo>
                  <a:lnTo>
                    <a:pt x="34162" y="25923"/>
                  </a:lnTo>
                  <a:lnTo>
                    <a:pt x="629" y="51876"/>
                  </a:lnTo>
                  <a:lnTo>
                    <a:pt x="629" y="16995"/>
                  </a:lnTo>
                  <a:lnTo>
                    <a:pt x="629" y="16995"/>
                  </a:lnTo>
                  <a:lnTo>
                    <a:pt x="33459" y="782"/>
                  </a:lnTo>
                  <a:close/>
                  <a:moveTo>
                    <a:pt x="33718" y="0"/>
                  </a:moveTo>
                  <a:cubicBezTo>
                    <a:pt x="33676" y="0"/>
                    <a:pt x="33638" y="12"/>
                    <a:pt x="33607" y="43"/>
                  </a:cubicBezTo>
                  <a:lnTo>
                    <a:pt x="186" y="16569"/>
                  </a:lnTo>
                  <a:cubicBezTo>
                    <a:pt x="75" y="16606"/>
                    <a:pt x="1" y="16717"/>
                    <a:pt x="1" y="16828"/>
                  </a:cubicBezTo>
                  <a:lnTo>
                    <a:pt x="1" y="52505"/>
                  </a:lnTo>
                  <a:cubicBezTo>
                    <a:pt x="1" y="52615"/>
                    <a:pt x="75" y="52726"/>
                    <a:pt x="186" y="52763"/>
                  </a:cubicBezTo>
                  <a:cubicBezTo>
                    <a:pt x="228" y="52792"/>
                    <a:pt x="270" y="52804"/>
                    <a:pt x="313" y="52804"/>
                  </a:cubicBezTo>
                  <a:cubicBezTo>
                    <a:pt x="381" y="52804"/>
                    <a:pt x="450" y="52772"/>
                    <a:pt x="518" y="52726"/>
                  </a:cubicBezTo>
                  <a:lnTo>
                    <a:pt x="34679" y="26292"/>
                  </a:lnTo>
                  <a:cubicBezTo>
                    <a:pt x="34753" y="26255"/>
                    <a:pt x="34790" y="26144"/>
                    <a:pt x="34790" y="26070"/>
                  </a:cubicBezTo>
                  <a:lnTo>
                    <a:pt x="34051" y="302"/>
                  </a:lnTo>
                  <a:cubicBezTo>
                    <a:pt x="34051" y="191"/>
                    <a:pt x="33977" y="80"/>
                    <a:pt x="33903" y="43"/>
                  </a:cubicBezTo>
                  <a:cubicBezTo>
                    <a:pt x="33839" y="22"/>
                    <a:pt x="33775" y="0"/>
                    <a:pt x="337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59"/>
            <p:cNvSpPr/>
            <p:nvPr/>
          </p:nvSpPr>
          <p:spPr>
            <a:xfrm>
              <a:off x="2685625" y="2486850"/>
              <a:ext cx="543475" cy="497275"/>
            </a:xfrm>
            <a:custGeom>
              <a:rect b="b" l="l" r="r" t="t"/>
              <a:pathLst>
                <a:path extrusionOk="0" h="19891" w="21739">
                  <a:moveTo>
                    <a:pt x="10870" y="1"/>
                  </a:moveTo>
                  <a:cubicBezTo>
                    <a:pt x="4880" y="1"/>
                    <a:pt x="0" y="4437"/>
                    <a:pt x="0" y="9946"/>
                  </a:cubicBezTo>
                  <a:cubicBezTo>
                    <a:pt x="0" y="15455"/>
                    <a:pt x="4880" y="19891"/>
                    <a:pt x="10870" y="19891"/>
                  </a:cubicBezTo>
                  <a:cubicBezTo>
                    <a:pt x="16859" y="19891"/>
                    <a:pt x="21739" y="15455"/>
                    <a:pt x="21739" y="9946"/>
                  </a:cubicBezTo>
                  <a:cubicBezTo>
                    <a:pt x="21739" y="4437"/>
                    <a:pt x="16859" y="1"/>
                    <a:pt x="10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59"/>
            <p:cNvSpPr/>
            <p:nvPr/>
          </p:nvSpPr>
          <p:spPr>
            <a:xfrm>
              <a:off x="2678225" y="2479450"/>
              <a:ext cx="558275" cy="513000"/>
            </a:xfrm>
            <a:custGeom>
              <a:rect b="b" l="l" r="r" t="t"/>
              <a:pathLst>
                <a:path extrusionOk="0" h="20520" w="22331">
                  <a:moveTo>
                    <a:pt x="11166" y="593"/>
                  </a:moveTo>
                  <a:cubicBezTo>
                    <a:pt x="14086" y="593"/>
                    <a:pt x="16711" y="1702"/>
                    <a:pt x="18634" y="3439"/>
                  </a:cubicBezTo>
                  <a:cubicBezTo>
                    <a:pt x="20519" y="5177"/>
                    <a:pt x="21702" y="7580"/>
                    <a:pt x="21702" y="10242"/>
                  </a:cubicBezTo>
                  <a:cubicBezTo>
                    <a:pt x="21702" y="12904"/>
                    <a:pt x="20519" y="15307"/>
                    <a:pt x="18634" y="17044"/>
                  </a:cubicBezTo>
                  <a:cubicBezTo>
                    <a:pt x="16711" y="18819"/>
                    <a:pt x="14086" y="19891"/>
                    <a:pt x="11166" y="19891"/>
                  </a:cubicBezTo>
                  <a:cubicBezTo>
                    <a:pt x="8245" y="19891"/>
                    <a:pt x="5583" y="18819"/>
                    <a:pt x="3698" y="17044"/>
                  </a:cubicBezTo>
                  <a:cubicBezTo>
                    <a:pt x="1775" y="15307"/>
                    <a:pt x="629" y="12904"/>
                    <a:pt x="629" y="10242"/>
                  </a:cubicBezTo>
                  <a:cubicBezTo>
                    <a:pt x="629" y="7580"/>
                    <a:pt x="1775" y="5177"/>
                    <a:pt x="3698" y="3439"/>
                  </a:cubicBezTo>
                  <a:cubicBezTo>
                    <a:pt x="5583" y="1702"/>
                    <a:pt x="8245" y="593"/>
                    <a:pt x="11166" y="593"/>
                  </a:cubicBezTo>
                  <a:close/>
                  <a:moveTo>
                    <a:pt x="11166" y="1"/>
                  </a:moveTo>
                  <a:cubicBezTo>
                    <a:pt x="8097" y="1"/>
                    <a:pt x="5287" y="1147"/>
                    <a:pt x="3291" y="2996"/>
                  </a:cubicBezTo>
                  <a:cubicBezTo>
                    <a:pt x="1258" y="4844"/>
                    <a:pt x="1" y="7395"/>
                    <a:pt x="1" y="10242"/>
                  </a:cubicBezTo>
                  <a:cubicBezTo>
                    <a:pt x="1" y="13089"/>
                    <a:pt x="1258" y="15677"/>
                    <a:pt x="3291" y="17525"/>
                  </a:cubicBezTo>
                  <a:cubicBezTo>
                    <a:pt x="5287" y="19374"/>
                    <a:pt x="8097" y="20520"/>
                    <a:pt x="11166" y="20520"/>
                  </a:cubicBezTo>
                  <a:cubicBezTo>
                    <a:pt x="14234" y="20520"/>
                    <a:pt x="17007" y="19374"/>
                    <a:pt x="19040" y="17525"/>
                  </a:cubicBezTo>
                  <a:cubicBezTo>
                    <a:pt x="21074" y="15677"/>
                    <a:pt x="22331" y="13089"/>
                    <a:pt x="22331" y="10242"/>
                  </a:cubicBezTo>
                  <a:cubicBezTo>
                    <a:pt x="22331" y="7395"/>
                    <a:pt x="21074" y="4844"/>
                    <a:pt x="19040" y="2996"/>
                  </a:cubicBezTo>
                  <a:cubicBezTo>
                    <a:pt x="17007" y="1147"/>
                    <a:pt x="14234" y="1"/>
                    <a:pt x="111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59"/>
            <p:cNvSpPr/>
            <p:nvPr/>
          </p:nvSpPr>
          <p:spPr>
            <a:xfrm>
              <a:off x="2722600" y="2520125"/>
              <a:ext cx="469550" cy="430750"/>
            </a:xfrm>
            <a:custGeom>
              <a:rect b="b" l="l" r="r" t="t"/>
              <a:pathLst>
                <a:path extrusionOk="0" h="17230" w="18782">
                  <a:moveTo>
                    <a:pt x="9391" y="1"/>
                  </a:moveTo>
                  <a:cubicBezTo>
                    <a:pt x="4215" y="1"/>
                    <a:pt x="0" y="3846"/>
                    <a:pt x="0" y="8615"/>
                  </a:cubicBezTo>
                  <a:cubicBezTo>
                    <a:pt x="0" y="13384"/>
                    <a:pt x="4215" y="17229"/>
                    <a:pt x="9391" y="17229"/>
                  </a:cubicBezTo>
                  <a:cubicBezTo>
                    <a:pt x="14567" y="17229"/>
                    <a:pt x="18781" y="13384"/>
                    <a:pt x="18781" y="8615"/>
                  </a:cubicBezTo>
                  <a:cubicBezTo>
                    <a:pt x="18781" y="3846"/>
                    <a:pt x="14567" y="1"/>
                    <a:pt x="93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59"/>
            <p:cNvSpPr/>
            <p:nvPr/>
          </p:nvSpPr>
          <p:spPr>
            <a:xfrm>
              <a:off x="2714275" y="2512725"/>
              <a:ext cx="485250" cy="445525"/>
            </a:xfrm>
            <a:custGeom>
              <a:rect b="b" l="l" r="r" t="t"/>
              <a:pathLst>
                <a:path extrusionOk="0" h="17821" w="19410">
                  <a:moveTo>
                    <a:pt x="9724" y="592"/>
                  </a:moveTo>
                  <a:cubicBezTo>
                    <a:pt x="12238" y="592"/>
                    <a:pt x="14530" y="1554"/>
                    <a:pt x="16157" y="3069"/>
                  </a:cubicBezTo>
                  <a:cubicBezTo>
                    <a:pt x="17783" y="4548"/>
                    <a:pt x="18818" y="6619"/>
                    <a:pt x="18818" y="8911"/>
                  </a:cubicBezTo>
                  <a:cubicBezTo>
                    <a:pt x="18818" y="11203"/>
                    <a:pt x="17783" y="13273"/>
                    <a:pt x="16157" y="14789"/>
                  </a:cubicBezTo>
                  <a:cubicBezTo>
                    <a:pt x="14530" y="16305"/>
                    <a:pt x="12238" y="17229"/>
                    <a:pt x="9724" y="17229"/>
                  </a:cubicBezTo>
                  <a:cubicBezTo>
                    <a:pt x="7210" y="17229"/>
                    <a:pt x="4917" y="16305"/>
                    <a:pt x="3291" y="14789"/>
                  </a:cubicBezTo>
                  <a:cubicBezTo>
                    <a:pt x="1627" y="13273"/>
                    <a:pt x="629" y="11203"/>
                    <a:pt x="629" y="8911"/>
                  </a:cubicBezTo>
                  <a:cubicBezTo>
                    <a:pt x="629" y="6619"/>
                    <a:pt x="1627" y="4548"/>
                    <a:pt x="3291" y="3069"/>
                  </a:cubicBezTo>
                  <a:cubicBezTo>
                    <a:pt x="4917" y="1554"/>
                    <a:pt x="7210" y="592"/>
                    <a:pt x="9724" y="592"/>
                  </a:cubicBezTo>
                  <a:close/>
                  <a:moveTo>
                    <a:pt x="9724" y="1"/>
                  </a:moveTo>
                  <a:cubicBezTo>
                    <a:pt x="7062" y="1"/>
                    <a:pt x="4622" y="999"/>
                    <a:pt x="2884" y="2589"/>
                  </a:cubicBezTo>
                  <a:cubicBezTo>
                    <a:pt x="1109" y="4216"/>
                    <a:pt x="0" y="6434"/>
                    <a:pt x="0" y="8911"/>
                  </a:cubicBezTo>
                  <a:cubicBezTo>
                    <a:pt x="0" y="11388"/>
                    <a:pt x="1109" y="13606"/>
                    <a:pt x="2884" y="15233"/>
                  </a:cubicBezTo>
                  <a:cubicBezTo>
                    <a:pt x="4622" y="16860"/>
                    <a:pt x="7062" y="17821"/>
                    <a:pt x="9724" y="17821"/>
                  </a:cubicBezTo>
                  <a:cubicBezTo>
                    <a:pt x="12386" y="17821"/>
                    <a:pt x="14826" y="16860"/>
                    <a:pt x="16563" y="15233"/>
                  </a:cubicBezTo>
                  <a:cubicBezTo>
                    <a:pt x="18338" y="13606"/>
                    <a:pt x="19410" y="11388"/>
                    <a:pt x="19410" y="8911"/>
                  </a:cubicBezTo>
                  <a:cubicBezTo>
                    <a:pt x="19410" y="6434"/>
                    <a:pt x="18338" y="4216"/>
                    <a:pt x="16563" y="2589"/>
                  </a:cubicBezTo>
                  <a:cubicBezTo>
                    <a:pt x="14826" y="999"/>
                    <a:pt x="12386" y="1"/>
                    <a:pt x="9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59"/>
            <p:cNvSpPr/>
            <p:nvPr/>
          </p:nvSpPr>
          <p:spPr>
            <a:xfrm>
              <a:off x="2772500" y="2565425"/>
              <a:ext cx="369725" cy="340150"/>
            </a:xfrm>
            <a:custGeom>
              <a:rect b="b" l="l" r="r" t="t"/>
              <a:pathLst>
                <a:path extrusionOk="0" h="13606" w="14789">
                  <a:moveTo>
                    <a:pt x="7395" y="629"/>
                  </a:moveTo>
                  <a:cubicBezTo>
                    <a:pt x="9280" y="629"/>
                    <a:pt x="10981" y="1331"/>
                    <a:pt x="12201" y="2440"/>
                  </a:cubicBezTo>
                  <a:cubicBezTo>
                    <a:pt x="13421" y="3586"/>
                    <a:pt x="14160" y="5102"/>
                    <a:pt x="14160" y="6803"/>
                  </a:cubicBezTo>
                  <a:cubicBezTo>
                    <a:pt x="14160" y="8504"/>
                    <a:pt x="13421" y="10056"/>
                    <a:pt x="12201" y="11165"/>
                  </a:cubicBezTo>
                  <a:cubicBezTo>
                    <a:pt x="10981" y="12275"/>
                    <a:pt x="9280" y="12977"/>
                    <a:pt x="7395" y="12977"/>
                  </a:cubicBezTo>
                  <a:cubicBezTo>
                    <a:pt x="5509" y="12977"/>
                    <a:pt x="3808" y="12275"/>
                    <a:pt x="2588" y="11165"/>
                  </a:cubicBezTo>
                  <a:cubicBezTo>
                    <a:pt x="1368" y="10056"/>
                    <a:pt x="629" y="8504"/>
                    <a:pt x="629" y="6803"/>
                  </a:cubicBezTo>
                  <a:cubicBezTo>
                    <a:pt x="629" y="5102"/>
                    <a:pt x="1368" y="3586"/>
                    <a:pt x="2588" y="2440"/>
                  </a:cubicBezTo>
                  <a:cubicBezTo>
                    <a:pt x="3808" y="1331"/>
                    <a:pt x="5509" y="629"/>
                    <a:pt x="7395" y="629"/>
                  </a:cubicBezTo>
                  <a:close/>
                  <a:moveTo>
                    <a:pt x="7395" y="0"/>
                  </a:moveTo>
                  <a:cubicBezTo>
                    <a:pt x="5361" y="0"/>
                    <a:pt x="3513" y="777"/>
                    <a:pt x="2182" y="1997"/>
                  </a:cubicBezTo>
                  <a:cubicBezTo>
                    <a:pt x="851" y="3217"/>
                    <a:pt x="1" y="4917"/>
                    <a:pt x="1" y="6803"/>
                  </a:cubicBezTo>
                  <a:cubicBezTo>
                    <a:pt x="1" y="8688"/>
                    <a:pt x="851" y="10389"/>
                    <a:pt x="2182" y="11609"/>
                  </a:cubicBezTo>
                  <a:cubicBezTo>
                    <a:pt x="3513" y="12866"/>
                    <a:pt x="5361" y="13605"/>
                    <a:pt x="7395" y="13605"/>
                  </a:cubicBezTo>
                  <a:cubicBezTo>
                    <a:pt x="9428" y="13605"/>
                    <a:pt x="11277" y="12866"/>
                    <a:pt x="12607" y="11609"/>
                  </a:cubicBezTo>
                  <a:cubicBezTo>
                    <a:pt x="13938" y="10389"/>
                    <a:pt x="14789" y="8688"/>
                    <a:pt x="14789" y="6803"/>
                  </a:cubicBezTo>
                  <a:cubicBezTo>
                    <a:pt x="14789" y="4917"/>
                    <a:pt x="13938" y="3217"/>
                    <a:pt x="12607" y="1997"/>
                  </a:cubicBezTo>
                  <a:cubicBezTo>
                    <a:pt x="11277" y="777"/>
                    <a:pt x="9428" y="0"/>
                    <a:pt x="73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59"/>
            <p:cNvSpPr/>
            <p:nvPr/>
          </p:nvSpPr>
          <p:spPr>
            <a:xfrm>
              <a:off x="2850150" y="2636600"/>
              <a:ext cx="214450" cy="197800"/>
            </a:xfrm>
            <a:custGeom>
              <a:rect b="b" l="l" r="r" t="t"/>
              <a:pathLst>
                <a:path extrusionOk="0" h="7912" w="8578">
                  <a:moveTo>
                    <a:pt x="4289" y="629"/>
                  </a:moveTo>
                  <a:cubicBezTo>
                    <a:pt x="5324" y="629"/>
                    <a:pt x="6248" y="998"/>
                    <a:pt x="6914" y="1590"/>
                  </a:cubicBezTo>
                  <a:cubicBezTo>
                    <a:pt x="7579" y="2218"/>
                    <a:pt x="7949" y="3032"/>
                    <a:pt x="7949" y="3956"/>
                  </a:cubicBezTo>
                  <a:cubicBezTo>
                    <a:pt x="7949" y="4880"/>
                    <a:pt x="7579" y="5693"/>
                    <a:pt x="6914" y="6322"/>
                  </a:cubicBezTo>
                  <a:cubicBezTo>
                    <a:pt x="6248" y="6914"/>
                    <a:pt x="5324" y="7320"/>
                    <a:pt x="4289" y="7320"/>
                  </a:cubicBezTo>
                  <a:cubicBezTo>
                    <a:pt x="3253" y="7320"/>
                    <a:pt x="2329" y="6914"/>
                    <a:pt x="1664" y="6322"/>
                  </a:cubicBezTo>
                  <a:cubicBezTo>
                    <a:pt x="998" y="5693"/>
                    <a:pt x="592" y="4880"/>
                    <a:pt x="592" y="3956"/>
                  </a:cubicBezTo>
                  <a:cubicBezTo>
                    <a:pt x="592" y="3032"/>
                    <a:pt x="998" y="2218"/>
                    <a:pt x="1664" y="1590"/>
                  </a:cubicBezTo>
                  <a:cubicBezTo>
                    <a:pt x="2329" y="998"/>
                    <a:pt x="3253" y="629"/>
                    <a:pt x="4289" y="629"/>
                  </a:cubicBezTo>
                  <a:close/>
                  <a:moveTo>
                    <a:pt x="4289" y="0"/>
                  </a:moveTo>
                  <a:cubicBezTo>
                    <a:pt x="3106" y="0"/>
                    <a:pt x="2033" y="444"/>
                    <a:pt x="1257" y="1146"/>
                  </a:cubicBezTo>
                  <a:cubicBezTo>
                    <a:pt x="481" y="1849"/>
                    <a:pt x="0" y="2847"/>
                    <a:pt x="0" y="3956"/>
                  </a:cubicBezTo>
                  <a:cubicBezTo>
                    <a:pt x="0" y="5065"/>
                    <a:pt x="481" y="6063"/>
                    <a:pt x="1257" y="6766"/>
                  </a:cubicBezTo>
                  <a:cubicBezTo>
                    <a:pt x="2033" y="7505"/>
                    <a:pt x="3106" y="7912"/>
                    <a:pt x="4289" y="7912"/>
                  </a:cubicBezTo>
                  <a:cubicBezTo>
                    <a:pt x="5472" y="7912"/>
                    <a:pt x="6544" y="7505"/>
                    <a:pt x="7320" y="6766"/>
                  </a:cubicBezTo>
                  <a:cubicBezTo>
                    <a:pt x="8097" y="6063"/>
                    <a:pt x="8577" y="5065"/>
                    <a:pt x="8577" y="3956"/>
                  </a:cubicBezTo>
                  <a:cubicBezTo>
                    <a:pt x="8577" y="2847"/>
                    <a:pt x="8097" y="1849"/>
                    <a:pt x="7320" y="1146"/>
                  </a:cubicBezTo>
                  <a:cubicBezTo>
                    <a:pt x="6544" y="444"/>
                    <a:pt x="5472" y="0"/>
                    <a:pt x="42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59"/>
            <p:cNvSpPr/>
            <p:nvPr/>
          </p:nvSpPr>
          <p:spPr>
            <a:xfrm>
              <a:off x="2957350" y="2520125"/>
              <a:ext cx="25" cy="430750"/>
            </a:xfrm>
            <a:custGeom>
              <a:rect b="b" l="l" r="r" t="t"/>
              <a:pathLst>
                <a:path extrusionOk="0" h="17230" w="1">
                  <a:moveTo>
                    <a:pt x="1" y="1"/>
                  </a:moveTo>
                  <a:lnTo>
                    <a:pt x="1" y="17229"/>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59"/>
            <p:cNvSpPr/>
            <p:nvPr/>
          </p:nvSpPr>
          <p:spPr>
            <a:xfrm>
              <a:off x="2949950" y="2512725"/>
              <a:ext cx="14825" cy="445525"/>
            </a:xfrm>
            <a:custGeom>
              <a:rect b="b" l="l" r="r" t="t"/>
              <a:pathLst>
                <a:path extrusionOk="0" h="17821" w="593">
                  <a:moveTo>
                    <a:pt x="297" y="1"/>
                  </a:moveTo>
                  <a:cubicBezTo>
                    <a:pt x="112" y="1"/>
                    <a:pt x="1" y="149"/>
                    <a:pt x="1" y="297"/>
                  </a:cubicBezTo>
                  <a:lnTo>
                    <a:pt x="1" y="17525"/>
                  </a:lnTo>
                  <a:cubicBezTo>
                    <a:pt x="1" y="17710"/>
                    <a:pt x="112" y="17821"/>
                    <a:pt x="297" y="17821"/>
                  </a:cubicBezTo>
                  <a:cubicBezTo>
                    <a:pt x="445" y="17821"/>
                    <a:pt x="592" y="17710"/>
                    <a:pt x="592" y="17525"/>
                  </a:cubicBezTo>
                  <a:lnTo>
                    <a:pt x="592" y="297"/>
                  </a:lnTo>
                  <a:cubicBezTo>
                    <a:pt x="592" y="149"/>
                    <a:pt x="445" y="1"/>
                    <a:pt x="2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59"/>
            <p:cNvSpPr/>
            <p:nvPr/>
          </p:nvSpPr>
          <p:spPr>
            <a:xfrm>
              <a:off x="2722600" y="2735475"/>
              <a:ext cx="469550" cy="25"/>
            </a:xfrm>
            <a:custGeom>
              <a:rect b="b" l="l" r="r" t="t"/>
              <a:pathLst>
                <a:path extrusionOk="0" h="1" w="18782">
                  <a:moveTo>
                    <a:pt x="0" y="1"/>
                  </a:moveTo>
                  <a:lnTo>
                    <a:pt x="18781"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59"/>
            <p:cNvSpPr/>
            <p:nvPr/>
          </p:nvSpPr>
          <p:spPr>
            <a:xfrm>
              <a:off x="2714275" y="2728100"/>
              <a:ext cx="485250" cy="14800"/>
            </a:xfrm>
            <a:custGeom>
              <a:rect b="b" l="l" r="r" t="t"/>
              <a:pathLst>
                <a:path extrusionOk="0" h="592" w="19410">
                  <a:moveTo>
                    <a:pt x="333" y="0"/>
                  </a:moveTo>
                  <a:cubicBezTo>
                    <a:pt x="148" y="0"/>
                    <a:pt x="0" y="148"/>
                    <a:pt x="0" y="296"/>
                  </a:cubicBezTo>
                  <a:cubicBezTo>
                    <a:pt x="0" y="481"/>
                    <a:pt x="148" y="592"/>
                    <a:pt x="333" y="592"/>
                  </a:cubicBezTo>
                  <a:lnTo>
                    <a:pt x="19114" y="592"/>
                  </a:lnTo>
                  <a:cubicBezTo>
                    <a:pt x="19299" y="592"/>
                    <a:pt x="19410" y="481"/>
                    <a:pt x="19410" y="296"/>
                  </a:cubicBezTo>
                  <a:cubicBezTo>
                    <a:pt x="19410" y="148"/>
                    <a:pt x="19299" y="0"/>
                    <a:pt x="191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59"/>
            <p:cNvSpPr/>
            <p:nvPr/>
          </p:nvSpPr>
          <p:spPr>
            <a:xfrm>
              <a:off x="1932350" y="3051575"/>
              <a:ext cx="224625" cy="411425"/>
            </a:xfrm>
            <a:custGeom>
              <a:rect b="b" l="l" r="r" t="t"/>
              <a:pathLst>
                <a:path extrusionOk="0" h="16457" w="8985">
                  <a:moveTo>
                    <a:pt x="1183" y="1"/>
                  </a:moveTo>
                  <a:cubicBezTo>
                    <a:pt x="481" y="1"/>
                    <a:pt x="0" y="740"/>
                    <a:pt x="296" y="1369"/>
                  </a:cubicBezTo>
                  <a:lnTo>
                    <a:pt x="6729" y="15861"/>
                  </a:lnTo>
                  <a:cubicBezTo>
                    <a:pt x="6866" y="16239"/>
                    <a:pt x="7226" y="16457"/>
                    <a:pt x="7632" y="16457"/>
                  </a:cubicBezTo>
                  <a:cubicBezTo>
                    <a:pt x="7663" y="16457"/>
                    <a:pt x="7695" y="16455"/>
                    <a:pt x="7727" y="16453"/>
                  </a:cubicBezTo>
                  <a:lnTo>
                    <a:pt x="7949" y="16416"/>
                  </a:lnTo>
                  <a:cubicBezTo>
                    <a:pt x="8614" y="16342"/>
                    <a:pt x="8984" y="15639"/>
                    <a:pt x="8725" y="15048"/>
                  </a:cubicBezTo>
                  <a:lnTo>
                    <a:pt x="2071" y="592"/>
                  </a:lnTo>
                  <a:cubicBezTo>
                    <a:pt x="1923" y="223"/>
                    <a:pt x="1590" y="1"/>
                    <a:pt x="11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59"/>
            <p:cNvSpPr/>
            <p:nvPr/>
          </p:nvSpPr>
          <p:spPr>
            <a:xfrm>
              <a:off x="1929575" y="3044200"/>
              <a:ext cx="230175" cy="426100"/>
            </a:xfrm>
            <a:custGeom>
              <a:rect b="b" l="l" r="r" t="t"/>
              <a:pathLst>
                <a:path extrusionOk="0" h="17044" w="9207">
                  <a:moveTo>
                    <a:pt x="1294" y="629"/>
                  </a:moveTo>
                  <a:cubicBezTo>
                    <a:pt x="1553" y="629"/>
                    <a:pt x="1812" y="776"/>
                    <a:pt x="1923" y="998"/>
                  </a:cubicBezTo>
                  <a:lnTo>
                    <a:pt x="8541" y="15454"/>
                  </a:lnTo>
                  <a:cubicBezTo>
                    <a:pt x="8578" y="15565"/>
                    <a:pt x="8614" y="15639"/>
                    <a:pt x="8614" y="15750"/>
                  </a:cubicBezTo>
                  <a:cubicBezTo>
                    <a:pt x="8614" y="16082"/>
                    <a:pt x="8356" y="16378"/>
                    <a:pt x="8023" y="16415"/>
                  </a:cubicBezTo>
                  <a:lnTo>
                    <a:pt x="7801" y="16452"/>
                  </a:lnTo>
                  <a:lnTo>
                    <a:pt x="7727" y="16452"/>
                  </a:lnTo>
                  <a:cubicBezTo>
                    <a:pt x="7468" y="16452"/>
                    <a:pt x="7210" y="16304"/>
                    <a:pt x="7099" y="16045"/>
                  </a:cubicBezTo>
                  <a:lnTo>
                    <a:pt x="703" y="1553"/>
                  </a:lnTo>
                  <a:cubicBezTo>
                    <a:pt x="666" y="1442"/>
                    <a:pt x="629" y="1368"/>
                    <a:pt x="629" y="1294"/>
                  </a:cubicBezTo>
                  <a:cubicBezTo>
                    <a:pt x="629" y="1109"/>
                    <a:pt x="703" y="924"/>
                    <a:pt x="814" y="813"/>
                  </a:cubicBezTo>
                  <a:cubicBezTo>
                    <a:pt x="962" y="703"/>
                    <a:pt x="1109" y="629"/>
                    <a:pt x="1294" y="629"/>
                  </a:cubicBezTo>
                  <a:close/>
                  <a:moveTo>
                    <a:pt x="1294" y="0"/>
                  </a:moveTo>
                  <a:cubicBezTo>
                    <a:pt x="925" y="0"/>
                    <a:pt x="592" y="148"/>
                    <a:pt x="370" y="370"/>
                  </a:cubicBezTo>
                  <a:cubicBezTo>
                    <a:pt x="148" y="629"/>
                    <a:pt x="0" y="924"/>
                    <a:pt x="0" y="1294"/>
                  </a:cubicBezTo>
                  <a:cubicBezTo>
                    <a:pt x="0" y="1442"/>
                    <a:pt x="37" y="1627"/>
                    <a:pt x="111" y="1812"/>
                  </a:cubicBezTo>
                  <a:lnTo>
                    <a:pt x="6544" y="16304"/>
                  </a:lnTo>
                  <a:cubicBezTo>
                    <a:pt x="6766" y="16748"/>
                    <a:pt x="7210" y="17044"/>
                    <a:pt x="7727" y="17044"/>
                  </a:cubicBezTo>
                  <a:lnTo>
                    <a:pt x="7875" y="17044"/>
                  </a:lnTo>
                  <a:lnTo>
                    <a:pt x="8097" y="17007"/>
                  </a:lnTo>
                  <a:cubicBezTo>
                    <a:pt x="8762" y="16933"/>
                    <a:pt x="9206" y="16378"/>
                    <a:pt x="9206" y="15750"/>
                  </a:cubicBezTo>
                  <a:cubicBezTo>
                    <a:pt x="9206" y="15565"/>
                    <a:pt x="9169" y="15380"/>
                    <a:pt x="9095" y="15195"/>
                  </a:cubicBezTo>
                  <a:lnTo>
                    <a:pt x="2477" y="740"/>
                  </a:lnTo>
                  <a:cubicBezTo>
                    <a:pt x="2256" y="296"/>
                    <a:pt x="1812" y="0"/>
                    <a:pt x="12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59"/>
            <p:cNvSpPr/>
            <p:nvPr/>
          </p:nvSpPr>
          <p:spPr>
            <a:xfrm>
              <a:off x="1860250" y="3071925"/>
              <a:ext cx="241250" cy="60100"/>
            </a:xfrm>
            <a:custGeom>
              <a:rect b="b" l="l" r="r" t="t"/>
              <a:pathLst>
                <a:path extrusionOk="0" h="2404" w="9650">
                  <a:moveTo>
                    <a:pt x="8467" y="0"/>
                  </a:moveTo>
                  <a:lnTo>
                    <a:pt x="1184" y="74"/>
                  </a:lnTo>
                  <a:cubicBezTo>
                    <a:pt x="555" y="74"/>
                    <a:pt x="1" y="592"/>
                    <a:pt x="1" y="1257"/>
                  </a:cubicBezTo>
                  <a:cubicBezTo>
                    <a:pt x="1" y="1886"/>
                    <a:pt x="555" y="2403"/>
                    <a:pt x="1184" y="2403"/>
                  </a:cubicBezTo>
                  <a:lnTo>
                    <a:pt x="8504" y="2366"/>
                  </a:lnTo>
                  <a:lnTo>
                    <a:pt x="8541" y="2366"/>
                  </a:lnTo>
                  <a:cubicBezTo>
                    <a:pt x="9169" y="2329"/>
                    <a:pt x="9650" y="1812"/>
                    <a:pt x="9650" y="1183"/>
                  </a:cubicBezTo>
                  <a:cubicBezTo>
                    <a:pt x="9650" y="518"/>
                    <a:pt x="9132" y="0"/>
                    <a:pt x="84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59"/>
            <p:cNvSpPr/>
            <p:nvPr/>
          </p:nvSpPr>
          <p:spPr>
            <a:xfrm>
              <a:off x="1852850" y="3064525"/>
              <a:ext cx="256050" cy="74900"/>
            </a:xfrm>
            <a:custGeom>
              <a:rect b="b" l="l" r="r" t="t"/>
              <a:pathLst>
                <a:path extrusionOk="0" h="2996" w="10242">
                  <a:moveTo>
                    <a:pt x="8763" y="629"/>
                  </a:moveTo>
                  <a:cubicBezTo>
                    <a:pt x="9243" y="629"/>
                    <a:pt x="9650" y="999"/>
                    <a:pt x="9650" y="1479"/>
                  </a:cubicBezTo>
                  <a:cubicBezTo>
                    <a:pt x="9650" y="1960"/>
                    <a:pt x="9280" y="2330"/>
                    <a:pt x="8837" y="2330"/>
                  </a:cubicBezTo>
                  <a:lnTo>
                    <a:pt x="8763" y="2367"/>
                  </a:lnTo>
                  <a:lnTo>
                    <a:pt x="1480" y="2404"/>
                  </a:lnTo>
                  <a:cubicBezTo>
                    <a:pt x="999" y="2404"/>
                    <a:pt x="629" y="1997"/>
                    <a:pt x="629" y="1516"/>
                  </a:cubicBezTo>
                  <a:cubicBezTo>
                    <a:pt x="629" y="1294"/>
                    <a:pt x="703" y="1073"/>
                    <a:pt x="888" y="925"/>
                  </a:cubicBezTo>
                  <a:cubicBezTo>
                    <a:pt x="1036" y="777"/>
                    <a:pt x="1258" y="666"/>
                    <a:pt x="1480" y="666"/>
                  </a:cubicBezTo>
                  <a:lnTo>
                    <a:pt x="8763" y="629"/>
                  </a:lnTo>
                  <a:close/>
                  <a:moveTo>
                    <a:pt x="8763" y="0"/>
                  </a:moveTo>
                  <a:lnTo>
                    <a:pt x="1480" y="37"/>
                  </a:lnTo>
                  <a:cubicBezTo>
                    <a:pt x="666" y="37"/>
                    <a:pt x="1" y="703"/>
                    <a:pt x="1" y="1516"/>
                  </a:cubicBezTo>
                  <a:lnTo>
                    <a:pt x="1" y="1553"/>
                  </a:lnTo>
                  <a:cubicBezTo>
                    <a:pt x="1" y="2367"/>
                    <a:pt x="666" y="2995"/>
                    <a:pt x="1480" y="2995"/>
                  </a:cubicBezTo>
                  <a:lnTo>
                    <a:pt x="8800" y="2958"/>
                  </a:lnTo>
                  <a:lnTo>
                    <a:pt x="8837" y="2958"/>
                  </a:lnTo>
                  <a:cubicBezTo>
                    <a:pt x="9650" y="2921"/>
                    <a:pt x="10242" y="2293"/>
                    <a:pt x="10242" y="1479"/>
                  </a:cubicBezTo>
                  <a:cubicBezTo>
                    <a:pt x="10242" y="666"/>
                    <a:pt x="9576" y="0"/>
                    <a:pt x="87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59"/>
            <p:cNvSpPr/>
            <p:nvPr/>
          </p:nvSpPr>
          <p:spPr>
            <a:xfrm>
              <a:off x="2226250" y="3045125"/>
              <a:ext cx="224625" cy="411425"/>
            </a:xfrm>
            <a:custGeom>
              <a:rect b="b" l="l" r="r" t="t"/>
              <a:pathLst>
                <a:path extrusionOk="0" h="16457" w="8985">
                  <a:moveTo>
                    <a:pt x="1184" y="0"/>
                  </a:moveTo>
                  <a:cubicBezTo>
                    <a:pt x="482" y="0"/>
                    <a:pt x="1" y="739"/>
                    <a:pt x="297" y="1368"/>
                  </a:cubicBezTo>
                  <a:lnTo>
                    <a:pt x="6730" y="15860"/>
                  </a:lnTo>
                  <a:cubicBezTo>
                    <a:pt x="6867" y="16238"/>
                    <a:pt x="7227" y="16456"/>
                    <a:pt x="7632" y="16456"/>
                  </a:cubicBezTo>
                  <a:cubicBezTo>
                    <a:pt x="7664" y="16456"/>
                    <a:pt x="7696" y="16455"/>
                    <a:pt x="7728" y="16452"/>
                  </a:cubicBezTo>
                  <a:lnTo>
                    <a:pt x="7950" y="16415"/>
                  </a:lnTo>
                  <a:cubicBezTo>
                    <a:pt x="8615" y="16341"/>
                    <a:pt x="8985" y="15639"/>
                    <a:pt x="8726" y="15047"/>
                  </a:cubicBezTo>
                  <a:lnTo>
                    <a:pt x="2071" y="592"/>
                  </a:lnTo>
                  <a:cubicBezTo>
                    <a:pt x="1923" y="222"/>
                    <a:pt x="1591" y="0"/>
                    <a:pt x="1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59"/>
            <p:cNvSpPr/>
            <p:nvPr/>
          </p:nvSpPr>
          <p:spPr>
            <a:xfrm>
              <a:off x="2224400" y="3037725"/>
              <a:ext cx="230175" cy="426100"/>
            </a:xfrm>
            <a:custGeom>
              <a:rect b="b" l="l" r="r" t="t"/>
              <a:pathLst>
                <a:path extrusionOk="0" h="17044" w="9207">
                  <a:moveTo>
                    <a:pt x="1258" y="629"/>
                  </a:moveTo>
                  <a:cubicBezTo>
                    <a:pt x="1517" y="629"/>
                    <a:pt x="1776" y="777"/>
                    <a:pt x="1886" y="999"/>
                  </a:cubicBezTo>
                  <a:lnTo>
                    <a:pt x="8504" y="15491"/>
                  </a:lnTo>
                  <a:cubicBezTo>
                    <a:pt x="8541" y="15565"/>
                    <a:pt x="8578" y="15676"/>
                    <a:pt x="8578" y="15750"/>
                  </a:cubicBezTo>
                  <a:cubicBezTo>
                    <a:pt x="8578" y="16083"/>
                    <a:pt x="8319" y="16378"/>
                    <a:pt x="7987" y="16415"/>
                  </a:cubicBezTo>
                  <a:lnTo>
                    <a:pt x="7765" y="16452"/>
                  </a:lnTo>
                  <a:lnTo>
                    <a:pt x="7691" y="16452"/>
                  </a:lnTo>
                  <a:cubicBezTo>
                    <a:pt x="7432" y="16452"/>
                    <a:pt x="7173" y="16304"/>
                    <a:pt x="7062" y="16046"/>
                  </a:cubicBezTo>
                  <a:lnTo>
                    <a:pt x="666" y="1553"/>
                  </a:lnTo>
                  <a:cubicBezTo>
                    <a:pt x="629" y="1442"/>
                    <a:pt x="592" y="1368"/>
                    <a:pt x="592" y="1294"/>
                  </a:cubicBezTo>
                  <a:cubicBezTo>
                    <a:pt x="592" y="1109"/>
                    <a:pt x="666" y="925"/>
                    <a:pt x="777" y="814"/>
                  </a:cubicBezTo>
                  <a:cubicBezTo>
                    <a:pt x="925" y="703"/>
                    <a:pt x="1073" y="629"/>
                    <a:pt x="1258" y="629"/>
                  </a:cubicBezTo>
                  <a:close/>
                  <a:moveTo>
                    <a:pt x="1258" y="0"/>
                  </a:moveTo>
                  <a:cubicBezTo>
                    <a:pt x="888" y="0"/>
                    <a:pt x="592" y="148"/>
                    <a:pt x="334" y="370"/>
                  </a:cubicBezTo>
                  <a:cubicBezTo>
                    <a:pt x="112" y="629"/>
                    <a:pt x="1" y="925"/>
                    <a:pt x="1" y="1294"/>
                  </a:cubicBezTo>
                  <a:cubicBezTo>
                    <a:pt x="1" y="1442"/>
                    <a:pt x="1" y="1627"/>
                    <a:pt x="112" y="1812"/>
                  </a:cubicBezTo>
                  <a:lnTo>
                    <a:pt x="6508" y="16304"/>
                  </a:lnTo>
                  <a:cubicBezTo>
                    <a:pt x="6730" y="16748"/>
                    <a:pt x="7173" y="17044"/>
                    <a:pt x="7691" y="17044"/>
                  </a:cubicBezTo>
                  <a:lnTo>
                    <a:pt x="8061" y="17044"/>
                  </a:lnTo>
                  <a:cubicBezTo>
                    <a:pt x="8726" y="16933"/>
                    <a:pt x="9207" y="16378"/>
                    <a:pt x="9207" y="15750"/>
                  </a:cubicBezTo>
                  <a:cubicBezTo>
                    <a:pt x="9207" y="15565"/>
                    <a:pt x="9170" y="15380"/>
                    <a:pt x="9059" y="15232"/>
                  </a:cubicBezTo>
                  <a:lnTo>
                    <a:pt x="2441" y="740"/>
                  </a:lnTo>
                  <a:cubicBezTo>
                    <a:pt x="2219" y="296"/>
                    <a:pt x="1776" y="0"/>
                    <a:pt x="12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59"/>
            <p:cNvSpPr/>
            <p:nvPr/>
          </p:nvSpPr>
          <p:spPr>
            <a:xfrm>
              <a:off x="2154175" y="3065450"/>
              <a:ext cx="241250" cy="60100"/>
            </a:xfrm>
            <a:custGeom>
              <a:rect b="b" l="l" r="r" t="t"/>
              <a:pathLst>
                <a:path extrusionOk="0" h="2404" w="9650">
                  <a:moveTo>
                    <a:pt x="8466" y="0"/>
                  </a:moveTo>
                  <a:lnTo>
                    <a:pt x="1183" y="74"/>
                  </a:lnTo>
                  <a:cubicBezTo>
                    <a:pt x="555" y="74"/>
                    <a:pt x="0" y="592"/>
                    <a:pt x="0" y="1257"/>
                  </a:cubicBezTo>
                  <a:cubicBezTo>
                    <a:pt x="37" y="1886"/>
                    <a:pt x="555" y="2404"/>
                    <a:pt x="1183" y="2404"/>
                  </a:cubicBezTo>
                  <a:lnTo>
                    <a:pt x="8503" y="2367"/>
                  </a:lnTo>
                  <a:lnTo>
                    <a:pt x="8540" y="2367"/>
                  </a:lnTo>
                  <a:cubicBezTo>
                    <a:pt x="9169" y="2330"/>
                    <a:pt x="9650" y="1812"/>
                    <a:pt x="9650" y="1183"/>
                  </a:cubicBezTo>
                  <a:cubicBezTo>
                    <a:pt x="9650" y="518"/>
                    <a:pt x="9132" y="0"/>
                    <a:pt x="84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59"/>
            <p:cNvSpPr/>
            <p:nvPr/>
          </p:nvSpPr>
          <p:spPr>
            <a:xfrm>
              <a:off x="2146775" y="3058050"/>
              <a:ext cx="256050" cy="75825"/>
            </a:xfrm>
            <a:custGeom>
              <a:rect b="b" l="l" r="r" t="t"/>
              <a:pathLst>
                <a:path extrusionOk="0" h="3033" w="10242">
                  <a:moveTo>
                    <a:pt x="8762" y="629"/>
                  </a:moveTo>
                  <a:cubicBezTo>
                    <a:pt x="9243" y="629"/>
                    <a:pt x="9650" y="999"/>
                    <a:pt x="9650" y="1479"/>
                  </a:cubicBezTo>
                  <a:cubicBezTo>
                    <a:pt x="9650" y="1960"/>
                    <a:pt x="9280" y="2330"/>
                    <a:pt x="8836" y="2367"/>
                  </a:cubicBezTo>
                  <a:lnTo>
                    <a:pt x="8762" y="2367"/>
                  </a:lnTo>
                  <a:lnTo>
                    <a:pt x="1479" y="2404"/>
                  </a:lnTo>
                  <a:cubicBezTo>
                    <a:pt x="999" y="2404"/>
                    <a:pt x="629" y="1997"/>
                    <a:pt x="629" y="1553"/>
                  </a:cubicBezTo>
                  <a:lnTo>
                    <a:pt x="629" y="1516"/>
                  </a:lnTo>
                  <a:cubicBezTo>
                    <a:pt x="629" y="1295"/>
                    <a:pt x="703" y="1073"/>
                    <a:pt x="888" y="925"/>
                  </a:cubicBezTo>
                  <a:cubicBezTo>
                    <a:pt x="1036" y="777"/>
                    <a:pt x="1257" y="666"/>
                    <a:pt x="1479" y="666"/>
                  </a:cubicBezTo>
                  <a:lnTo>
                    <a:pt x="8762" y="629"/>
                  </a:lnTo>
                  <a:close/>
                  <a:moveTo>
                    <a:pt x="8762" y="1"/>
                  </a:moveTo>
                  <a:lnTo>
                    <a:pt x="1479" y="38"/>
                  </a:lnTo>
                  <a:cubicBezTo>
                    <a:pt x="666" y="38"/>
                    <a:pt x="0" y="703"/>
                    <a:pt x="0" y="1516"/>
                  </a:cubicBezTo>
                  <a:lnTo>
                    <a:pt x="0" y="1553"/>
                  </a:lnTo>
                  <a:cubicBezTo>
                    <a:pt x="0" y="2367"/>
                    <a:pt x="666" y="3032"/>
                    <a:pt x="1479" y="3032"/>
                  </a:cubicBezTo>
                  <a:lnTo>
                    <a:pt x="8799" y="2958"/>
                  </a:lnTo>
                  <a:lnTo>
                    <a:pt x="8836" y="2958"/>
                  </a:lnTo>
                  <a:cubicBezTo>
                    <a:pt x="9650" y="2921"/>
                    <a:pt x="10241" y="2293"/>
                    <a:pt x="10241" y="1479"/>
                  </a:cubicBezTo>
                  <a:cubicBezTo>
                    <a:pt x="10241" y="666"/>
                    <a:pt x="9576" y="1"/>
                    <a:pt x="87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59"/>
            <p:cNvSpPr/>
            <p:nvPr/>
          </p:nvSpPr>
          <p:spPr>
            <a:xfrm>
              <a:off x="6411325" y="2750350"/>
              <a:ext cx="307800" cy="342775"/>
            </a:xfrm>
            <a:custGeom>
              <a:rect b="b" l="l" r="r" t="t"/>
              <a:pathLst>
                <a:path extrusionOk="0" h="13711" w="12312">
                  <a:moveTo>
                    <a:pt x="7907" y="0"/>
                  </a:moveTo>
                  <a:cubicBezTo>
                    <a:pt x="5765" y="0"/>
                    <a:pt x="3291" y="1801"/>
                    <a:pt x="1849" y="4656"/>
                  </a:cubicBezTo>
                  <a:cubicBezTo>
                    <a:pt x="1" y="8242"/>
                    <a:pt x="481" y="12124"/>
                    <a:pt x="2884" y="13344"/>
                  </a:cubicBezTo>
                  <a:cubicBezTo>
                    <a:pt x="3367" y="13593"/>
                    <a:pt x="3894" y="13711"/>
                    <a:pt x="4443" y="13711"/>
                  </a:cubicBezTo>
                  <a:cubicBezTo>
                    <a:pt x="6585" y="13711"/>
                    <a:pt x="9058" y="11910"/>
                    <a:pt x="10500" y="9055"/>
                  </a:cubicBezTo>
                  <a:cubicBezTo>
                    <a:pt x="12312" y="5469"/>
                    <a:pt x="11868" y="1587"/>
                    <a:pt x="9465" y="367"/>
                  </a:cubicBezTo>
                  <a:cubicBezTo>
                    <a:pt x="8983" y="118"/>
                    <a:pt x="8456" y="0"/>
                    <a:pt x="790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59"/>
            <p:cNvSpPr/>
            <p:nvPr/>
          </p:nvSpPr>
          <p:spPr>
            <a:xfrm>
              <a:off x="6421500" y="2742875"/>
              <a:ext cx="288400" cy="358650"/>
            </a:xfrm>
            <a:custGeom>
              <a:rect b="b" l="l" r="r" t="t"/>
              <a:pathLst>
                <a:path extrusionOk="0" h="14346" w="11536">
                  <a:moveTo>
                    <a:pt x="7505" y="592"/>
                  </a:moveTo>
                  <a:cubicBezTo>
                    <a:pt x="8023" y="592"/>
                    <a:pt x="8467" y="703"/>
                    <a:pt x="8910" y="925"/>
                  </a:cubicBezTo>
                  <a:cubicBezTo>
                    <a:pt x="9576" y="1258"/>
                    <a:pt x="10056" y="1775"/>
                    <a:pt x="10389" y="2478"/>
                  </a:cubicBezTo>
                  <a:cubicBezTo>
                    <a:pt x="10722" y="3180"/>
                    <a:pt x="10907" y="4030"/>
                    <a:pt x="10907" y="4992"/>
                  </a:cubicBezTo>
                  <a:cubicBezTo>
                    <a:pt x="10907" y="6286"/>
                    <a:pt x="10537" y="7764"/>
                    <a:pt x="9835" y="9206"/>
                  </a:cubicBezTo>
                  <a:cubicBezTo>
                    <a:pt x="8393" y="12016"/>
                    <a:pt x="5990" y="13717"/>
                    <a:pt x="4030" y="13717"/>
                  </a:cubicBezTo>
                  <a:cubicBezTo>
                    <a:pt x="3513" y="13717"/>
                    <a:pt x="3032" y="13606"/>
                    <a:pt x="2588" y="13384"/>
                  </a:cubicBezTo>
                  <a:cubicBezTo>
                    <a:pt x="1960" y="13051"/>
                    <a:pt x="1479" y="12534"/>
                    <a:pt x="1147" y="11831"/>
                  </a:cubicBezTo>
                  <a:cubicBezTo>
                    <a:pt x="814" y="11129"/>
                    <a:pt x="629" y="10278"/>
                    <a:pt x="629" y="9354"/>
                  </a:cubicBezTo>
                  <a:cubicBezTo>
                    <a:pt x="629" y="8023"/>
                    <a:pt x="962" y="6544"/>
                    <a:pt x="1701" y="5103"/>
                  </a:cubicBezTo>
                  <a:cubicBezTo>
                    <a:pt x="3106" y="2293"/>
                    <a:pt x="5509" y="592"/>
                    <a:pt x="7505" y="592"/>
                  </a:cubicBezTo>
                  <a:close/>
                  <a:moveTo>
                    <a:pt x="7505" y="1"/>
                  </a:moveTo>
                  <a:cubicBezTo>
                    <a:pt x="5176" y="1"/>
                    <a:pt x="2662" y="1886"/>
                    <a:pt x="1147" y="4807"/>
                  </a:cubicBezTo>
                  <a:cubicBezTo>
                    <a:pt x="370" y="6323"/>
                    <a:pt x="0" y="7912"/>
                    <a:pt x="0" y="9354"/>
                  </a:cubicBezTo>
                  <a:cubicBezTo>
                    <a:pt x="0" y="10352"/>
                    <a:pt x="185" y="11314"/>
                    <a:pt x="592" y="12090"/>
                  </a:cubicBezTo>
                  <a:cubicBezTo>
                    <a:pt x="962" y="12903"/>
                    <a:pt x="1553" y="13532"/>
                    <a:pt x="2330" y="13939"/>
                  </a:cubicBezTo>
                  <a:cubicBezTo>
                    <a:pt x="2847" y="14197"/>
                    <a:pt x="3439" y="14345"/>
                    <a:pt x="4030" y="14345"/>
                  </a:cubicBezTo>
                  <a:cubicBezTo>
                    <a:pt x="6359" y="14308"/>
                    <a:pt x="8873" y="12423"/>
                    <a:pt x="10352" y="9502"/>
                  </a:cubicBezTo>
                  <a:cubicBezTo>
                    <a:pt x="11129" y="7986"/>
                    <a:pt x="11535" y="6397"/>
                    <a:pt x="11535" y="4992"/>
                  </a:cubicBezTo>
                  <a:cubicBezTo>
                    <a:pt x="11535" y="3957"/>
                    <a:pt x="11313" y="2995"/>
                    <a:pt x="10944" y="2219"/>
                  </a:cubicBezTo>
                  <a:cubicBezTo>
                    <a:pt x="10574" y="1406"/>
                    <a:pt x="9982" y="777"/>
                    <a:pt x="9206" y="370"/>
                  </a:cubicBezTo>
                  <a:cubicBezTo>
                    <a:pt x="8689" y="112"/>
                    <a:pt x="8097" y="1"/>
                    <a:pt x="75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59"/>
            <p:cNvSpPr/>
            <p:nvPr/>
          </p:nvSpPr>
          <p:spPr>
            <a:xfrm>
              <a:off x="6367900" y="2718725"/>
              <a:ext cx="380800" cy="356000"/>
            </a:xfrm>
            <a:custGeom>
              <a:rect b="b" l="l" r="r" t="t"/>
              <a:pathLst>
                <a:path extrusionOk="0" h="14240" w="15232">
                  <a:moveTo>
                    <a:pt x="13049" y="0"/>
                  </a:moveTo>
                  <a:cubicBezTo>
                    <a:pt x="12563" y="0"/>
                    <a:pt x="12075" y="185"/>
                    <a:pt x="11683" y="560"/>
                  </a:cubicBezTo>
                  <a:lnTo>
                    <a:pt x="850" y="10838"/>
                  </a:lnTo>
                  <a:cubicBezTo>
                    <a:pt x="37" y="11577"/>
                    <a:pt x="0" y="12834"/>
                    <a:pt x="777" y="13611"/>
                  </a:cubicBezTo>
                  <a:cubicBezTo>
                    <a:pt x="1146" y="14017"/>
                    <a:pt x="1664" y="14239"/>
                    <a:pt x="2181" y="14239"/>
                  </a:cubicBezTo>
                  <a:cubicBezTo>
                    <a:pt x="2662" y="14239"/>
                    <a:pt x="3180" y="14054"/>
                    <a:pt x="3549" y="13685"/>
                  </a:cubicBezTo>
                  <a:lnTo>
                    <a:pt x="14419" y="3407"/>
                  </a:lnTo>
                  <a:cubicBezTo>
                    <a:pt x="15195" y="2667"/>
                    <a:pt x="15232" y="1410"/>
                    <a:pt x="14493" y="634"/>
                  </a:cubicBezTo>
                  <a:cubicBezTo>
                    <a:pt x="14091" y="213"/>
                    <a:pt x="13570" y="0"/>
                    <a:pt x="130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59"/>
            <p:cNvSpPr/>
            <p:nvPr/>
          </p:nvSpPr>
          <p:spPr>
            <a:xfrm>
              <a:off x="6007425" y="2810625"/>
              <a:ext cx="244025" cy="272225"/>
            </a:xfrm>
            <a:custGeom>
              <a:rect b="b" l="l" r="r" t="t"/>
              <a:pathLst>
                <a:path extrusionOk="0" h="10889" w="9761">
                  <a:moveTo>
                    <a:pt x="6283" y="0"/>
                  </a:moveTo>
                  <a:cubicBezTo>
                    <a:pt x="4573" y="0"/>
                    <a:pt x="2595" y="1449"/>
                    <a:pt x="1442" y="3724"/>
                  </a:cubicBezTo>
                  <a:cubicBezTo>
                    <a:pt x="1" y="6533"/>
                    <a:pt x="370" y="9639"/>
                    <a:pt x="2256" y="10600"/>
                  </a:cubicBezTo>
                  <a:cubicBezTo>
                    <a:pt x="2647" y="10796"/>
                    <a:pt x="3071" y="10889"/>
                    <a:pt x="3510" y="10889"/>
                  </a:cubicBezTo>
                  <a:cubicBezTo>
                    <a:pt x="5225" y="10889"/>
                    <a:pt x="7171" y="9466"/>
                    <a:pt x="8319" y="7199"/>
                  </a:cubicBezTo>
                  <a:cubicBezTo>
                    <a:pt x="9761" y="4352"/>
                    <a:pt x="9391" y="1247"/>
                    <a:pt x="7506" y="285"/>
                  </a:cubicBezTo>
                  <a:cubicBezTo>
                    <a:pt x="7127" y="92"/>
                    <a:pt x="6713" y="0"/>
                    <a:pt x="62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59"/>
            <p:cNvSpPr/>
            <p:nvPr/>
          </p:nvSpPr>
          <p:spPr>
            <a:xfrm>
              <a:off x="6013900" y="2802950"/>
              <a:ext cx="231100" cy="287475"/>
            </a:xfrm>
            <a:custGeom>
              <a:rect b="b" l="l" r="r" t="t"/>
              <a:pathLst>
                <a:path extrusionOk="0" h="11499" w="9244">
                  <a:moveTo>
                    <a:pt x="5990" y="629"/>
                  </a:moveTo>
                  <a:cubicBezTo>
                    <a:pt x="6396" y="629"/>
                    <a:pt x="6766" y="703"/>
                    <a:pt x="7099" y="888"/>
                  </a:cubicBezTo>
                  <a:cubicBezTo>
                    <a:pt x="7579" y="1147"/>
                    <a:pt x="7986" y="1554"/>
                    <a:pt x="8245" y="2071"/>
                  </a:cubicBezTo>
                  <a:cubicBezTo>
                    <a:pt x="8504" y="2626"/>
                    <a:pt x="8652" y="3291"/>
                    <a:pt x="8652" y="4031"/>
                  </a:cubicBezTo>
                  <a:cubicBezTo>
                    <a:pt x="8652" y="5066"/>
                    <a:pt x="8356" y="6249"/>
                    <a:pt x="7801" y="7358"/>
                  </a:cubicBezTo>
                  <a:cubicBezTo>
                    <a:pt x="6692" y="9539"/>
                    <a:pt x="4770" y="10907"/>
                    <a:pt x="3254" y="10907"/>
                  </a:cubicBezTo>
                  <a:cubicBezTo>
                    <a:pt x="2847" y="10870"/>
                    <a:pt x="2477" y="10796"/>
                    <a:pt x="2145" y="10648"/>
                  </a:cubicBezTo>
                  <a:cubicBezTo>
                    <a:pt x="1664" y="10390"/>
                    <a:pt x="1294" y="9983"/>
                    <a:pt x="1036" y="9428"/>
                  </a:cubicBezTo>
                  <a:cubicBezTo>
                    <a:pt x="740" y="8911"/>
                    <a:pt x="629" y="8245"/>
                    <a:pt x="629" y="7506"/>
                  </a:cubicBezTo>
                  <a:cubicBezTo>
                    <a:pt x="629" y="6471"/>
                    <a:pt x="888" y="5288"/>
                    <a:pt x="1479" y="4141"/>
                  </a:cubicBezTo>
                  <a:cubicBezTo>
                    <a:pt x="2034" y="3069"/>
                    <a:pt x="2773" y="2182"/>
                    <a:pt x="3587" y="1554"/>
                  </a:cubicBezTo>
                  <a:cubicBezTo>
                    <a:pt x="4363" y="962"/>
                    <a:pt x="5250" y="629"/>
                    <a:pt x="5990" y="629"/>
                  </a:cubicBezTo>
                  <a:close/>
                  <a:moveTo>
                    <a:pt x="5990" y="1"/>
                  </a:moveTo>
                  <a:cubicBezTo>
                    <a:pt x="4141" y="38"/>
                    <a:pt x="2108" y="1517"/>
                    <a:pt x="925" y="3883"/>
                  </a:cubicBezTo>
                  <a:cubicBezTo>
                    <a:pt x="296" y="5103"/>
                    <a:pt x="0" y="6360"/>
                    <a:pt x="0" y="7506"/>
                  </a:cubicBezTo>
                  <a:cubicBezTo>
                    <a:pt x="0" y="8319"/>
                    <a:pt x="148" y="9059"/>
                    <a:pt x="481" y="9687"/>
                  </a:cubicBezTo>
                  <a:cubicBezTo>
                    <a:pt x="777" y="10353"/>
                    <a:pt x="1257" y="10870"/>
                    <a:pt x="1886" y="11166"/>
                  </a:cubicBezTo>
                  <a:cubicBezTo>
                    <a:pt x="2293" y="11388"/>
                    <a:pt x="2773" y="11499"/>
                    <a:pt x="3254" y="11499"/>
                  </a:cubicBezTo>
                  <a:cubicBezTo>
                    <a:pt x="5139" y="11499"/>
                    <a:pt x="7136" y="9983"/>
                    <a:pt x="8319" y="7654"/>
                  </a:cubicBezTo>
                  <a:cubicBezTo>
                    <a:pt x="8947" y="6434"/>
                    <a:pt x="9243" y="5177"/>
                    <a:pt x="9243" y="4031"/>
                  </a:cubicBezTo>
                  <a:cubicBezTo>
                    <a:pt x="9243" y="3217"/>
                    <a:pt x="9095" y="2441"/>
                    <a:pt x="8799" y="1812"/>
                  </a:cubicBezTo>
                  <a:cubicBezTo>
                    <a:pt x="8467" y="1184"/>
                    <a:pt x="8023" y="666"/>
                    <a:pt x="7395" y="333"/>
                  </a:cubicBezTo>
                  <a:cubicBezTo>
                    <a:pt x="6951" y="112"/>
                    <a:pt x="6470" y="1"/>
                    <a:pt x="59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59"/>
            <p:cNvSpPr/>
            <p:nvPr/>
          </p:nvSpPr>
          <p:spPr>
            <a:xfrm>
              <a:off x="5994500" y="2772900"/>
              <a:ext cx="258800" cy="320975"/>
            </a:xfrm>
            <a:custGeom>
              <a:rect b="b" l="l" r="r" t="t"/>
              <a:pathLst>
                <a:path extrusionOk="0" h="12839" w="10352">
                  <a:moveTo>
                    <a:pt x="8574" y="1"/>
                  </a:moveTo>
                  <a:cubicBezTo>
                    <a:pt x="8085" y="1"/>
                    <a:pt x="7601" y="232"/>
                    <a:pt x="7283" y="685"/>
                  </a:cubicBezTo>
                  <a:lnTo>
                    <a:pt x="481" y="10371"/>
                  </a:lnTo>
                  <a:cubicBezTo>
                    <a:pt x="0" y="11074"/>
                    <a:pt x="185" y="12072"/>
                    <a:pt x="887" y="12553"/>
                  </a:cubicBezTo>
                  <a:cubicBezTo>
                    <a:pt x="1167" y="12749"/>
                    <a:pt x="1490" y="12839"/>
                    <a:pt x="1806" y="12839"/>
                  </a:cubicBezTo>
                  <a:cubicBezTo>
                    <a:pt x="1908" y="12839"/>
                    <a:pt x="2009" y="12829"/>
                    <a:pt x="2107" y="12812"/>
                  </a:cubicBezTo>
                  <a:cubicBezTo>
                    <a:pt x="2477" y="12738"/>
                    <a:pt x="2810" y="12516"/>
                    <a:pt x="3069" y="12183"/>
                  </a:cubicBezTo>
                  <a:lnTo>
                    <a:pt x="9871" y="2460"/>
                  </a:lnTo>
                  <a:cubicBezTo>
                    <a:pt x="10352" y="1757"/>
                    <a:pt x="10167" y="796"/>
                    <a:pt x="9464" y="278"/>
                  </a:cubicBezTo>
                  <a:cubicBezTo>
                    <a:pt x="9193" y="93"/>
                    <a:pt x="8882" y="1"/>
                    <a:pt x="85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59"/>
            <p:cNvSpPr/>
            <p:nvPr/>
          </p:nvSpPr>
          <p:spPr>
            <a:xfrm>
              <a:off x="5838275" y="3220725"/>
              <a:ext cx="467725" cy="561975"/>
            </a:xfrm>
            <a:custGeom>
              <a:rect b="b" l="l" r="r" t="t"/>
              <a:pathLst>
                <a:path extrusionOk="0" h="22479" w="18709">
                  <a:moveTo>
                    <a:pt x="8467" y="0"/>
                  </a:moveTo>
                  <a:lnTo>
                    <a:pt x="1" y="18523"/>
                  </a:lnTo>
                  <a:lnTo>
                    <a:pt x="8948" y="22479"/>
                  </a:lnTo>
                  <a:lnTo>
                    <a:pt x="18708" y="555"/>
                  </a:lnTo>
                  <a:lnTo>
                    <a:pt x="84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59"/>
            <p:cNvSpPr/>
            <p:nvPr/>
          </p:nvSpPr>
          <p:spPr>
            <a:xfrm>
              <a:off x="5829975" y="3213325"/>
              <a:ext cx="484325" cy="577500"/>
            </a:xfrm>
            <a:custGeom>
              <a:rect b="b" l="l" r="r" t="t"/>
              <a:pathLst>
                <a:path extrusionOk="0" h="23100" w="19373">
                  <a:moveTo>
                    <a:pt x="9006" y="639"/>
                  </a:moveTo>
                  <a:lnTo>
                    <a:pt x="18596" y="1110"/>
                  </a:lnTo>
                  <a:lnTo>
                    <a:pt x="9132" y="22368"/>
                  </a:lnTo>
                  <a:lnTo>
                    <a:pt x="740" y="18671"/>
                  </a:lnTo>
                  <a:lnTo>
                    <a:pt x="9006" y="639"/>
                  </a:lnTo>
                  <a:close/>
                  <a:moveTo>
                    <a:pt x="8836" y="1"/>
                  </a:moveTo>
                  <a:cubicBezTo>
                    <a:pt x="8688" y="1"/>
                    <a:pt x="8577" y="75"/>
                    <a:pt x="8540" y="186"/>
                  </a:cubicBezTo>
                  <a:lnTo>
                    <a:pt x="37" y="18708"/>
                  </a:lnTo>
                  <a:cubicBezTo>
                    <a:pt x="0" y="18782"/>
                    <a:pt x="0" y="18856"/>
                    <a:pt x="37" y="18930"/>
                  </a:cubicBezTo>
                  <a:cubicBezTo>
                    <a:pt x="74" y="19004"/>
                    <a:pt x="111" y="19078"/>
                    <a:pt x="222" y="19115"/>
                  </a:cubicBezTo>
                  <a:lnTo>
                    <a:pt x="9169" y="23070"/>
                  </a:lnTo>
                  <a:cubicBezTo>
                    <a:pt x="9209" y="23090"/>
                    <a:pt x="9251" y="23099"/>
                    <a:pt x="9293" y="23099"/>
                  </a:cubicBezTo>
                  <a:cubicBezTo>
                    <a:pt x="9408" y="23099"/>
                    <a:pt x="9521" y="23031"/>
                    <a:pt x="9576" y="22923"/>
                  </a:cubicBezTo>
                  <a:lnTo>
                    <a:pt x="19336" y="962"/>
                  </a:lnTo>
                  <a:cubicBezTo>
                    <a:pt x="19373" y="851"/>
                    <a:pt x="19373" y="777"/>
                    <a:pt x="19336" y="666"/>
                  </a:cubicBezTo>
                  <a:cubicBezTo>
                    <a:pt x="19262" y="592"/>
                    <a:pt x="19188" y="518"/>
                    <a:pt x="19077" y="518"/>
                  </a:cubicBezTo>
                  <a:lnTo>
                    <a:pt x="883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59"/>
            <p:cNvSpPr/>
            <p:nvPr/>
          </p:nvSpPr>
          <p:spPr>
            <a:xfrm>
              <a:off x="6088775" y="3235525"/>
              <a:ext cx="500975" cy="665475"/>
            </a:xfrm>
            <a:custGeom>
              <a:rect b="b" l="l" r="r" t="t"/>
              <a:pathLst>
                <a:path extrusionOk="0" h="26619" w="20039">
                  <a:moveTo>
                    <a:pt x="9945" y="0"/>
                  </a:moveTo>
                  <a:lnTo>
                    <a:pt x="0" y="22367"/>
                  </a:lnTo>
                  <a:lnTo>
                    <a:pt x="9575" y="26619"/>
                  </a:lnTo>
                  <a:lnTo>
                    <a:pt x="20038" y="518"/>
                  </a:lnTo>
                  <a:lnTo>
                    <a:pt x="994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59"/>
            <p:cNvSpPr/>
            <p:nvPr/>
          </p:nvSpPr>
          <p:spPr>
            <a:xfrm>
              <a:off x="6081375" y="3228125"/>
              <a:ext cx="516675" cy="680050"/>
            </a:xfrm>
            <a:custGeom>
              <a:rect b="b" l="l" r="r" t="t"/>
              <a:pathLst>
                <a:path extrusionOk="0" h="27202" w="20667">
                  <a:moveTo>
                    <a:pt x="10450" y="639"/>
                  </a:moveTo>
                  <a:lnTo>
                    <a:pt x="19890" y="1109"/>
                  </a:lnTo>
                  <a:lnTo>
                    <a:pt x="9687" y="26471"/>
                  </a:lnTo>
                  <a:lnTo>
                    <a:pt x="740" y="22515"/>
                  </a:lnTo>
                  <a:lnTo>
                    <a:pt x="10450" y="639"/>
                  </a:lnTo>
                  <a:close/>
                  <a:moveTo>
                    <a:pt x="10278" y="0"/>
                  </a:moveTo>
                  <a:cubicBezTo>
                    <a:pt x="10130" y="0"/>
                    <a:pt x="10019" y="74"/>
                    <a:pt x="9982" y="185"/>
                  </a:cubicBezTo>
                  <a:lnTo>
                    <a:pt x="37" y="22552"/>
                  </a:lnTo>
                  <a:cubicBezTo>
                    <a:pt x="0" y="22626"/>
                    <a:pt x="0" y="22700"/>
                    <a:pt x="37" y="22774"/>
                  </a:cubicBezTo>
                  <a:cubicBezTo>
                    <a:pt x="74" y="22848"/>
                    <a:pt x="111" y="22922"/>
                    <a:pt x="185" y="22959"/>
                  </a:cubicBezTo>
                  <a:lnTo>
                    <a:pt x="9724" y="27174"/>
                  </a:lnTo>
                  <a:cubicBezTo>
                    <a:pt x="9779" y="27192"/>
                    <a:pt x="9825" y="27201"/>
                    <a:pt x="9867" y="27201"/>
                  </a:cubicBezTo>
                  <a:cubicBezTo>
                    <a:pt x="9908" y="27201"/>
                    <a:pt x="9945" y="27192"/>
                    <a:pt x="9982" y="27174"/>
                  </a:cubicBezTo>
                  <a:cubicBezTo>
                    <a:pt x="10056" y="27137"/>
                    <a:pt x="10130" y="27100"/>
                    <a:pt x="10167" y="27026"/>
                  </a:cubicBezTo>
                  <a:lnTo>
                    <a:pt x="20630" y="925"/>
                  </a:lnTo>
                  <a:cubicBezTo>
                    <a:pt x="20667" y="851"/>
                    <a:pt x="20667" y="740"/>
                    <a:pt x="20593" y="666"/>
                  </a:cubicBezTo>
                  <a:cubicBezTo>
                    <a:pt x="20556" y="592"/>
                    <a:pt x="20445" y="518"/>
                    <a:pt x="20371" y="518"/>
                  </a:cubicBezTo>
                  <a:lnTo>
                    <a:pt x="102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59"/>
            <p:cNvSpPr/>
            <p:nvPr/>
          </p:nvSpPr>
          <p:spPr>
            <a:xfrm>
              <a:off x="5663600" y="3210550"/>
              <a:ext cx="354950" cy="461250"/>
            </a:xfrm>
            <a:custGeom>
              <a:rect b="b" l="l" r="r" t="t"/>
              <a:pathLst>
                <a:path extrusionOk="0" h="18450" w="14198">
                  <a:moveTo>
                    <a:pt x="7136" y="1"/>
                  </a:moveTo>
                  <a:lnTo>
                    <a:pt x="1" y="15824"/>
                  </a:lnTo>
                  <a:lnTo>
                    <a:pt x="5916" y="18449"/>
                  </a:lnTo>
                  <a:lnTo>
                    <a:pt x="14197" y="371"/>
                  </a:lnTo>
                  <a:lnTo>
                    <a:pt x="713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59"/>
            <p:cNvSpPr/>
            <p:nvPr/>
          </p:nvSpPr>
          <p:spPr>
            <a:xfrm>
              <a:off x="5655275" y="3202250"/>
              <a:ext cx="371575" cy="477650"/>
            </a:xfrm>
            <a:custGeom>
              <a:rect b="b" l="l" r="r" t="t"/>
              <a:pathLst>
                <a:path extrusionOk="0" h="19106" w="14863">
                  <a:moveTo>
                    <a:pt x="7691" y="629"/>
                  </a:moveTo>
                  <a:lnTo>
                    <a:pt x="14079" y="974"/>
                  </a:lnTo>
                  <a:lnTo>
                    <a:pt x="14079" y="974"/>
                  </a:lnTo>
                  <a:lnTo>
                    <a:pt x="6101" y="18375"/>
                  </a:lnTo>
                  <a:lnTo>
                    <a:pt x="740" y="16008"/>
                  </a:lnTo>
                  <a:lnTo>
                    <a:pt x="7691" y="629"/>
                  </a:lnTo>
                  <a:close/>
                  <a:moveTo>
                    <a:pt x="7506" y="0"/>
                  </a:moveTo>
                  <a:cubicBezTo>
                    <a:pt x="7358" y="0"/>
                    <a:pt x="7247" y="74"/>
                    <a:pt x="7210" y="185"/>
                  </a:cubicBezTo>
                  <a:lnTo>
                    <a:pt x="38" y="16045"/>
                  </a:lnTo>
                  <a:cubicBezTo>
                    <a:pt x="1" y="16119"/>
                    <a:pt x="1" y="16193"/>
                    <a:pt x="38" y="16267"/>
                  </a:cubicBezTo>
                  <a:cubicBezTo>
                    <a:pt x="75" y="16378"/>
                    <a:pt x="112" y="16415"/>
                    <a:pt x="186" y="16452"/>
                  </a:cubicBezTo>
                  <a:lnTo>
                    <a:pt x="6101" y="19077"/>
                  </a:lnTo>
                  <a:cubicBezTo>
                    <a:pt x="6150" y="19097"/>
                    <a:pt x="6200" y="19106"/>
                    <a:pt x="6247" y="19106"/>
                  </a:cubicBezTo>
                  <a:cubicBezTo>
                    <a:pt x="6374" y="19106"/>
                    <a:pt x="6481" y="19037"/>
                    <a:pt x="6508" y="18929"/>
                  </a:cubicBezTo>
                  <a:lnTo>
                    <a:pt x="14826" y="813"/>
                  </a:lnTo>
                  <a:cubicBezTo>
                    <a:pt x="14863" y="739"/>
                    <a:pt x="14863" y="629"/>
                    <a:pt x="14789" y="518"/>
                  </a:cubicBezTo>
                  <a:cubicBezTo>
                    <a:pt x="14752" y="444"/>
                    <a:pt x="14641" y="370"/>
                    <a:pt x="14567" y="370"/>
                  </a:cubicBezTo>
                  <a:lnTo>
                    <a:pt x="7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59"/>
            <p:cNvSpPr/>
            <p:nvPr/>
          </p:nvSpPr>
          <p:spPr>
            <a:xfrm>
              <a:off x="1289975" y="3512800"/>
              <a:ext cx="232025" cy="192275"/>
            </a:xfrm>
            <a:custGeom>
              <a:rect b="b" l="l" r="r" t="t"/>
              <a:pathLst>
                <a:path extrusionOk="0" h="7691" w="9281">
                  <a:moveTo>
                    <a:pt x="7136" y="0"/>
                  </a:moveTo>
                  <a:lnTo>
                    <a:pt x="1" y="1775"/>
                  </a:lnTo>
                  <a:lnTo>
                    <a:pt x="2441" y="7690"/>
                  </a:lnTo>
                  <a:lnTo>
                    <a:pt x="9280" y="5065"/>
                  </a:lnTo>
                  <a:lnTo>
                    <a:pt x="71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59"/>
            <p:cNvSpPr/>
            <p:nvPr/>
          </p:nvSpPr>
          <p:spPr>
            <a:xfrm>
              <a:off x="1281650" y="3505175"/>
              <a:ext cx="247750" cy="207525"/>
            </a:xfrm>
            <a:custGeom>
              <a:rect b="b" l="l" r="r" t="t"/>
              <a:pathLst>
                <a:path extrusionOk="0" h="8301" w="9910">
                  <a:moveTo>
                    <a:pt x="7284" y="675"/>
                  </a:moveTo>
                  <a:lnTo>
                    <a:pt x="9195" y="5192"/>
                  </a:lnTo>
                  <a:lnTo>
                    <a:pt x="9195" y="5192"/>
                  </a:lnTo>
                  <a:lnTo>
                    <a:pt x="2959" y="7588"/>
                  </a:lnTo>
                  <a:lnTo>
                    <a:pt x="740" y="2265"/>
                  </a:lnTo>
                  <a:lnTo>
                    <a:pt x="7284" y="675"/>
                  </a:lnTo>
                  <a:close/>
                  <a:moveTo>
                    <a:pt x="7471" y="0"/>
                  </a:moveTo>
                  <a:cubicBezTo>
                    <a:pt x="7446" y="0"/>
                    <a:pt x="7420" y="3"/>
                    <a:pt x="7395" y="9"/>
                  </a:cubicBezTo>
                  <a:lnTo>
                    <a:pt x="260" y="1784"/>
                  </a:lnTo>
                  <a:cubicBezTo>
                    <a:pt x="186" y="1784"/>
                    <a:pt x="112" y="1858"/>
                    <a:pt x="38" y="1932"/>
                  </a:cubicBezTo>
                  <a:cubicBezTo>
                    <a:pt x="1" y="2006"/>
                    <a:pt x="1" y="2117"/>
                    <a:pt x="38" y="2191"/>
                  </a:cubicBezTo>
                  <a:lnTo>
                    <a:pt x="2478" y="8106"/>
                  </a:lnTo>
                  <a:cubicBezTo>
                    <a:pt x="2539" y="8229"/>
                    <a:pt x="2677" y="8300"/>
                    <a:pt x="2806" y="8300"/>
                  </a:cubicBezTo>
                  <a:cubicBezTo>
                    <a:pt x="2833" y="8300"/>
                    <a:pt x="2859" y="8297"/>
                    <a:pt x="2885" y="8291"/>
                  </a:cubicBezTo>
                  <a:lnTo>
                    <a:pt x="9724" y="5666"/>
                  </a:lnTo>
                  <a:cubicBezTo>
                    <a:pt x="9798" y="5629"/>
                    <a:pt x="9835" y="5555"/>
                    <a:pt x="9872" y="5481"/>
                  </a:cubicBezTo>
                  <a:cubicBezTo>
                    <a:pt x="9909" y="5407"/>
                    <a:pt x="9909" y="5333"/>
                    <a:pt x="9872" y="5259"/>
                  </a:cubicBezTo>
                  <a:lnTo>
                    <a:pt x="7765" y="194"/>
                  </a:lnTo>
                  <a:cubicBezTo>
                    <a:pt x="7704" y="72"/>
                    <a:pt x="7592" y="0"/>
                    <a:pt x="74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59"/>
            <p:cNvSpPr/>
            <p:nvPr/>
          </p:nvSpPr>
          <p:spPr>
            <a:xfrm>
              <a:off x="1197550" y="3311300"/>
              <a:ext cx="243100" cy="176575"/>
            </a:xfrm>
            <a:custGeom>
              <a:rect b="b" l="l" r="r" t="t"/>
              <a:pathLst>
                <a:path extrusionOk="0" h="7063" w="9724">
                  <a:moveTo>
                    <a:pt x="7469" y="1"/>
                  </a:moveTo>
                  <a:lnTo>
                    <a:pt x="1" y="888"/>
                  </a:lnTo>
                  <a:lnTo>
                    <a:pt x="2552" y="7062"/>
                  </a:lnTo>
                  <a:lnTo>
                    <a:pt x="9724" y="5398"/>
                  </a:lnTo>
                  <a:lnTo>
                    <a:pt x="746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59"/>
            <p:cNvSpPr/>
            <p:nvPr/>
          </p:nvSpPr>
          <p:spPr>
            <a:xfrm>
              <a:off x="1190150" y="3302975"/>
              <a:ext cx="258825" cy="192475"/>
            </a:xfrm>
            <a:custGeom>
              <a:rect b="b" l="l" r="r" t="t"/>
              <a:pathLst>
                <a:path extrusionOk="0" h="7699" w="10353">
                  <a:moveTo>
                    <a:pt x="7543" y="666"/>
                  </a:moveTo>
                  <a:lnTo>
                    <a:pt x="9613" y="5510"/>
                  </a:lnTo>
                  <a:lnTo>
                    <a:pt x="3041" y="7002"/>
                  </a:lnTo>
                  <a:lnTo>
                    <a:pt x="3041" y="7002"/>
                  </a:lnTo>
                  <a:lnTo>
                    <a:pt x="740" y="1480"/>
                  </a:lnTo>
                  <a:lnTo>
                    <a:pt x="7543" y="666"/>
                  </a:lnTo>
                  <a:close/>
                  <a:moveTo>
                    <a:pt x="7728" y="1"/>
                  </a:moveTo>
                  <a:lnTo>
                    <a:pt x="260" y="925"/>
                  </a:lnTo>
                  <a:cubicBezTo>
                    <a:pt x="186" y="925"/>
                    <a:pt x="75" y="999"/>
                    <a:pt x="38" y="1073"/>
                  </a:cubicBezTo>
                  <a:cubicBezTo>
                    <a:pt x="1" y="1147"/>
                    <a:pt x="1" y="1258"/>
                    <a:pt x="38" y="1332"/>
                  </a:cubicBezTo>
                  <a:lnTo>
                    <a:pt x="2552" y="7506"/>
                  </a:lnTo>
                  <a:cubicBezTo>
                    <a:pt x="2616" y="7602"/>
                    <a:pt x="2735" y="7698"/>
                    <a:pt x="2862" y="7698"/>
                  </a:cubicBezTo>
                  <a:cubicBezTo>
                    <a:pt x="2882" y="7698"/>
                    <a:pt x="2902" y="7696"/>
                    <a:pt x="2922" y="7691"/>
                  </a:cubicBezTo>
                  <a:lnTo>
                    <a:pt x="10094" y="6027"/>
                  </a:lnTo>
                  <a:cubicBezTo>
                    <a:pt x="10168" y="6027"/>
                    <a:pt x="10242" y="5953"/>
                    <a:pt x="10316" y="5879"/>
                  </a:cubicBezTo>
                  <a:cubicBezTo>
                    <a:pt x="10353" y="5805"/>
                    <a:pt x="10353" y="5694"/>
                    <a:pt x="10316" y="5620"/>
                  </a:cubicBezTo>
                  <a:lnTo>
                    <a:pt x="8023" y="186"/>
                  </a:lnTo>
                  <a:cubicBezTo>
                    <a:pt x="7987" y="75"/>
                    <a:pt x="7839" y="1"/>
                    <a:pt x="77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59"/>
            <p:cNvSpPr/>
            <p:nvPr/>
          </p:nvSpPr>
          <p:spPr>
            <a:xfrm>
              <a:off x="1413825" y="3288200"/>
              <a:ext cx="203375" cy="151600"/>
            </a:xfrm>
            <a:custGeom>
              <a:rect b="b" l="l" r="r" t="t"/>
              <a:pathLst>
                <a:path extrusionOk="0" h="6064" w="8135">
                  <a:moveTo>
                    <a:pt x="6323" y="0"/>
                  </a:moveTo>
                  <a:lnTo>
                    <a:pt x="1" y="777"/>
                  </a:lnTo>
                  <a:lnTo>
                    <a:pt x="2256" y="6064"/>
                  </a:lnTo>
                  <a:lnTo>
                    <a:pt x="8134" y="4733"/>
                  </a:lnTo>
                  <a:lnTo>
                    <a:pt x="632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59"/>
            <p:cNvSpPr/>
            <p:nvPr/>
          </p:nvSpPr>
          <p:spPr>
            <a:xfrm>
              <a:off x="1406425" y="3280575"/>
              <a:ext cx="219100" cy="166850"/>
            </a:xfrm>
            <a:custGeom>
              <a:rect b="b" l="l" r="r" t="t"/>
              <a:pathLst>
                <a:path extrusionOk="0" h="6674" w="8764">
                  <a:moveTo>
                    <a:pt x="6397" y="638"/>
                  </a:moveTo>
                  <a:lnTo>
                    <a:pt x="8024" y="4816"/>
                  </a:lnTo>
                  <a:lnTo>
                    <a:pt x="2711" y="6020"/>
                  </a:lnTo>
                  <a:lnTo>
                    <a:pt x="2711" y="6020"/>
                  </a:lnTo>
                  <a:lnTo>
                    <a:pt x="740" y="1341"/>
                  </a:lnTo>
                  <a:lnTo>
                    <a:pt x="6397" y="638"/>
                  </a:lnTo>
                  <a:close/>
                  <a:moveTo>
                    <a:pt x="6641" y="0"/>
                  </a:moveTo>
                  <a:cubicBezTo>
                    <a:pt x="6621" y="0"/>
                    <a:pt x="6601" y="3"/>
                    <a:pt x="6582" y="10"/>
                  </a:cubicBezTo>
                  <a:lnTo>
                    <a:pt x="260" y="749"/>
                  </a:lnTo>
                  <a:cubicBezTo>
                    <a:pt x="186" y="786"/>
                    <a:pt x="75" y="823"/>
                    <a:pt x="38" y="897"/>
                  </a:cubicBezTo>
                  <a:cubicBezTo>
                    <a:pt x="1" y="1008"/>
                    <a:pt x="1" y="1082"/>
                    <a:pt x="38" y="1193"/>
                  </a:cubicBezTo>
                  <a:lnTo>
                    <a:pt x="2256" y="6479"/>
                  </a:lnTo>
                  <a:cubicBezTo>
                    <a:pt x="2287" y="6602"/>
                    <a:pt x="2394" y="6674"/>
                    <a:pt x="2513" y="6674"/>
                  </a:cubicBezTo>
                  <a:cubicBezTo>
                    <a:pt x="2538" y="6674"/>
                    <a:pt x="2564" y="6671"/>
                    <a:pt x="2589" y="6664"/>
                  </a:cubicBezTo>
                  <a:lnTo>
                    <a:pt x="8504" y="5333"/>
                  </a:lnTo>
                  <a:cubicBezTo>
                    <a:pt x="8615" y="5296"/>
                    <a:pt x="8689" y="5259"/>
                    <a:pt x="8726" y="5149"/>
                  </a:cubicBezTo>
                  <a:cubicBezTo>
                    <a:pt x="8763" y="5075"/>
                    <a:pt x="8763" y="5001"/>
                    <a:pt x="8726" y="4927"/>
                  </a:cubicBezTo>
                  <a:lnTo>
                    <a:pt x="6878" y="194"/>
                  </a:lnTo>
                  <a:cubicBezTo>
                    <a:pt x="6847" y="72"/>
                    <a:pt x="6740" y="0"/>
                    <a:pt x="66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59"/>
            <p:cNvSpPr/>
            <p:nvPr/>
          </p:nvSpPr>
          <p:spPr>
            <a:xfrm>
              <a:off x="1601450" y="3269700"/>
              <a:ext cx="162700" cy="129425"/>
            </a:xfrm>
            <a:custGeom>
              <a:rect b="b" l="l" r="r" t="t"/>
              <a:pathLst>
                <a:path extrusionOk="0" h="5177" w="6508">
                  <a:moveTo>
                    <a:pt x="4844" y="1"/>
                  </a:moveTo>
                  <a:lnTo>
                    <a:pt x="1" y="592"/>
                  </a:lnTo>
                  <a:lnTo>
                    <a:pt x="1812" y="5177"/>
                  </a:lnTo>
                  <a:lnTo>
                    <a:pt x="6508" y="4105"/>
                  </a:lnTo>
                  <a:lnTo>
                    <a:pt x="48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59"/>
            <p:cNvSpPr/>
            <p:nvPr/>
          </p:nvSpPr>
          <p:spPr>
            <a:xfrm>
              <a:off x="1593150" y="3262075"/>
              <a:ext cx="179325" cy="145375"/>
            </a:xfrm>
            <a:custGeom>
              <a:rect b="b" l="l" r="r" t="t"/>
              <a:pathLst>
                <a:path extrusionOk="0" h="5815" w="7173">
                  <a:moveTo>
                    <a:pt x="4969" y="632"/>
                  </a:moveTo>
                  <a:lnTo>
                    <a:pt x="6433" y="4188"/>
                  </a:lnTo>
                  <a:lnTo>
                    <a:pt x="2329" y="5149"/>
                  </a:lnTo>
                  <a:lnTo>
                    <a:pt x="776" y="1156"/>
                  </a:lnTo>
                  <a:lnTo>
                    <a:pt x="4969" y="632"/>
                  </a:lnTo>
                  <a:close/>
                  <a:moveTo>
                    <a:pt x="5199" y="1"/>
                  </a:moveTo>
                  <a:cubicBezTo>
                    <a:pt x="5178" y="1"/>
                    <a:pt x="5158" y="4"/>
                    <a:pt x="5139" y="10"/>
                  </a:cubicBezTo>
                  <a:lnTo>
                    <a:pt x="296" y="602"/>
                  </a:lnTo>
                  <a:cubicBezTo>
                    <a:pt x="222" y="602"/>
                    <a:pt x="111" y="639"/>
                    <a:pt x="74" y="750"/>
                  </a:cubicBezTo>
                  <a:cubicBezTo>
                    <a:pt x="37" y="824"/>
                    <a:pt x="0" y="897"/>
                    <a:pt x="37" y="1008"/>
                  </a:cubicBezTo>
                  <a:lnTo>
                    <a:pt x="1849" y="5593"/>
                  </a:lnTo>
                  <a:cubicBezTo>
                    <a:pt x="1886" y="5741"/>
                    <a:pt x="2033" y="5815"/>
                    <a:pt x="2218" y="5815"/>
                  </a:cubicBezTo>
                  <a:lnTo>
                    <a:pt x="6914" y="4742"/>
                  </a:lnTo>
                  <a:cubicBezTo>
                    <a:pt x="6987" y="4705"/>
                    <a:pt x="7061" y="4632"/>
                    <a:pt x="7135" y="4558"/>
                  </a:cubicBezTo>
                  <a:cubicBezTo>
                    <a:pt x="7172" y="4484"/>
                    <a:pt x="7172" y="4373"/>
                    <a:pt x="7135" y="4299"/>
                  </a:cubicBezTo>
                  <a:lnTo>
                    <a:pt x="5435" y="195"/>
                  </a:lnTo>
                  <a:cubicBezTo>
                    <a:pt x="5404" y="73"/>
                    <a:pt x="5297" y="1"/>
                    <a:pt x="51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59"/>
            <p:cNvSpPr/>
            <p:nvPr/>
          </p:nvSpPr>
          <p:spPr>
            <a:xfrm>
              <a:off x="1497950" y="3470275"/>
              <a:ext cx="185800" cy="158075"/>
            </a:xfrm>
            <a:custGeom>
              <a:rect b="b" l="l" r="r" t="t"/>
              <a:pathLst>
                <a:path extrusionOk="0" h="6323" w="7432">
                  <a:moveTo>
                    <a:pt x="5767" y="1"/>
                  </a:moveTo>
                  <a:lnTo>
                    <a:pt x="0" y="1405"/>
                  </a:lnTo>
                  <a:lnTo>
                    <a:pt x="2033" y="6323"/>
                  </a:lnTo>
                  <a:lnTo>
                    <a:pt x="7431" y="4252"/>
                  </a:lnTo>
                  <a:lnTo>
                    <a:pt x="57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59"/>
            <p:cNvSpPr/>
            <p:nvPr/>
          </p:nvSpPr>
          <p:spPr>
            <a:xfrm>
              <a:off x="1489625" y="3462650"/>
              <a:ext cx="202425" cy="173825"/>
            </a:xfrm>
            <a:custGeom>
              <a:rect b="b" l="l" r="r" t="t"/>
              <a:pathLst>
                <a:path extrusionOk="0" h="6953" w="8097">
                  <a:moveTo>
                    <a:pt x="5935" y="660"/>
                  </a:moveTo>
                  <a:lnTo>
                    <a:pt x="7357" y="4372"/>
                  </a:lnTo>
                  <a:lnTo>
                    <a:pt x="2551" y="6258"/>
                  </a:lnTo>
                  <a:lnTo>
                    <a:pt x="740" y="1932"/>
                  </a:lnTo>
                  <a:lnTo>
                    <a:pt x="5935" y="660"/>
                  </a:lnTo>
                  <a:close/>
                  <a:moveTo>
                    <a:pt x="6105" y="0"/>
                  </a:moveTo>
                  <a:cubicBezTo>
                    <a:pt x="6078" y="0"/>
                    <a:pt x="6052" y="3"/>
                    <a:pt x="6027" y="10"/>
                  </a:cubicBezTo>
                  <a:lnTo>
                    <a:pt x="259" y="1415"/>
                  </a:lnTo>
                  <a:cubicBezTo>
                    <a:pt x="148" y="1452"/>
                    <a:pt x="74" y="1489"/>
                    <a:pt x="37" y="1600"/>
                  </a:cubicBezTo>
                  <a:cubicBezTo>
                    <a:pt x="0" y="1674"/>
                    <a:pt x="0" y="1747"/>
                    <a:pt x="37" y="1858"/>
                  </a:cubicBezTo>
                  <a:lnTo>
                    <a:pt x="2108" y="6775"/>
                  </a:lnTo>
                  <a:cubicBezTo>
                    <a:pt x="2135" y="6884"/>
                    <a:pt x="2241" y="6952"/>
                    <a:pt x="2354" y="6952"/>
                  </a:cubicBezTo>
                  <a:cubicBezTo>
                    <a:pt x="2395" y="6952"/>
                    <a:pt x="2438" y="6943"/>
                    <a:pt x="2477" y="6923"/>
                  </a:cubicBezTo>
                  <a:lnTo>
                    <a:pt x="7875" y="4853"/>
                  </a:lnTo>
                  <a:cubicBezTo>
                    <a:pt x="7949" y="4816"/>
                    <a:pt x="8023" y="4779"/>
                    <a:pt x="8060" y="4705"/>
                  </a:cubicBezTo>
                  <a:cubicBezTo>
                    <a:pt x="8097" y="4631"/>
                    <a:pt x="8097" y="4520"/>
                    <a:pt x="8060" y="4446"/>
                  </a:cubicBezTo>
                  <a:lnTo>
                    <a:pt x="6396" y="195"/>
                  </a:lnTo>
                  <a:cubicBezTo>
                    <a:pt x="6366" y="72"/>
                    <a:pt x="6233" y="0"/>
                    <a:pt x="61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59"/>
            <p:cNvSpPr/>
            <p:nvPr/>
          </p:nvSpPr>
          <p:spPr>
            <a:xfrm>
              <a:off x="1004375" y="3337175"/>
              <a:ext cx="228325" cy="193200"/>
            </a:xfrm>
            <a:custGeom>
              <a:rect b="b" l="l" r="r" t="t"/>
              <a:pathLst>
                <a:path extrusionOk="0" h="7728" w="9133">
                  <a:moveTo>
                    <a:pt x="6545" y="1"/>
                  </a:moveTo>
                  <a:lnTo>
                    <a:pt x="1" y="814"/>
                  </a:lnTo>
                  <a:lnTo>
                    <a:pt x="2811" y="7728"/>
                  </a:lnTo>
                  <a:lnTo>
                    <a:pt x="9133" y="6286"/>
                  </a:lnTo>
                  <a:lnTo>
                    <a:pt x="654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59"/>
            <p:cNvSpPr/>
            <p:nvPr/>
          </p:nvSpPr>
          <p:spPr>
            <a:xfrm>
              <a:off x="996075" y="3329800"/>
              <a:ext cx="244025" cy="208150"/>
            </a:xfrm>
            <a:custGeom>
              <a:rect b="b" l="l" r="r" t="t"/>
              <a:pathLst>
                <a:path extrusionOk="0" h="8326" w="9761">
                  <a:moveTo>
                    <a:pt x="6683" y="656"/>
                  </a:moveTo>
                  <a:lnTo>
                    <a:pt x="9021" y="6359"/>
                  </a:lnTo>
                  <a:lnTo>
                    <a:pt x="3327" y="7653"/>
                  </a:lnTo>
                  <a:lnTo>
                    <a:pt x="776" y="1368"/>
                  </a:lnTo>
                  <a:lnTo>
                    <a:pt x="6683" y="656"/>
                  </a:lnTo>
                  <a:close/>
                  <a:moveTo>
                    <a:pt x="6840" y="0"/>
                  </a:moveTo>
                  <a:lnTo>
                    <a:pt x="296" y="813"/>
                  </a:lnTo>
                  <a:cubicBezTo>
                    <a:pt x="222" y="813"/>
                    <a:pt x="111" y="850"/>
                    <a:pt x="74" y="961"/>
                  </a:cubicBezTo>
                  <a:cubicBezTo>
                    <a:pt x="37" y="1035"/>
                    <a:pt x="0" y="1146"/>
                    <a:pt x="37" y="1220"/>
                  </a:cubicBezTo>
                  <a:lnTo>
                    <a:pt x="2847" y="8134"/>
                  </a:lnTo>
                  <a:cubicBezTo>
                    <a:pt x="2911" y="8230"/>
                    <a:pt x="3030" y="8326"/>
                    <a:pt x="3157" y="8326"/>
                  </a:cubicBezTo>
                  <a:cubicBezTo>
                    <a:pt x="3177" y="8326"/>
                    <a:pt x="3197" y="8323"/>
                    <a:pt x="3216" y="8318"/>
                  </a:cubicBezTo>
                  <a:lnTo>
                    <a:pt x="9501" y="6877"/>
                  </a:lnTo>
                  <a:cubicBezTo>
                    <a:pt x="9612" y="6840"/>
                    <a:pt x="9686" y="6803"/>
                    <a:pt x="9723" y="6692"/>
                  </a:cubicBezTo>
                  <a:cubicBezTo>
                    <a:pt x="9760" y="6618"/>
                    <a:pt x="9760" y="6544"/>
                    <a:pt x="9723" y="6433"/>
                  </a:cubicBezTo>
                  <a:lnTo>
                    <a:pt x="7135" y="185"/>
                  </a:lnTo>
                  <a:cubicBezTo>
                    <a:pt x="7098" y="74"/>
                    <a:pt x="6951" y="0"/>
                    <a:pt x="68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59"/>
            <p:cNvSpPr/>
            <p:nvPr/>
          </p:nvSpPr>
          <p:spPr>
            <a:xfrm>
              <a:off x="1752100" y="3259550"/>
              <a:ext cx="92475" cy="106300"/>
            </a:xfrm>
            <a:custGeom>
              <a:rect b="b" l="l" r="r" t="t"/>
              <a:pathLst>
                <a:path extrusionOk="0" h="4252" w="3699">
                  <a:moveTo>
                    <a:pt x="2108" y="0"/>
                  </a:moveTo>
                  <a:lnTo>
                    <a:pt x="1" y="259"/>
                  </a:lnTo>
                  <a:lnTo>
                    <a:pt x="1628" y="4252"/>
                  </a:lnTo>
                  <a:lnTo>
                    <a:pt x="3698" y="3808"/>
                  </a:lnTo>
                  <a:lnTo>
                    <a:pt x="21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59"/>
            <p:cNvSpPr/>
            <p:nvPr/>
          </p:nvSpPr>
          <p:spPr>
            <a:xfrm>
              <a:off x="1743800" y="3251925"/>
              <a:ext cx="109075" cy="121575"/>
            </a:xfrm>
            <a:custGeom>
              <a:rect b="b" l="l" r="r" t="t"/>
              <a:pathLst>
                <a:path extrusionOk="0" h="4863" w="4363">
                  <a:moveTo>
                    <a:pt x="2218" y="638"/>
                  </a:moveTo>
                  <a:lnTo>
                    <a:pt x="3623" y="3891"/>
                  </a:lnTo>
                  <a:lnTo>
                    <a:pt x="2159" y="4210"/>
                  </a:lnTo>
                  <a:lnTo>
                    <a:pt x="2159" y="4210"/>
                  </a:lnTo>
                  <a:lnTo>
                    <a:pt x="777" y="823"/>
                  </a:lnTo>
                  <a:lnTo>
                    <a:pt x="2218" y="638"/>
                  </a:lnTo>
                  <a:close/>
                  <a:moveTo>
                    <a:pt x="2463" y="0"/>
                  </a:moveTo>
                  <a:cubicBezTo>
                    <a:pt x="2442" y="0"/>
                    <a:pt x="2422" y="3"/>
                    <a:pt x="2403" y="9"/>
                  </a:cubicBezTo>
                  <a:lnTo>
                    <a:pt x="296" y="268"/>
                  </a:lnTo>
                  <a:cubicBezTo>
                    <a:pt x="222" y="268"/>
                    <a:pt x="111" y="305"/>
                    <a:pt x="74" y="416"/>
                  </a:cubicBezTo>
                  <a:cubicBezTo>
                    <a:pt x="37" y="490"/>
                    <a:pt x="0" y="601"/>
                    <a:pt x="37" y="675"/>
                  </a:cubicBezTo>
                  <a:lnTo>
                    <a:pt x="1701" y="4668"/>
                  </a:lnTo>
                  <a:cubicBezTo>
                    <a:pt x="1732" y="4790"/>
                    <a:pt x="1838" y="4862"/>
                    <a:pt x="1958" y="4862"/>
                  </a:cubicBezTo>
                  <a:cubicBezTo>
                    <a:pt x="1983" y="4862"/>
                    <a:pt x="2008" y="4859"/>
                    <a:pt x="2034" y="4853"/>
                  </a:cubicBezTo>
                  <a:lnTo>
                    <a:pt x="4104" y="4409"/>
                  </a:lnTo>
                  <a:cubicBezTo>
                    <a:pt x="4215" y="4372"/>
                    <a:pt x="4289" y="4335"/>
                    <a:pt x="4326" y="4224"/>
                  </a:cubicBezTo>
                  <a:cubicBezTo>
                    <a:pt x="4363" y="4150"/>
                    <a:pt x="4363" y="4076"/>
                    <a:pt x="4326" y="3965"/>
                  </a:cubicBezTo>
                  <a:lnTo>
                    <a:pt x="2699" y="194"/>
                  </a:lnTo>
                  <a:cubicBezTo>
                    <a:pt x="2668" y="72"/>
                    <a:pt x="2562" y="0"/>
                    <a:pt x="2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59"/>
            <p:cNvSpPr/>
            <p:nvPr/>
          </p:nvSpPr>
          <p:spPr>
            <a:xfrm>
              <a:off x="1087575" y="3563625"/>
              <a:ext cx="235700" cy="215375"/>
            </a:xfrm>
            <a:custGeom>
              <a:rect b="b" l="l" r="r" t="t"/>
              <a:pathLst>
                <a:path extrusionOk="0" h="8615" w="9428">
                  <a:moveTo>
                    <a:pt x="6951" y="1"/>
                  </a:moveTo>
                  <a:lnTo>
                    <a:pt x="0" y="1701"/>
                  </a:lnTo>
                  <a:lnTo>
                    <a:pt x="2810" y="8615"/>
                  </a:lnTo>
                  <a:lnTo>
                    <a:pt x="9428" y="6064"/>
                  </a:lnTo>
                  <a:lnTo>
                    <a:pt x="695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59"/>
            <p:cNvSpPr/>
            <p:nvPr/>
          </p:nvSpPr>
          <p:spPr>
            <a:xfrm>
              <a:off x="1079250" y="3556000"/>
              <a:ext cx="252350" cy="231100"/>
            </a:xfrm>
            <a:custGeom>
              <a:rect b="b" l="l" r="r" t="t"/>
              <a:pathLst>
                <a:path extrusionOk="0" h="9244" w="10094">
                  <a:moveTo>
                    <a:pt x="7091" y="667"/>
                  </a:moveTo>
                  <a:lnTo>
                    <a:pt x="9354" y="6184"/>
                  </a:lnTo>
                  <a:lnTo>
                    <a:pt x="3328" y="8513"/>
                  </a:lnTo>
                  <a:lnTo>
                    <a:pt x="740" y="2228"/>
                  </a:lnTo>
                  <a:lnTo>
                    <a:pt x="7091" y="667"/>
                  </a:lnTo>
                  <a:close/>
                  <a:moveTo>
                    <a:pt x="7285" y="0"/>
                  </a:moveTo>
                  <a:cubicBezTo>
                    <a:pt x="7260" y="0"/>
                    <a:pt x="7235" y="4"/>
                    <a:pt x="7210" y="10"/>
                  </a:cubicBezTo>
                  <a:lnTo>
                    <a:pt x="259" y="1711"/>
                  </a:lnTo>
                  <a:cubicBezTo>
                    <a:pt x="185" y="1747"/>
                    <a:pt x="111" y="1821"/>
                    <a:pt x="74" y="1895"/>
                  </a:cubicBezTo>
                  <a:cubicBezTo>
                    <a:pt x="37" y="1969"/>
                    <a:pt x="0" y="2043"/>
                    <a:pt x="37" y="2154"/>
                  </a:cubicBezTo>
                  <a:lnTo>
                    <a:pt x="2847" y="9031"/>
                  </a:lnTo>
                  <a:cubicBezTo>
                    <a:pt x="2902" y="9168"/>
                    <a:pt x="3018" y="9244"/>
                    <a:pt x="3134" y="9244"/>
                  </a:cubicBezTo>
                  <a:cubicBezTo>
                    <a:pt x="3175" y="9244"/>
                    <a:pt x="3216" y="9235"/>
                    <a:pt x="3254" y="9216"/>
                  </a:cubicBezTo>
                  <a:lnTo>
                    <a:pt x="9872" y="6665"/>
                  </a:lnTo>
                  <a:cubicBezTo>
                    <a:pt x="9945" y="6628"/>
                    <a:pt x="10019" y="6591"/>
                    <a:pt x="10056" y="6480"/>
                  </a:cubicBezTo>
                  <a:cubicBezTo>
                    <a:pt x="10093" y="6406"/>
                    <a:pt x="10093" y="6332"/>
                    <a:pt x="10056" y="6258"/>
                  </a:cubicBezTo>
                  <a:lnTo>
                    <a:pt x="7542" y="195"/>
                  </a:lnTo>
                  <a:cubicBezTo>
                    <a:pt x="7512" y="72"/>
                    <a:pt x="7405" y="0"/>
                    <a:pt x="72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59"/>
            <p:cNvSpPr/>
            <p:nvPr/>
          </p:nvSpPr>
          <p:spPr>
            <a:xfrm>
              <a:off x="1670775" y="3434225"/>
              <a:ext cx="154375" cy="132200"/>
            </a:xfrm>
            <a:custGeom>
              <a:rect b="b" l="l" r="r" t="t"/>
              <a:pathLst>
                <a:path extrusionOk="0" h="5288" w="6175">
                  <a:moveTo>
                    <a:pt x="4733" y="1"/>
                  </a:moveTo>
                  <a:lnTo>
                    <a:pt x="1" y="1147"/>
                  </a:lnTo>
                  <a:lnTo>
                    <a:pt x="1627" y="5288"/>
                  </a:lnTo>
                  <a:lnTo>
                    <a:pt x="6175" y="3513"/>
                  </a:lnTo>
                  <a:lnTo>
                    <a:pt x="47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59"/>
            <p:cNvSpPr/>
            <p:nvPr/>
          </p:nvSpPr>
          <p:spPr>
            <a:xfrm>
              <a:off x="1663375" y="3426600"/>
              <a:ext cx="170100" cy="147450"/>
            </a:xfrm>
            <a:custGeom>
              <a:rect b="b" l="l" r="r" t="t"/>
              <a:pathLst>
                <a:path extrusionOk="0" h="5898" w="6804">
                  <a:moveTo>
                    <a:pt x="4867" y="660"/>
                  </a:moveTo>
                  <a:lnTo>
                    <a:pt x="6064" y="3670"/>
                  </a:lnTo>
                  <a:lnTo>
                    <a:pt x="2108" y="5186"/>
                  </a:lnTo>
                  <a:lnTo>
                    <a:pt x="740" y="1674"/>
                  </a:lnTo>
                  <a:lnTo>
                    <a:pt x="4867" y="660"/>
                  </a:lnTo>
                  <a:close/>
                  <a:moveTo>
                    <a:pt x="5031" y="1"/>
                  </a:moveTo>
                  <a:cubicBezTo>
                    <a:pt x="5006" y="1"/>
                    <a:pt x="4980" y="4"/>
                    <a:pt x="4955" y="10"/>
                  </a:cubicBezTo>
                  <a:lnTo>
                    <a:pt x="223" y="1156"/>
                  </a:lnTo>
                  <a:cubicBezTo>
                    <a:pt x="149" y="1193"/>
                    <a:pt x="75" y="1230"/>
                    <a:pt x="38" y="1304"/>
                  </a:cubicBezTo>
                  <a:cubicBezTo>
                    <a:pt x="1" y="1415"/>
                    <a:pt x="1" y="1489"/>
                    <a:pt x="38" y="1563"/>
                  </a:cubicBezTo>
                  <a:lnTo>
                    <a:pt x="1628" y="5703"/>
                  </a:lnTo>
                  <a:cubicBezTo>
                    <a:pt x="1689" y="5826"/>
                    <a:pt x="1826" y="5898"/>
                    <a:pt x="1956" y="5898"/>
                  </a:cubicBezTo>
                  <a:cubicBezTo>
                    <a:pt x="1982" y="5898"/>
                    <a:pt x="2009" y="5895"/>
                    <a:pt x="2034" y="5888"/>
                  </a:cubicBezTo>
                  <a:lnTo>
                    <a:pt x="6582" y="4114"/>
                  </a:lnTo>
                  <a:cubicBezTo>
                    <a:pt x="6656" y="4077"/>
                    <a:pt x="6729" y="4040"/>
                    <a:pt x="6766" y="3966"/>
                  </a:cubicBezTo>
                  <a:cubicBezTo>
                    <a:pt x="6803" y="3892"/>
                    <a:pt x="6803" y="3781"/>
                    <a:pt x="6766" y="3707"/>
                  </a:cubicBezTo>
                  <a:lnTo>
                    <a:pt x="5325" y="195"/>
                  </a:lnTo>
                  <a:cubicBezTo>
                    <a:pt x="5263" y="72"/>
                    <a:pt x="5151" y="1"/>
                    <a:pt x="5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59"/>
            <p:cNvSpPr/>
            <p:nvPr/>
          </p:nvSpPr>
          <p:spPr>
            <a:xfrm>
              <a:off x="1817725" y="3414825"/>
              <a:ext cx="87850" cy="97075"/>
            </a:xfrm>
            <a:custGeom>
              <a:rect b="b" l="l" r="r" t="t"/>
              <a:pathLst>
                <a:path extrusionOk="0" h="3883" w="3514">
                  <a:moveTo>
                    <a:pt x="1997" y="0"/>
                  </a:moveTo>
                  <a:lnTo>
                    <a:pt x="1" y="481"/>
                  </a:lnTo>
                  <a:lnTo>
                    <a:pt x="1406" y="3882"/>
                  </a:lnTo>
                  <a:lnTo>
                    <a:pt x="3513" y="3069"/>
                  </a:lnTo>
                  <a:lnTo>
                    <a:pt x="199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59"/>
            <p:cNvSpPr/>
            <p:nvPr/>
          </p:nvSpPr>
          <p:spPr>
            <a:xfrm>
              <a:off x="1810350" y="3407175"/>
              <a:ext cx="103525" cy="112350"/>
            </a:xfrm>
            <a:custGeom>
              <a:rect b="b" l="l" r="r" t="t"/>
              <a:pathLst>
                <a:path extrusionOk="0" h="4494" w="4141">
                  <a:moveTo>
                    <a:pt x="2107" y="676"/>
                  </a:moveTo>
                  <a:lnTo>
                    <a:pt x="3401" y="3227"/>
                  </a:lnTo>
                  <a:lnTo>
                    <a:pt x="1878" y="3787"/>
                  </a:lnTo>
                  <a:lnTo>
                    <a:pt x="1878" y="3787"/>
                  </a:lnTo>
                  <a:lnTo>
                    <a:pt x="740" y="1009"/>
                  </a:lnTo>
                  <a:lnTo>
                    <a:pt x="2107" y="676"/>
                  </a:lnTo>
                  <a:close/>
                  <a:moveTo>
                    <a:pt x="2280" y="1"/>
                  </a:moveTo>
                  <a:cubicBezTo>
                    <a:pt x="2259" y="1"/>
                    <a:pt x="2238" y="4"/>
                    <a:pt x="2218" y="11"/>
                  </a:cubicBezTo>
                  <a:lnTo>
                    <a:pt x="222" y="491"/>
                  </a:lnTo>
                  <a:cubicBezTo>
                    <a:pt x="148" y="528"/>
                    <a:pt x="74" y="565"/>
                    <a:pt x="37" y="639"/>
                  </a:cubicBezTo>
                  <a:cubicBezTo>
                    <a:pt x="0" y="713"/>
                    <a:pt x="0" y="824"/>
                    <a:pt x="37" y="898"/>
                  </a:cubicBezTo>
                  <a:lnTo>
                    <a:pt x="1405" y="4299"/>
                  </a:lnTo>
                  <a:cubicBezTo>
                    <a:pt x="1466" y="4422"/>
                    <a:pt x="1604" y="4493"/>
                    <a:pt x="1733" y="4493"/>
                  </a:cubicBezTo>
                  <a:cubicBezTo>
                    <a:pt x="1760" y="4493"/>
                    <a:pt x="1786" y="4490"/>
                    <a:pt x="1812" y="4484"/>
                  </a:cubicBezTo>
                  <a:lnTo>
                    <a:pt x="3919" y="3671"/>
                  </a:lnTo>
                  <a:cubicBezTo>
                    <a:pt x="3993" y="3634"/>
                    <a:pt x="4067" y="3560"/>
                    <a:pt x="4104" y="3486"/>
                  </a:cubicBezTo>
                  <a:cubicBezTo>
                    <a:pt x="4141" y="3412"/>
                    <a:pt x="4141" y="3301"/>
                    <a:pt x="4104" y="3227"/>
                  </a:cubicBezTo>
                  <a:lnTo>
                    <a:pt x="2551" y="158"/>
                  </a:lnTo>
                  <a:cubicBezTo>
                    <a:pt x="2490" y="67"/>
                    <a:pt x="2379" y="1"/>
                    <a:pt x="22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59"/>
            <p:cNvSpPr/>
            <p:nvPr/>
          </p:nvSpPr>
          <p:spPr>
            <a:xfrm>
              <a:off x="6467700" y="3108900"/>
              <a:ext cx="396550" cy="1791250"/>
            </a:xfrm>
            <a:custGeom>
              <a:rect b="b" l="l" r="r" t="t"/>
              <a:pathLst>
                <a:path extrusionOk="0" h="71650" w="15862">
                  <a:moveTo>
                    <a:pt x="15529" y="0"/>
                  </a:moveTo>
                  <a:cubicBezTo>
                    <a:pt x="15381" y="0"/>
                    <a:pt x="15233" y="148"/>
                    <a:pt x="15233" y="296"/>
                  </a:cubicBezTo>
                  <a:lnTo>
                    <a:pt x="15233" y="55456"/>
                  </a:lnTo>
                  <a:lnTo>
                    <a:pt x="297" y="55456"/>
                  </a:lnTo>
                  <a:cubicBezTo>
                    <a:pt x="223" y="55456"/>
                    <a:pt x="149" y="55493"/>
                    <a:pt x="112" y="55530"/>
                  </a:cubicBezTo>
                  <a:cubicBezTo>
                    <a:pt x="38" y="55604"/>
                    <a:pt x="1" y="55678"/>
                    <a:pt x="1" y="55752"/>
                  </a:cubicBezTo>
                  <a:lnTo>
                    <a:pt x="1" y="71354"/>
                  </a:lnTo>
                  <a:cubicBezTo>
                    <a:pt x="1" y="71538"/>
                    <a:pt x="149" y="71649"/>
                    <a:pt x="297" y="71649"/>
                  </a:cubicBezTo>
                  <a:cubicBezTo>
                    <a:pt x="482" y="71649"/>
                    <a:pt x="629" y="71538"/>
                    <a:pt x="629" y="71354"/>
                  </a:cubicBezTo>
                  <a:lnTo>
                    <a:pt x="629" y="56085"/>
                  </a:lnTo>
                  <a:lnTo>
                    <a:pt x="15529" y="56085"/>
                  </a:lnTo>
                  <a:cubicBezTo>
                    <a:pt x="15603" y="56085"/>
                    <a:pt x="15713" y="56048"/>
                    <a:pt x="15750" y="55974"/>
                  </a:cubicBezTo>
                  <a:cubicBezTo>
                    <a:pt x="15824" y="55937"/>
                    <a:pt x="15861" y="55863"/>
                    <a:pt x="15861" y="55752"/>
                  </a:cubicBezTo>
                  <a:lnTo>
                    <a:pt x="15861" y="296"/>
                  </a:lnTo>
                  <a:cubicBezTo>
                    <a:pt x="15861" y="148"/>
                    <a:pt x="15713" y="0"/>
                    <a:pt x="155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59"/>
            <p:cNvSpPr/>
            <p:nvPr/>
          </p:nvSpPr>
          <p:spPr>
            <a:xfrm>
              <a:off x="6694150" y="3425900"/>
              <a:ext cx="170100" cy="713575"/>
            </a:xfrm>
            <a:custGeom>
              <a:rect b="b" l="l" r="r" t="t"/>
              <a:pathLst>
                <a:path extrusionOk="0" h="28543" w="6804">
                  <a:moveTo>
                    <a:pt x="333" y="1"/>
                  </a:moveTo>
                  <a:cubicBezTo>
                    <a:pt x="149" y="1"/>
                    <a:pt x="1" y="149"/>
                    <a:pt x="1" y="297"/>
                  </a:cubicBezTo>
                  <a:lnTo>
                    <a:pt x="1" y="28210"/>
                  </a:lnTo>
                  <a:cubicBezTo>
                    <a:pt x="1" y="28321"/>
                    <a:pt x="38" y="28395"/>
                    <a:pt x="112" y="28431"/>
                  </a:cubicBezTo>
                  <a:cubicBezTo>
                    <a:pt x="149" y="28505"/>
                    <a:pt x="223" y="28542"/>
                    <a:pt x="333" y="28542"/>
                  </a:cubicBezTo>
                  <a:lnTo>
                    <a:pt x="6471" y="28542"/>
                  </a:lnTo>
                  <a:cubicBezTo>
                    <a:pt x="6655" y="28542"/>
                    <a:pt x="6803" y="28395"/>
                    <a:pt x="6803" y="28210"/>
                  </a:cubicBezTo>
                  <a:cubicBezTo>
                    <a:pt x="6803" y="28062"/>
                    <a:pt x="6655" y="27914"/>
                    <a:pt x="6471" y="27914"/>
                  </a:cubicBezTo>
                  <a:lnTo>
                    <a:pt x="629" y="27914"/>
                  </a:lnTo>
                  <a:lnTo>
                    <a:pt x="629" y="297"/>
                  </a:lnTo>
                  <a:cubicBezTo>
                    <a:pt x="629" y="149"/>
                    <a:pt x="481" y="1"/>
                    <a:pt x="3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59"/>
            <p:cNvSpPr/>
            <p:nvPr/>
          </p:nvSpPr>
          <p:spPr>
            <a:xfrm>
              <a:off x="5578575" y="4023925"/>
              <a:ext cx="478775" cy="632200"/>
            </a:xfrm>
            <a:custGeom>
              <a:rect b="b" l="l" r="r" t="t"/>
              <a:pathLst>
                <a:path extrusionOk="0" h="25288" w="19151">
                  <a:moveTo>
                    <a:pt x="362" y="0"/>
                  </a:moveTo>
                  <a:cubicBezTo>
                    <a:pt x="255" y="0"/>
                    <a:pt x="148" y="49"/>
                    <a:pt x="74" y="148"/>
                  </a:cubicBezTo>
                  <a:cubicBezTo>
                    <a:pt x="0" y="296"/>
                    <a:pt x="37" y="481"/>
                    <a:pt x="185" y="592"/>
                  </a:cubicBezTo>
                  <a:lnTo>
                    <a:pt x="18523" y="11720"/>
                  </a:lnTo>
                  <a:lnTo>
                    <a:pt x="18523" y="24955"/>
                  </a:lnTo>
                  <a:cubicBezTo>
                    <a:pt x="18523" y="25140"/>
                    <a:pt x="18670" y="25288"/>
                    <a:pt x="18855" y="25288"/>
                  </a:cubicBezTo>
                  <a:cubicBezTo>
                    <a:pt x="19003" y="25288"/>
                    <a:pt x="19151" y="25140"/>
                    <a:pt x="19151" y="24955"/>
                  </a:cubicBezTo>
                  <a:lnTo>
                    <a:pt x="19151" y="11535"/>
                  </a:lnTo>
                  <a:cubicBezTo>
                    <a:pt x="19151" y="11461"/>
                    <a:pt x="19077" y="11350"/>
                    <a:pt x="19003" y="11276"/>
                  </a:cubicBezTo>
                  <a:lnTo>
                    <a:pt x="518" y="37"/>
                  </a:lnTo>
                  <a:cubicBezTo>
                    <a:pt x="469" y="12"/>
                    <a:pt x="415" y="0"/>
                    <a:pt x="3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59"/>
            <p:cNvSpPr/>
            <p:nvPr/>
          </p:nvSpPr>
          <p:spPr>
            <a:xfrm>
              <a:off x="5824425" y="4187500"/>
              <a:ext cx="15725" cy="314275"/>
            </a:xfrm>
            <a:custGeom>
              <a:rect b="b" l="l" r="r" t="t"/>
              <a:pathLst>
                <a:path extrusionOk="0" h="12571" w="629">
                  <a:moveTo>
                    <a:pt x="296" y="1"/>
                  </a:moveTo>
                  <a:cubicBezTo>
                    <a:pt x="148" y="1"/>
                    <a:pt x="0" y="112"/>
                    <a:pt x="0" y="297"/>
                  </a:cubicBezTo>
                  <a:lnTo>
                    <a:pt x="0" y="12275"/>
                  </a:lnTo>
                  <a:cubicBezTo>
                    <a:pt x="0" y="12423"/>
                    <a:pt x="148" y="12571"/>
                    <a:pt x="296" y="12571"/>
                  </a:cubicBezTo>
                  <a:cubicBezTo>
                    <a:pt x="481" y="12571"/>
                    <a:pt x="629" y="12423"/>
                    <a:pt x="629" y="12275"/>
                  </a:cubicBezTo>
                  <a:lnTo>
                    <a:pt x="629" y="297"/>
                  </a:lnTo>
                  <a:cubicBezTo>
                    <a:pt x="629" y="112"/>
                    <a:pt x="481" y="1"/>
                    <a:pt x="2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59"/>
            <p:cNvSpPr/>
            <p:nvPr/>
          </p:nvSpPr>
          <p:spPr>
            <a:xfrm>
              <a:off x="5823500" y="3806475"/>
              <a:ext cx="396525" cy="794825"/>
            </a:xfrm>
            <a:custGeom>
              <a:rect b="b" l="l" r="r" t="t"/>
              <a:pathLst>
                <a:path extrusionOk="0" h="31793" w="15861">
                  <a:moveTo>
                    <a:pt x="335" y="1"/>
                  </a:moveTo>
                  <a:cubicBezTo>
                    <a:pt x="310" y="1"/>
                    <a:pt x="284" y="4"/>
                    <a:pt x="259" y="10"/>
                  </a:cubicBezTo>
                  <a:cubicBezTo>
                    <a:pt x="74" y="84"/>
                    <a:pt x="0" y="232"/>
                    <a:pt x="37" y="417"/>
                  </a:cubicBezTo>
                  <a:lnTo>
                    <a:pt x="1849" y="6221"/>
                  </a:lnTo>
                  <a:cubicBezTo>
                    <a:pt x="1886" y="6258"/>
                    <a:pt x="1923" y="6332"/>
                    <a:pt x="1997" y="6369"/>
                  </a:cubicBezTo>
                  <a:lnTo>
                    <a:pt x="15269" y="14613"/>
                  </a:lnTo>
                  <a:lnTo>
                    <a:pt x="15269" y="30844"/>
                  </a:lnTo>
                  <a:lnTo>
                    <a:pt x="9243" y="26185"/>
                  </a:lnTo>
                  <a:cubicBezTo>
                    <a:pt x="9174" y="26134"/>
                    <a:pt x="9098" y="26106"/>
                    <a:pt x="9024" y="26106"/>
                  </a:cubicBezTo>
                  <a:cubicBezTo>
                    <a:pt x="8940" y="26106"/>
                    <a:pt x="8859" y="26143"/>
                    <a:pt x="8799" y="26222"/>
                  </a:cubicBezTo>
                  <a:cubicBezTo>
                    <a:pt x="8689" y="26370"/>
                    <a:pt x="8726" y="26555"/>
                    <a:pt x="8836" y="26666"/>
                  </a:cubicBezTo>
                  <a:lnTo>
                    <a:pt x="15380" y="31731"/>
                  </a:lnTo>
                  <a:cubicBezTo>
                    <a:pt x="15424" y="31774"/>
                    <a:pt x="15492" y="31792"/>
                    <a:pt x="15564" y="31792"/>
                  </a:cubicBezTo>
                  <a:cubicBezTo>
                    <a:pt x="15615" y="31792"/>
                    <a:pt x="15667" y="31783"/>
                    <a:pt x="15713" y="31768"/>
                  </a:cubicBezTo>
                  <a:cubicBezTo>
                    <a:pt x="15824" y="31731"/>
                    <a:pt x="15861" y="31620"/>
                    <a:pt x="15861" y="31472"/>
                  </a:cubicBezTo>
                  <a:lnTo>
                    <a:pt x="15861" y="14465"/>
                  </a:lnTo>
                  <a:cubicBezTo>
                    <a:pt x="15861" y="14355"/>
                    <a:pt x="15824" y="14244"/>
                    <a:pt x="15713" y="14207"/>
                  </a:cubicBezTo>
                  <a:lnTo>
                    <a:pt x="2404" y="5925"/>
                  </a:lnTo>
                  <a:lnTo>
                    <a:pt x="629" y="232"/>
                  </a:lnTo>
                  <a:cubicBezTo>
                    <a:pt x="598" y="78"/>
                    <a:pt x="465" y="1"/>
                    <a:pt x="3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59"/>
            <p:cNvSpPr/>
            <p:nvPr/>
          </p:nvSpPr>
          <p:spPr>
            <a:xfrm>
              <a:off x="694750" y="2954525"/>
              <a:ext cx="15750" cy="1954850"/>
            </a:xfrm>
            <a:custGeom>
              <a:rect b="b" l="l" r="r" t="t"/>
              <a:pathLst>
                <a:path extrusionOk="0" h="78194" w="630">
                  <a:moveTo>
                    <a:pt x="333" y="1"/>
                  </a:moveTo>
                  <a:cubicBezTo>
                    <a:pt x="149" y="1"/>
                    <a:pt x="1" y="149"/>
                    <a:pt x="1" y="334"/>
                  </a:cubicBezTo>
                  <a:lnTo>
                    <a:pt x="1" y="77898"/>
                  </a:lnTo>
                  <a:cubicBezTo>
                    <a:pt x="1" y="78046"/>
                    <a:pt x="149" y="78194"/>
                    <a:pt x="333" y="78194"/>
                  </a:cubicBezTo>
                  <a:cubicBezTo>
                    <a:pt x="481" y="78194"/>
                    <a:pt x="629" y="78046"/>
                    <a:pt x="629" y="77898"/>
                  </a:cubicBezTo>
                  <a:lnTo>
                    <a:pt x="629" y="334"/>
                  </a:lnTo>
                  <a:cubicBezTo>
                    <a:pt x="629" y="149"/>
                    <a:pt x="481" y="1"/>
                    <a:pt x="3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59"/>
            <p:cNvSpPr/>
            <p:nvPr/>
          </p:nvSpPr>
          <p:spPr>
            <a:xfrm>
              <a:off x="758525" y="3878800"/>
              <a:ext cx="223700" cy="15750"/>
            </a:xfrm>
            <a:custGeom>
              <a:rect b="b" l="l" r="r" t="t"/>
              <a:pathLst>
                <a:path extrusionOk="0" h="630" w="8948">
                  <a:moveTo>
                    <a:pt x="296" y="1"/>
                  </a:moveTo>
                  <a:cubicBezTo>
                    <a:pt x="148" y="1"/>
                    <a:pt x="1" y="149"/>
                    <a:pt x="1" y="333"/>
                  </a:cubicBezTo>
                  <a:cubicBezTo>
                    <a:pt x="1" y="481"/>
                    <a:pt x="148" y="629"/>
                    <a:pt x="296" y="629"/>
                  </a:cubicBezTo>
                  <a:lnTo>
                    <a:pt x="8652" y="629"/>
                  </a:lnTo>
                  <a:cubicBezTo>
                    <a:pt x="8800" y="629"/>
                    <a:pt x="8947" y="481"/>
                    <a:pt x="8947" y="333"/>
                  </a:cubicBezTo>
                  <a:cubicBezTo>
                    <a:pt x="8947" y="149"/>
                    <a:pt x="8800" y="1"/>
                    <a:pt x="86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59"/>
            <p:cNvSpPr/>
            <p:nvPr/>
          </p:nvSpPr>
          <p:spPr>
            <a:xfrm>
              <a:off x="966475" y="3697650"/>
              <a:ext cx="170100" cy="1175700"/>
            </a:xfrm>
            <a:custGeom>
              <a:rect b="b" l="l" r="r" t="t"/>
              <a:pathLst>
                <a:path extrusionOk="0" h="47028" w="6804">
                  <a:moveTo>
                    <a:pt x="334" y="0"/>
                  </a:moveTo>
                  <a:cubicBezTo>
                    <a:pt x="149" y="0"/>
                    <a:pt x="1" y="148"/>
                    <a:pt x="1" y="333"/>
                  </a:cubicBezTo>
                  <a:lnTo>
                    <a:pt x="1" y="46731"/>
                  </a:lnTo>
                  <a:cubicBezTo>
                    <a:pt x="1" y="46805"/>
                    <a:pt x="38" y="46879"/>
                    <a:pt x="112" y="46916"/>
                  </a:cubicBezTo>
                  <a:cubicBezTo>
                    <a:pt x="149" y="46990"/>
                    <a:pt x="260" y="47027"/>
                    <a:pt x="334" y="47027"/>
                  </a:cubicBezTo>
                  <a:lnTo>
                    <a:pt x="6471" y="47027"/>
                  </a:lnTo>
                  <a:cubicBezTo>
                    <a:pt x="6656" y="47027"/>
                    <a:pt x="6804" y="46879"/>
                    <a:pt x="6804" y="46731"/>
                  </a:cubicBezTo>
                  <a:cubicBezTo>
                    <a:pt x="6804" y="46547"/>
                    <a:pt x="6656" y="46399"/>
                    <a:pt x="6471" y="46399"/>
                  </a:cubicBezTo>
                  <a:lnTo>
                    <a:pt x="629" y="46399"/>
                  </a:lnTo>
                  <a:lnTo>
                    <a:pt x="629" y="333"/>
                  </a:lnTo>
                  <a:cubicBezTo>
                    <a:pt x="629" y="148"/>
                    <a:pt x="482" y="0"/>
                    <a:pt x="3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59"/>
            <p:cNvSpPr/>
            <p:nvPr/>
          </p:nvSpPr>
          <p:spPr>
            <a:xfrm>
              <a:off x="794575" y="4078450"/>
              <a:ext cx="187650" cy="332750"/>
            </a:xfrm>
            <a:custGeom>
              <a:rect b="b" l="l" r="r" t="t"/>
              <a:pathLst>
                <a:path extrusionOk="0" h="13310" w="7506">
                  <a:moveTo>
                    <a:pt x="296" y="0"/>
                  </a:moveTo>
                  <a:cubicBezTo>
                    <a:pt x="222" y="0"/>
                    <a:pt x="148" y="37"/>
                    <a:pt x="111" y="74"/>
                  </a:cubicBezTo>
                  <a:cubicBezTo>
                    <a:pt x="37" y="148"/>
                    <a:pt x="0" y="222"/>
                    <a:pt x="0" y="296"/>
                  </a:cubicBezTo>
                  <a:lnTo>
                    <a:pt x="0" y="13014"/>
                  </a:lnTo>
                  <a:cubicBezTo>
                    <a:pt x="0" y="13088"/>
                    <a:pt x="37" y="13162"/>
                    <a:pt x="111" y="13199"/>
                  </a:cubicBezTo>
                  <a:cubicBezTo>
                    <a:pt x="148" y="13273"/>
                    <a:pt x="222" y="13310"/>
                    <a:pt x="296" y="13310"/>
                  </a:cubicBezTo>
                  <a:lnTo>
                    <a:pt x="6840" y="13310"/>
                  </a:lnTo>
                  <a:cubicBezTo>
                    <a:pt x="7025" y="13310"/>
                    <a:pt x="7136" y="13162"/>
                    <a:pt x="7136" y="13014"/>
                  </a:cubicBezTo>
                  <a:cubicBezTo>
                    <a:pt x="7136" y="12829"/>
                    <a:pt x="7025" y="12681"/>
                    <a:pt x="6840" y="12681"/>
                  </a:cubicBezTo>
                  <a:lnTo>
                    <a:pt x="629" y="12681"/>
                  </a:lnTo>
                  <a:lnTo>
                    <a:pt x="629" y="629"/>
                  </a:lnTo>
                  <a:lnTo>
                    <a:pt x="7210" y="629"/>
                  </a:lnTo>
                  <a:cubicBezTo>
                    <a:pt x="7358" y="629"/>
                    <a:pt x="7505" y="481"/>
                    <a:pt x="7505" y="296"/>
                  </a:cubicBezTo>
                  <a:cubicBezTo>
                    <a:pt x="7505" y="148"/>
                    <a:pt x="7358" y="0"/>
                    <a:pt x="72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59"/>
            <p:cNvSpPr/>
            <p:nvPr/>
          </p:nvSpPr>
          <p:spPr>
            <a:xfrm>
              <a:off x="1193850" y="4105250"/>
              <a:ext cx="14825" cy="813375"/>
            </a:xfrm>
            <a:custGeom>
              <a:rect b="b" l="l" r="r" t="t"/>
              <a:pathLst>
                <a:path extrusionOk="0" h="32535" w="593">
                  <a:moveTo>
                    <a:pt x="297" y="0"/>
                  </a:moveTo>
                  <a:cubicBezTo>
                    <a:pt x="112" y="0"/>
                    <a:pt x="1" y="148"/>
                    <a:pt x="1" y="333"/>
                  </a:cubicBezTo>
                  <a:lnTo>
                    <a:pt x="1" y="32239"/>
                  </a:lnTo>
                  <a:cubicBezTo>
                    <a:pt x="1" y="32387"/>
                    <a:pt x="112" y="32535"/>
                    <a:pt x="297" y="32535"/>
                  </a:cubicBezTo>
                  <a:cubicBezTo>
                    <a:pt x="444" y="32535"/>
                    <a:pt x="592" y="32387"/>
                    <a:pt x="592" y="32239"/>
                  </a:cubicBezTo>
                  <a:lnTo>
                    <a:pt x="592" y="333"/>
                  </a:lnTo>
                  <a:cubicBezTo>
                    <a:pt x="592" y="148"/>
                    <a:pt x="444" y="0"/>
                    <a:pt x="29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59"/>
            <p:cNvSpPr/>
            <p:nvPr/>
          </p:nvSpPr>
          <p:spPr>
            <a:xfrm>
              <a:off x="6377125" y="4105250"/>
              <a:ext cx="15750" cy="857750"/>
            </a:xfrm>
            <a:custGeom>
              <a:rect b="b" l="l" r="r" t="t"/>
              <a:pathLst>
                <a:path extrusionOk="0" h="34310" w="630">
                  <a:moveTo>
                    <a:pt x="297" y="0"/>
                  </a:moveTo>
                  <a:cubicBezTo>
                    <a:pt x="149" y="0"/>
                    <a:pt x="1" y="148"/>
                    <a:pt x="1" y="333"/>
                  </a:cubicBezTo>
                  <a:lnTo>
                    <a:pt x="1" y="34014"/>
                  </a:lnTo>
                  <a:cubicBezTo>
                    <a:pt x="1" y="34161"/>
                    <a:pt x="149" y="34309"/>
                    <a:pt x="297" y="34309"/>
                  </a:cubicBezTo>
                  <a:cubicBezTo>
                    <a:pt x="481" y="34309"/>
                    <a:pt x="629" y="34161"/>
                    <a:pt x="629" y="34014"/>
                  </a:cubicBezTo>
                  <a:lnTo>
                    <a:pt x="629" y="333"/>
                  </a:lnTo>
                  <a:cubicBezTo>
                    <a:pt x="629" y="148"/>
                    <a:pt x="481" y="0"/>
                    <a:pt x="29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59"/>
            <p:cNvSpPr/>
            <p:nvPr/>
          </p:nvSpPr>
          <p:spPr>
            <a:xfrm>
              <a:off x="1301075" y="3906075"/>
              <a:ext cx="715400" cy="278475"/>
            </a:xfrm>
            <a:custGeom>
              <a:rect b="b" l="l" r="r" t="t"/>
              <a:pathLst>
                <a:path extrusionOk="0" h="11139" w="28616">
                  <a:moveTo>
                    <a:pt x="19941" y="0"/>
                  </a:moveTo>
                  <a:cubicBezTo>
                    <a:pt x="19891" y="0"/>
                    <a:pt x="19835" y="19"/>
                    <a:pt x="19780" y="56"/>
                  </a:cubicBezTo>
                  <a:lnTo>
                    <a:pt x="222" y="10555"/>
                  </a:lnTo>
                  <a:cubicBezTo>
                    <a:pt x="74" y="10629"/>
                    <a:pt x="0" y="10814"/>
                    <a:pt x="74" y="10962"/>
                  </a:cubicBezTo>
                  <a:cubicBezTo>
                    <a:pt x="128" y="11070"/>
                    <a:pt x="242" y="11139"/>
                    <a:pt x="357" y="11139"/>
                  </a:cubicBezTo>
                  <a:cubicBezTo>
                    <a:pt x="399" y="11139"/>
                    <a:pt x="441" y="11130"/>
                    <a:pt x="481" y="11110"/>
                  </a:cubicBezTo>
                  <a:lnTo>
                    <a:pt x="19632" y="832"/>
                  </a:lnTo>
                  <a:lnTo>
                    <a:pt x="19632" y="9372"/>
                  </a:lnTo>
                  <a:cubicBezTo>
                    <a:pt x="19632" y="9483"/>
                    <a:pt x="19669" y="9594"/>
                    <a:pt x="19780" y="9668"/>
                  </a:cubicBezTo>
                  <a:cubicBezTo>
                    <a:pt x="19826" y="9683"/>
                    <a:pt x="19878" y="9692"/>
                    <a:pt x="19929" y="9692"/>
                  </a:cubicBezTo>
                  <a:cubicBezTo>
                    <a:pt x="20000" y="9692"/>
                    <a:pt x="20069" y="9674"/>
                    <a:pt x="20112" y="9631"/>
                  </a:cubicBezTo>
                  <a:lnTo>
                    <a:pt x="28468" y="3087"/>
                  </a:lnTo>
                  <a:cubicBezTo>
                    <a:pt x="28579" y="2976"/>
                    <a:pt x="28616" y="2792"/>
                    <a:pt x="28505" y="2681"/>
                  </a:cubicBezTo>
                  <a:cubicBezTo>
                    <a:pt x="28437" y="2591"/>
                    <a:pt x="28343" y="2542"/>
                    <a:pt x="28246" y="2542"/>
                  </a:cubicBezTo>
                  <a:cubicBezTo>
                    <a:pt x="28183" y="2542"/>
                    <a:pt x="28119" y="2563"/>
                    <a:pt x="28061" y="2607"/>
                  </a:cubicBezTo>
                  <a:lnTo>
                    <a:pt x="20223" y="8744"/>
                  </a:lnTo>
                  <a:lnTo>
                    <a:pt x="20223" y="315"/>
                  </a:lnTo>
                  <a:cubicBezTo>
                    <a:pt x="20223" y="204"/>
                    <a:pt x="20186" y="93"/>
                    <a:pt x="20075" y="56"/>
                  </a:cubicBezTo>
                  <a:cubicBezTo>
                    <a:pt x="20038" y="19"/>
                    <a:pt x="19992" y="0"/>
                    <a:pt x="199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59"/>
            <p:cNvSpPr/>
            <p:nvPr/>
          </p:nvSpPr>
          <p:spPr>
            <a:xfrm>
              <a:off x="1355600" y="3997100"/>
              <a:ext cx="297650" cy="595025"/>
            </a:xfrm>
            <a:custGeom>
              <a:rect b="b" l="l" r="r" t="t"/>
              <a:pathLst>
                <a:path extrusionOk="0" h="23801" w="11906">
                  <a:moveTo>
                    <a:pt x="11572" y="1"/>
                  </a:moveTo>
                  <a:cubicBezTo>
                    <a:pt x="11425" y="1"/>
                    <a:pt x="11277" y="149"/>
                    <a:pt x="11277" y="297"/>
                  </a:cubicBezTo>
                  <a:lnTo>
                    <a:pt x="11277" y="15381"/>
                  </a:lnTo>
                  <a:lnTo>
                    <a:pt x="185" y="23255"/>
                  </a:lnTo>
                  <a:cubicBezTo>
                    <a:pt x="38" y="23329"/>
                    <a:pt x="1" y="23551"/>
                    <a:pt x="112" y="23662"/>
                  </a:cubicBezTo>
                  <a:cubicBezTo>
                    <a:pt x="156" y="23752"/>
                    <a:pt x="242" y="23801"/>
                    <a:pt x="335" y="23801"/>
                  </a:cubicBezTo>
                  <a:cubicBezTo>
                    <a:pt x="396" y="23801"/>
                    <a:pt x="460" y="23780"/>
                    <a:pt x="518" y="23736"/>
                  </a:cubicBezTo>
                  <a:lnTo>
                    <a:pt x="11757" y="15787"/>
                  </a:lnTo>
                  <a:cubicBezTo>
                    <a:pt x="11831" y="15713"/>
                    <a:pt x="11905" y="15640"/>
                    <a:pt x="11905" y="15529"/>
                  </a:cubicBezTo>
                  <a:lnTo>
                    <a:pt x="11905" y="297"/>
                  </a:lnTo>
                  <a:cubicBezTo>
                    <a:pt x="11905" y="149"/>
                    <a:pt x="11757" y="1"/>
                    <a:pt x="115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59"/>
            <p:cNvSpPr/>
            <p:nvPr/>
          </p:nvSpPr>
          <p:spPr>
            <a:xfrm>
              <a:off x="1882425" y="4069200"/>
              <a:ext cx="14825" cy="206150"/>
            </a:xfrm>
            <a:custGeom>
              <a:rect b="b" l="l" r="r" t="t"/>
              <a:pathLst>
                <a:path extrusionOk="0" h="8246" w="593">
                  <a:moveTo>
                    <a:pt x="297" y="1"/>
                  </a:moveTo>
                  <a:cubicBezTo>
                    <a:pt x="112" y="1"/>
                    <a:pt x="1" y="148"/>
                    <a:pt x="1" y="333"/>
                  </a:cubicBezTo>
                  <a:lnTo>
                    <a:pt x="1" y="7912"/>
                  </a:lnTo>
                  <a:cubicBezTo>
                    <a:pt x="1" y="8097"/>
                    <a:pt x="112" y="8245"/>
                    <a:pt x="297" y="8245"/>
                  </a:cubicBezTo>
                  <a:cubicBezTo>
                    <a:pt x="481" y="8245"/>
                    <a:pt x="592" y="8097"/>
                    <a:pt x="592" y="7912"/>
                  </a:cubicBezTo>
                  <a:lnTo>
                    <a:pt x="592" y="333"/>
                  </a:lnTo>
                  <a:cubicBezTo>
                    <a:pt x="592" y="148"/>
                    <a:pt x="481" y="1"/>
                    <a:pt x="29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59"/>
            <p:cNvSpPr/>
            <p:nvPr/>
          </p:nvSpPr>
          <p:spPr>
            <a:xfrm>
              <a:off x="3261425" y="5005475"/>
              <a:ext cx="265300" cy="191150"/>
            </a:xfrm>
            <a:custGeom>
              <a:rect b="b" l="l" r="r" t="t"/>
              <a:pathLst>
                <a:path extrusionOk="0" h="7646" w="10612">
                  <a:moveTo>
                    <a:pt x="5879" y="1"/>
                  </a:moveTo>
                  <a:lnTo>
                    <a:pt x="851" y="6397"/>
                  </a:lnTo>
                  <a:cubicBezTo>
                    <a:pt x="851" y="6397"/>
                    <a:pt x="1" y="7395"/>
                    <a:pt x="1517" y="7580"/>
                  </a:cubicBezTo>
                  <a:cubicBezTo>
                    <a:pt x="2022" y="7629"/>
                    <a:pt x="3201" y="7646"/>
                    <a:pt x="4548" y="7646"/>
                  </a:cubicBezTo>
                  <a:cubicBezTo>
                    <a:pt x="7243" y="7646"/>
                    <a:pt x="10612" y="7580"/>
                    <a:pt x="10612" y="7580"/>
                  </a:cubicBezTo>
                  <a:lnTo>
                    <a:pt x="10612" y="999"/>
                  </a:lnTo>
                  <a:lnTo>
                    <a:pt x="587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59"/>
            <p:cNvSpPr/>
            <p:nvPr/>
          </p:nvSpPr>
          <p:spPr>
            <a:xfrm>
              <a:off x="3268825" y="4997850"/>
              <a:ext cx="265300" cy="206375"/>
            </a:xfrm>
            <a:custGeom>
              <a:rect b="b" l="l" r="r" t="t"/>
              <a:pathLst>
                <a:path extrusionOk="0" h="8255" w="10612">
                  <a:moveTo>
                    <a:pt x="5724" y="640"/>
                  </a:moveTo>
                  <a:lnTo>
                    <a:pt x="9983" y="1563"/>
                  </a:lnTo>
                  <a:lnTo>
                    <a:pt x="9983" y="7566"/>
                  </a:lnTo>
                  <a:lnTo>
                    <a:pt x="9983" y="7566"/>
                  </a:lnTo>
                  <a:cubicBezTo>
                    <a:pt x="9629" y="7580"/>
                    <a:pt x="9021" y="7603"/>
                    <a:pt x="8282" y="7626"/>
                  </a:cubicBezTo>
                  <a:cubicBezTo>
                    <a:pt x="7099" y="7626"/>
                    <a:pt x="5583" y="7663"/>
                    <a:pt x="4252" y="7663"/>
                  </a:cubicBezTo>
                  <a:cubicBezTo>
                    <a:pt x="2921" y="7663"/>
                    <a:pt x="1738" y="7626"/>
                    <a:pt x="1258" y="7589"/>
                  </a:cubicBezTo>
                  <a:cubicBezTo>
                    <a:pt x="925" y="7552"/>
                    <a:pt x="777" y="7441"/>
                    <a:pt x="703" y="7404"/>
                  </a:cubicBezTo>
                  <a:cubicBezTo>
                    <a:pt x="629" y="7330"/>
                    <a:pt x="629" y="7330"/>
                    <a:pt x="629" y="7256"/>
                  </a:cubicBezTo>
                  <a:cubicBezTo>
                    <a:pt x="629" y="7219"/>
                    <a:pt x="666" y="7109"/>
                    <a:pt x="703" y="7035"/>
                  </a:cubicBezTo>
                  <a:lnTo>
                    <a:pt x="777" y="6924"/>
                  </a:lnTo>
                  <a:lnTo>
                    <a:pt x="777" y="6887"/>
                  </a:lnTo>
                  <a:lnTo>
                    <a:pt x="5724" y="640"/>
                  </a:lnTo>
                  <a:close/>
                  <a:moveTo>
                    <a:pt x="5596" y="0"/>
                  </a:moveTo>
                  <a:cubicBezTo>
                    <a:pt x="5507" y="0"/>
                    <a:pt x="5422" y="61"/>
                    <a:pt x="5361" y="121"/>
                  </a:cubicBezTo>
                  <a:lnTo>
                    <a:pt x="296" y="6517"/>
                  </a:lnTo>
                  <a:lnTo>
                    <a:pt x="308" y="6525"/>
                  </a:lnTo>
                  <a:lnTo>
                    <a:pt x="308" y="6525"/>
                  </a:lnTo>
                  <a:cubicBezTo>
                    <a:pt x="268" y="6548"/>
                    <a:pt x="208" y="6620"/>
                    <a:pt x="149" y="6739"/>
                  </a:cubicBezTo>
                  <a:cubicBezTo>
                    <a:pt x="112" y="6850"/>
                    <a:pt x="1" y="7035"/>
                    <a:pt x="1" y="7256"/>
                  </a:cubicBezTo>
                  <a:cubicBezTo>
                    <a:pt x="1" y="7478"/>
                    <a:pt x="112" y="7737"/>
                    <a:pt x="296" y="7885"/>
                  </a:cubicBezTo>
                  <a:cubicBezTo>
                    <a:pt x="518" y="8033"/>
                    <a:pt x="814" y="8144"/>
                    <a:pt x="1184" y="8181"/>
                  </a:cubicBezTo>
                  <a:cubicBezTo>
                    <a:pt x="1738" y="8255"/>
                    <a:pt x="2884" y="8255"/>
                    <a:pt x="4252" y="8255"/>
                  </a:cubicBezTo>
                  <a:cubicBezTo>
                    <a:pt x="6951" y="8255"/>
                    <a:pt x="10316" y="8181"/>
                    <a:pt x="10316" y="8181"/>
                  </a:cubicBezTo>
                  <a:cubicBezTo>
                    <a:pt x="10463" y="8181"/>
                    <a:pt x="10611" y="8033"/>
                    <a:pt x="10611" y="7885"/>
                  </a:cubicBezTo>
                  <a:lnTo>
                    <a:pt x="10611" y="1304"/>
                  </a:lnTo>
                  <a:cubicBezTo>
                    <a:pt x="10611" y="1193"/>
                    <a:pt x="10500" y="1045"/>
                    <a:pt x="10352" y="1008"/>
                  </a:cubicBezTo>
                  <a:lnTo>
                    <a:pt x="5657" y="10"/>
                  </a:lnTo>
                  <a:cubicBezTo>
                    <a:pt x="5637" y="3"/>
                    <a:pt x="5617" y="0"/>
                    <a:pt x="5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59"/>
            <p:cNvSpPr/>
            <p:nvPr/>
          </p:nvSpPr>
          <p:spPr>
            <a:xfrm>
              <a:off x="3389900" y="4063650"/>
              <a:ext cx="271775" cy="1028750"/>
            </a:xfrm>
            <a:custGeom>
              <a:rect b="b" l="l" r="r" t="t"/>
              <a:pathLst>
                <a:path extrusionOk="0" h="41150" w="10871">
                  <a:moveTo>
                    <a:pt x="297" y="1"/>
                  </a:moveTo>
                  <a:lnTo>
                    <a:pt x="1" y="39264"/>
                  </a:lnTo>
                  <a:cubicBezTo>
                    <a:pt x="1" y="40299"/>
                    <a:pt x="851" y="41149"/>
                    <a:pt x="1886" y="41149"/>
                  </a:cubicBezTo>
                  <a:lnTo>
                    <a:pt x="3365" y="41149"/>
                  </a:lnTo>
                  <a:cubicBezTo>
                    <a:pt x="4289" y="41149"/>
                    <a:pt x="5066" y="40484"/>
                    <a:pt x="5214" y="39559"/>
                  </a:cubicBezTo>
                  <a:lnTo>
                    <a:pt x="10870" y="3883"/>
                  </a:lnTo>
                  <a:lnTo>
                    <a:pt x="29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59"/>
            <p:cNvSpPr/>
            <p:nvPr/>
          </p:nvSpPr>
          <p:spPr>
            <a:xfrm>
              <a:off x="3382525" y="4055650"/>
              <a:ext cx="287450" cy="1044125"/>
            </a:xfrm>
            <a:custGeom>
              <a:rect b="b" l="l" r="r" t="t"/>
              <a:pathLst>
                <a:path extrusionOk="0" h="41765" w="11498">
                  <a:moveTo>
                    <a:pt x="921" y="777"/>
                  </a:moveTo>
                  <a:lnTo>
                    <a:pt x="10832" y="4388"/>
                  </a:lnTo>
                  <a:lnTo>
                    <a:pt x="5213" y="39842"/>
                  </a:lnTo>
                  <a:cubicBezTo>
                    <a:pt x="5102" y="40619"/>
                    <a:pt x="4437" y="41173"/>
                    <a:pt x="3660" y="41173"/>
                  </a:cubicBezTo>
                  <a:lnTo>
                    <a:pt x="2181" y="41173"/>
                  </a:lnTo>
                  <a:cubicBezTo>
                    <a:pt x="1331" y="41173"/>
                    <a:pt x="629" y="40471"/>
                    <a:pt x="629" y="39584"/>
                  </a:cubicBezTo>
                  <a:lnTo>
                    <a:pt x="921" y="777"/>
                  </a:lnTo>
                  <a:close/>
                  <a:moveTo>
                    <a:pt x="597" y="1"/>
                  </a:moveTo>
                  <a:cubicBezTo>
                    <a:pt x="543" y="1"/>
                    <a:pt x="487" y="19"/>
                    <a:pt x="444" y="62"/>
                  </a:cubicBezTo>
                  <a:cubicBezTo>
                    <a:pt x="333" y="99"/>
                    <a:pt x="296" y="210"/>
                    <a:pt x="296" y="321"/>
                  </a:cubicBezTo>
                  <a:lnTo>
                    <a:pt x="0" y="39584"/>
                  </a:lnTo>
                  <a:cubicBezTo>
                    <a:pt x="0" y="40804"/>
                    <a:pt x="961" y="41765"/>
                    <a:pt x="2181" y="41765"/>
                  </a:cubicBezTo>
                  <a:lnTo>
                    <a:pt x="3660" y="41765"/>
                  </a:lnTo>
                  <a:cubicBezTo>
                    <a:pt x="4732" y="41765"/>
                    <a:pt x="5657" y="40989"/>
                    <a:pt x="5804" y="39953"/>
                  </a:cubicBezTo>
                  <a:lnTo>
                    <a:pt x="11461" y="4240"/>
                  </a:lnTo>
                  <a:cubicBezTo>
                    <a:pt x="11498" y="4092"/>
                    <a:pt x="11424" y="3944"/>
                    <a:pt x="11276" y="3907"/>
                  </a:cubicBezTo>
                  <a:lnTo>
                    <a:pt x="703" y="25"/>
                  </a:lnTo>
                  <a:cubicBezTo>
                    <a:pt x="672" y="10"/>
                    <a:pt x="635" y="1"/>
                    <a:pt x="5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59"/>
            <p:cNvSpPr/>
            <p:nvPr/>
          </p:nvSpPr>
          <p:spPr>
            <a:xfrm>
              <a:off x="3397300" y="3850150"/>
              <a:ext cx="427050" cy="427050"/>
            </a:xfrm>
            <a:custGeom>
              <a:rect b="b" l="l" r="r" t="t"/>
              <a:pathLst>
                <a:path extrusionOk="0" h="17082" w="17082">
                  <a:moveTo>
                    <a:pt x="8541" y="1"/>
                  </a:moveTo>
                  <a:cubicBezTo>
                    <a:pt x="3846" y="1"/>
                    <a:pt x="1" y="3809"/>
                    <a:pt x="1" y="8541"/>
                  </a:cubicBezTo>
                  <a:cubicBezTo>
                    <a:pt x="1" y="13236"/>
                    <a:pt x="3846" y="17081"/>
                    <a:pt x="8541" y="17081"/>
                  </a:cubicBezTo>
                  <a:cubicBezTo>
                    <a:pt x="13273" y="17081"/>
                    <a:pt x="17081" y="13236"/>
                    <a:pt x="17081" y="8541"/>
                  </a:cubicBezTo>
                  <a:cubicBezTo>
                    <a:pt x="17081" y="3809"/>
                    <a:pt x="13273" y="1"/>
                    <a:pt x="85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59"/>
            <p:cNvSpPr/>
            <p:nvPr/>
          </p:nvSpPr>
          <p:spPr>
            <a:xfrm>
              <a:off x="3389900" y="3841825"/>
              <a:ext cx="442750" cy="442750"/>
            </a:xfrm>
            <a:custGeom>
              <a:rect b="b" l="l" r="r" t="t"/>
              <a:pathLst>
                <a:path extrusionOk="0" h="17710" w="17710">
                  <a:moveTo>
                    <a:pt x="8837" y="629"/>
                  </a:moveTo>
                  <a:cubicBezTo>
                    <a:pt x="11129" y="629"/>
                    <a:pt x="13199" y="1554"/>
                    <a:pt x="14678" y="3032"/>
                  </a:cubicBezTo>
                  <a:cubicBezTo>
                    <a:pt x="16157" y="4548"/>
                    <a:pt x="17081" y="6582"/>
                    <a:pt x="17081" y="8874"/>
                  </a:cubicBezTo>
                  <a:cubicBezTo>
                    <a:pt x="17081" y="11129"/>
                    <a:pt x="16157" y="13199"/>
                    <a:pt x="14678" y="14678"/>
                  </a:cubicBezTo>
                  <a:cubicBezTo>
                    <a:pt x="13199" y="16194"/>
                    <a:pt x="11129" y="17081"/>
                    <a:pt x="8837" y="17081"/>
                  </a:cubicBezTo>
                  <a:cubicBezTo>
                    <a:pt x="6582" y="17081"/>
                    <a:pt x="4511" y="16194"/>
                    <a:pt x="3032" y="14678"/>
                  </a:cubicBezTo>
                  <a:cubicBezTo>
                    <a:pt x="1554" y="13199"/>
                    <a:pt x="629" y="11129"/>
                    <a:pt x="629" y="8874"/>
                  </a:cubicBezTo>
                  <a:cubicBezTo>
                    <a:pt x="629" y="6582"/>
                    <a:pt x="1554" y="4548"/>
                    <a:pt x="3032" y="3032"/>
                  </a:cubicBezTo>
                  <a:cubicBezTo>
                    <a:pt x="4511" y="1554"/>
                    <a:pt x="6582" y="629"/>
                    <a:pt x="8837" y="629"/>
                  </a:cubicBezTo>
                  <a:close/>
                  <a:moveTo>
                    <a:pt x="8837" y="1"/>
                  </a:moveTo>
                  <a:cubicBezTo>
                    <a:pt x="3957" y="1"/>
                    <a:pt x="1" y="3994"/>
                    <a:pt x="1" y="8874"/>
                  </a:cubicBezTo>
                  <a:cubicBezTo>
                    <a:pt x="1" y="13754"/>
                    <a:pt x="3957" y="17710"/>
                    <a:pt x="8837" y="17710"/>
                  </a:cubicBezTo>
                  <a:cubicBezTo>
                    <a:pt x="13754" y="17710"/>
                    <a:pt x="17710" y="13754"/>
                    <a:pt x="17710" y="8874"/>
                  </a:cubicBezTo>
                  <a:cubicBezTo>
                    <a:pt x="17710" y="3994"/>
                    <a:pt x="13754" y="1"/>
                    <a:pt x="88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59"/>
            <p:cNvSpPr/>
            <p:nvPr/>
          </p:nvSpPr>
          <p:spPr>
            <a:xfrm>
              <a:off x="4143175" y="5005475"/>
              <a:ext cx="265300" cy="191150"/>
            </a:xfrm>
            <a:custGeom>
              <a:rect b="b" l="l" r="r" t="t"/>
              <a:pathLst>
                <a:path extrusionOk="0" h="7646" w="10612">
                  <a:moveTo>
                    <a:pt x="4733" y="1"/>
                  </a:moveTo>
                  <a:lnTo>
                    <a:pt x="1" y="999"/>
                  </a:lnTo>
                  <a:lnTo>
                    <a:pt x="1" y="7580"/>
                  </a:lnTo>
                  <a:cubicBezTo>
                    <a:pt x="1" y="7580"/>
                    <a:pt x="3369" y="7646"/>
                    <a:pt x="6064" y="7646"/>
                  </a:cubicBezTo>
                  <a:cubicBezTo>
                    <a:pt x="7411" y="7646"/>
                    <a:pt x="8590" y="7629"/>
                    <a:pt x="9096" y="7580"/>
                  </a:cubicBezTo>
                  <a:cubicBezTo>
                    <a:pt x="10611" y="7395"/>
                    <a:pt x="9761" y="6397"/>
                    <a:pt x="9761" y="6397"/>
                  </a:cubicBezTo>
                  <a:lnTo>
                    <a:pt x="473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59"/>
            <p:cNvSpPr/>
            <p:nvPr/>
          </p:nvSpPr>
          <p:spPr>
            <a:xfrm>
              <a:off x="4135800" y="4997850"/>
              <a:ext cx="265275" cy="206375"/>
            </a:xfrm>
            <a:custGeom>
              <a:rect b="b" l="l" r="r" t="t"/>
              <a:pathLst>
                <a:path extrusionOk="0" h="8255" w="10611">
                  <a:moveTo>
                    <a:pt x="4887" y="640"/>
                  </a:moveTo>
                  <a:lnTo>
                    <a:pt x="9797" y="6887"/>
                  </a:lnTo>
                  <a:lnTo>
                    <a:pt x="9834" y="6887"/>
                  </a:lnTo>
                  <a:cubicBezTo>
                    <a:pt x="9834" y="6887"/>
                    <a:pt x="9871" y="6961"/>
                    <a:pt x="9908" y="7035"/>
                  </a:cubicBezTo>
                  <a:cubicBezTo>
                    <a:pt x="9945" y="7109"/>
                    <a:pt x="9982" y="7219"/>
                    <a:pt x="9982" y="7256"/>
                  </a:cubicBezTo>
                  <a:cubicBezTo>
                    <a:pt x="9982" y="7330"/>
                    <a:pt x="9982" y="7330"/>
                    <a:pt x="9908" y="7404"/>
                  </a:cubicBezTo>
                  <a:cubicBezTo>
                    <a:pt x="9834" y="7441"/>
                    <a:pt x="9686" y="7552"/>
                    <a:pt x="9354" y="7589"/>
                  </a:cubicBezTo>
                  <a:cubicBezTo>
                    <a:pt x="8873" y="7626"/>
                    <a:pt x="7690" y="7663"/>
                    <a:pt x="6359" y="7663"/>
                  </a:cubicBezTo>
                  <a:cubicBezTo>
                    <a:pt x="5028" y="7663"/>
                    <a:pt x="3512" y="7626"/>
                    <a:pt x="2329" y="7626"/>
                  </a:cubicBezTo>
                  <a:cubicBezTo>
                    <a:pt x="1564" y="7602"/>
                    <a:pt x="938" y="7578"/>
                    <a:pt x="592" y="7564"/>
                  </a:cubicBezTo>
                  <a:lnTo>
                    <a:pt x="592" y="7564"/>
                  </a:lnTo>
                  <a:lnTo>
                    <a:pt x="592" y="1563"/>
                  </a:lnTo>
                  <a:lnTo>
                    <a:pt x="4887" y="640"/>
                  </a:lnTo>
                  <a:close/>
                  <a:moveTo>
                    <a:pt x="5015" y="0"/>
                  </a:moveTo>
                  <a:cubicBezTo>
                    <a:pt x="4995" y="0"/>
                    <a:pt x="4975" y="3"/>
                    <a:pt x="4954" y="10"/>
                  </a:cubicBezTo>
                  <a:lnTo>
                    <a:pt x="222" y="1008"/>
                  </a:lnTo>
                  <a:cubicBezTo>
                    <a:pt x="111" y="1045"/>
                    <a:pt x="0" y="1193"/>
                    <a:pt x="0" y="1304"/>
                  </a:cubicBezTo>
                  <a:lnTo>
                    <a:pt x="0" y="7885"/>
                  </a:lnTo>
                  <a:cubicBezTo>
                    <a:pt x="0" y="8033"/>
                    <a:pt x="111" y="8181"/>
                    <a:pt x="296" y="8181"/>
                  </a:cubicBezTo>
                  <a:cubicBezTo>
                    <a:pt x="296" y="8181"/>
                    <a:pt x="3660" y="8255"/>
                    <a:pt x="6359" y="8255"/>
                  </a:cubicBezTo>
                  <a:cubicBezTo>
                    <a:pt x="7690" y="8255"/>
                    <a:pt x="8873" y="8255"/>
                    <a:pt x="9428" y="8181"/>
                  </a:cubicBezTo>
                  <a:cubicBezTo>
                    <a:pt x="9797" y="8144"/>
                    <a:pt x="10093" y="8033"/>
                    <a:pt x="10278" y="7885"/>
                  </a:cubicBezTo>
                  <a:cubicBezTo>
                    <a:pt x="10500" y="7737"/>
                    <a:pt x="10611" y="7478"/>
                    <a:pt x="10611" y="7256"/>
                  </a:cubicBezTo>
                  <a:cubicBezTo>
                    <a:pt x="10611" y="7035"/>
                    <a:pt x="10500" y="6850"/>
                    <a:pt x="10426" y="6739"/>
                  </a:cubicBezTo>
                  <a:cubicBezTo>
                    <a:pt x="10352" y="6591"/>
                    <a:pt x="10315" y="6517"/>
                    <a:pt x="10278" y="6517"/>
                  </a:cubicBezTo>
                  <a:lnTo>
                    <a:pt x="5250" y="121"/>
                  </a:lnTo>
                  <a:cubicBezTo>
                    <a:pt x="5190" y="61"/>
                    <a:pt x="5105" y="0"/>
                    <a:pt x="50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59"/>
            <p:cNvSpPr/>
            <p:nvPr/>
          </p:nvSpPr>
          <p:spPr>
            <a:xfrm>
              <a:off x="4008250" y="4063650"/>
              <a:ext cx="271750" cy="1028750"/>
            </a:xfrm>
            <a:custGeom>
              <a:rect b="b" l="l" r="r" t="t"/>
              <a:pathLst>
                <a:path extrusionOk="0" h="41150" w="10870">
                  <a:moveTo>
                    <a:pt x="10574" y="1"/>
                  </a:moveTo>
                  <a:lnTo>
                    <a:pt x="0" y="3883"/>
                  </a:lnTo>
                  <a:lnTo>
                    <a:pt x="5657" y="39559"/>
                  </a:lnTo>
                  <a:cubicBezTo>
                    <a:pt x="5805" y="40484"/>
                    <a:pt x="6581" y="41149"/>
                    <a:pt x="7505" y="41149"/>
                  </a:cubicBezTo>
                  <a:lnTo>
                    <a:pt x="8984" y="41149"/>
                  </a:lnTo>
                  <a:cubicBezTo>
                    <a:pt x="10019" y="41149"/>
                    <a:pt x="10870" y="40299"/>
                    <a:pt x="10870" y="39264"/>
                  </a:cubicBezTo>
                  <a:lnTo>
                    <a:pt x="105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59"/>
            <p:cNvSpPr/>
            <p:nvPr/>
          </p:nvSpPr>
          <p:spPr>
            <a:xfrm>
              <a:off x="3999925" y="4055650"/>
              <a:ext cx="287475" cy="1044125"/>
            </a:xfrm>
            <a:custGeom>
              <a:rect b="b" l="l" r="r" t="t"/>
              <a:pathLst>
                <a:path extrusionOk="0" h="41765" w="11499">
                  <a:moveTo>
                    <a:pt x="10577" y="764"/>
                  </a:moveTo>
                  <a:lnTo>
                    <a:pt x="10870" y="39584"/>
                  </a:lnTo>
                  <a:cubicBezTo>
                    <a:pt x="10870" y="40471"/>
                    <a:pt x="10167" y="41173"/>
                    <a:pt x="9317" y="41173"/>
                  </a:cubicBezTo>
                  <a:lnTo>
                    <a:pt x="7838" y="41173"/>
                  </a:lnTo>
                  <a:cubicBezTo>
                    <a:pt x="7062" y="41173"/>
                    <a:pt x="6396" y="40619"/>
                    <a:pt x="6285" y="39842"/>
                  </a:cubicBezTo>
                  <a:lnTo>
                    <a:pt x="666" y="4388"/>
                  </a:lnTo>
                  <a:lnTo>
                    <a:pt x="10577" y="764"/>
                  </a:lnTo>
                  <a:close/>
                  <a:moveTo>
                    <a:pt x="10902" y="1"/>
                  </a:moveTo>
                  <a:cubicBezTo>
                    <a:pt x="10863" y="1"/>
                    <a:pt x="10827" y="10"/>
                    <a:pt x="10796" y="25"/>
                  </a:cubicBezTo>
                  <a:lnTo>
                    <a:pt x="222" y="3907"/>
                  </a:lnTo>
                  <a:cubicBezTo>
                    <a:pt x="74" y="3944"/>
                    <a:pt x="0" y="4092"/>
                    <a:pt x="37" y="4240"/>
                  </a:cubicBezTo>
                  <a:lnTo>
                    <a:pt x="5657" y="39953"/>
                  </a:lnTo>
                  <a:cubicBezTo>
                    <a:pt x="5842" y="40989"/>
                    <a:pt x="6766" y="41765"/>
                    <a:pt x="7838" y="41765"/>
                  </a:cubicBezTo>
                  <a:lnTo>
                    <a:pt x="9317" y="41765"/>
                  </a:lnTo>
                  <a:cubicBezTo>
                    <a:pt x="10500" y="41765"/>
                    <a:pt x="11498" y="40804"/>
                    <a:pt x="11498" y="39584"/>
                  </a:cubicBezTo>
                  <a:lnTo>
                    <a:pt x="11203" y="321"/>
                  </a:lnTo>
                  <a:cubicBezTo>
                    <a:pt x="11203" y="210"/>
                    <a:pt x="11129" y="99"/>
                    <a:pt x="11055" y="62"/>
                  </a:cubicBezTo>
                  <a:cubicBezTo>
                    <a:pt x="11011" y="19"/>
                    <a:pt x="10955" y="1"/>
                    <a:pt x="109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59"/>
            <p:cNvSpPr/>
            <p:nvPr/>
          </p:nvSpPr>
          <p:spPr>
            <a:xfrm>
              <a:off x="3844650" y="3850150"/>
              <a:ext cx="427950" cy="427050"/>
            </a:xfrm>
            <a:custGeom>
              <a:rect b="b" l="l" r="r" t="t"/>
              <a:pathLst>
                <a:path extrusionOk="0" h="17082" w="17118">
                  <a:moveTo>
                    <a:pt x="8541" y="1"/>
                  </a:moveTo>
                  <a:cubicBezTo>
                    <a:pt x="3845" y="1"/>
                    <a:pt x="0" y="3809"/>
                    <a:pt x="0" y="8541"/>
                  </a:cubicBezTo>
                  <a:cubicBezTo>
                    <a:pt x="0" y="13236"/>
                    <a:pt x="3845" y="17081"/>
                    <a:pt x="8541" y="17081"/>
                  </a:cubicBezTo>
                  <a:cubicBezTo>
                    <a:pt x="13273" y="17081"/>
                    <a:pt x="17118" y="13236"/>
                    <a:pt x="17118" y="8541"/>
                  </a:cubicBezTo>
                  <a:cubicBezTo>
                    <a:pt x="17118" y="3809"/>
                    <a:pt x="13273" y="1"/>
                    <a:pt x="85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59"/>
            <p:cNvSpPr/>
            <p:nvPr/>
          </p:nvSpPr>
          <p:spPr>
            <a:xfrm>
              <a:off x="3837250" y="3841825"/>
              <a:ext cx="442750" cy="442750"/>
            </a:xfrm>
            <a:custGeom>
              <a:rect b="b" l="l" r="r" t="t"/>
              <a:pathLst>
                <a:path extrusionOk="0" h="17710" w="17710">
                  <a:moveTo>
                    <a:pt x="8837" y="629"/>
                  </a:moveTo>
                  <a:cubicBezTo>
                    <a:pt x="11129" y="629"/>
                    <a:pt x="13199" y="1554"/>
                    <a:pt x="14678" y="3032"/>
                  </a:cubicBezTo>
                  <a:cubicBezTo>
                    <a:pt x="16157" y="4548"/>
                    <a:pt x="17081" y="6582"/>
                    <a:pt x="17081" y="8874"/>
                  </a:cubicBezTo>
                  <a:cubicBezTo>
                    <a:pt x="17081" y="11129"/>
                    <a:pt x="16157" y="13199"/>
                    <a:pt x="14678" y="14678"/>
                  </a:cubicBezTo>
                  <a:cubicBezTo>
                    <a:pt x="13199" y="16194"/>
                    <a:pt x="11129" y="17081"/>
                    <a:pt x="8837" y="17081"/>
                  </a:cubicBezTo>
                  <a:cubicBezTo>
                    <a:pt x="6581" y="17081"/>
                    <a:pt x="4511" y="16194"/>
                    <a:pt x="3032" y="14678"/>
                  </a:cubicBezTo>
                  <a:cubicBezTo>
                    <a:pt x="1553" y="13199"/>
                    <a:pt x="629" y="11129"/>
                    <a:pt x="629" y="8874"/>
                  </a:cubicBezTo>
                  <a:cubicBezTo>
                    <a:pt x="629" y="6582"/>
                    <a:pt x="1553" y="4548"/>
                    <a:pt x="3032" y="3032"/>
                  </a:cubicBezTo>
                  <a:cubicBezTo>
                    <a:pt x="4511" y="1554"/>
                    <a:pt x="6581" y="629"/>
                    <a:pt x="8837" y="629"/>
                  </a:cubicBezTo>
                  <a:close/>
                  <a:moveTo>
                    <a:pt x="8837" y="1"/>
                  </a:moveTo>
                  <a:cubicBezTo>
                    <a:pt x="3956" y="1"/>
                    <a:pt x="1" y="3994"/>
                    <a:pt x="1" y="8874"/>
                  </a:cubicBezTo>
                  <a:cubicBezTo>
                    <a:pt x="1" y="13754"/>
                    <a:pt x="3956" y="17710"/>
                    <a:pt x="8837" y="17710"/>
                  </a:cubicBezTo>
                  <a:cubicBezTo>
                    <a:pt x="13754" y="17710"/>
                    <a:pt x="17710" y="13754"/>
                    <a:pt x="17710" y="8874"/>
                  </a:cubicBezTo>
                  <a:cubicBezTo>
                    <a:pt x="17710" y="3994"/>
                    <a:pt x="13754" y="1"/>
                    <a:pt x="88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59"/>
            <p:cNvSpPr/>
            <p:nvPr/>
          </p:nvSpPr>
          <p:spPr>
            <a:xfrm>
              <a:off x="3685675" y="2397200"/>
              <a:ext cx="332750" cy="450150"/>
            </a:xfrm>
            <a:custGeom>
              <a:rect b="b" l="l" r="r" t="t"/>
              <a:pathLst>
                <a:path extrusionOk="0" h="18006" w="13310">
                  <a:moveTo>
                    <a:pt x="6433" y="1"/>
                  </a:moveTo>
                  <a:cubicBezTo>
                    <a:pt x="5657" y="1"/>
                    <a:pt x="4881" y="112"/>
                    <a:pt x="4252" y="333"/>
                  </a:cubicBezTo>
                  <a:cubicBezTo>
                    <a:pt x="0" y="2034"/>
                    <a:pt x="1442" y="9280"/>
                    <a:pt x="2034" y="12755"/>
                  </a:cubicBezTo>
                  <a:cubicBezTo>
                    <a:pt x="2516" y="15718"/>
                    <a:pt x="5405" y="18006"/>
                    <a:pt x="8369" y="18006"/>
                  </a:cubicBezTo>
                  <a:cubicBezTo>
                    <a:pt x="8586" y="18006"/>
                    <a:pt x="8804" y="17994"/>
                    <a:pt x="9021" y="17968"/>
                  </a:cubicBezTo>
                  <a:cubicBezTo>
                    <a:pt x="13125" y="17525"/>
                    <a:pt x="13310" y="12534"/>
                    <a:pt x="13162" y="9391"/>
                  </a:cubicBezTo>
                  <a:cubicBezTo>
                    <a:pt x="12903" y="4770"/>
                    <a:pt x="12090" y="38"/>
                    <a:pt x="64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59"/>
            <p:cNvSpPr/>
            <p:nvPr/>
          </p:nvSpPr>
          <p:spPr>
            <a:xfrm>
              <a:off x="3710625" y="2388875"/>
              <a:ext cx="312425" cy="466800"/>
            </a:xfrm>
            <a:custGeom>
              <a:rect b="b" l="l" r="r" t="t"/>
              <a:pathLst>
                <a:path extrusionOk="0" h="18672" w="12497">
                  <a:moveTo>
                    <a:pt x="5435" y="629"/>
                  </a:moveTo>
                  <a:cubicBezTo>
                    <a:pt x="6803" y="629"/>
                    <a:pt x="7838" y="925"/>
                    <a:pt x="8689" y="1406"/>
                  </a:cubicBezTo>
                  <a:cubicBezTo>
                    <a:pt x="9909" y="2145"/>
                    <a:pt x="10648" y="3365"/>
                    <a:pt x="11092" y="4807"/>
                  </a:cubicBezTo>
                  <a:cubicBezTo>
                    <a:pt x="11572" y="6286"/>
                    <a:pt x="11757" y="8023"/>
                    <a:pt x="11831" y="9761"/>
                  </a:cubicBezTo>
                  <a:cubicBezTo>
                    <a:pt x="11868" y="10168"/>
                    <a:pt x="11868" y="10648"/>
                    <a:pt x="11868" y="11129"/>
                  </a:cubicBezTo>
                  <a:cubicBezTo>
                    <a:pt x="11868" y="12645"/>
                    <a:pt x="11720" y="14309"/>
                    <a:pt x="11129" y="15602"/>
                  </a:cubicBezTo>
                  <a:cubicBezTo>
                    <a:pt x="10870" y="16231"/>
                    <a:pt x="10463" y="16786"/>
                    <a:pt x="9983" y="17229"/>
                  </a:cubicBezTo>
                  <a:cubicBezTo>
                    <a:pt x="9465" y="17636"/>
                    <a:pt x="8837" y="17932"/>
                    <a:pt x="8023" y="18006"/>
                  </a:cubicBezTo>
                  <a:cubicBezTo>
                    <a:pt x="7801" y="18043"/>
                    <a:pt x="7617" y="18043"/>
                    <a:pt x="7395" y="18043"/>
                  </a:cubicBezTo>
                  <a:cubicBezTo>
                    <a:pt x="5990" y="18043"/>
                    <a:pt x="4585" y="17488"/>
                    <a:pt x="3476" y="16601"/>
                  </a:cubicBezTo>
                  <a:cubicBezTo>
                    <a:pt x="2367" y="15676"/>
                    <a:pt x="1553" y="14419"/>
                    <a:pt x="1332" y="13052"/>
                  </a:cubicBezTo>
                  <a:cubicBezTo>
                    <a:pt x="1073" y="11462"/>
                    <a:pt x="629" y="9059"/>
                    <a:pt x="629" y="6840"/>
                  </a:cubicBezTo>
                  <a:cubicBezTo>
                    <a:pt x="629" y="5509"/>
                    <a:pt x="777" y="4216"/>
                    <a:pt x="1221" y="3217"/>
                  </a:cubicBezTo>
                  <a:cubicBezTo>
                    <a:pt x="1627" y="2182"/>
                    <a:pt x="2293" y="1406"/>
                    <a:pt x="3365" y="962"/>
                  </a:cubicBezTo>
                  <a:cubicBezTo>
                    <a:pt x="3957" y="740"/>
                    <a:pt x="4659" y="629"/>
                    <a:pt x="5398" y="629"/>
                  </a:cubicBezTo>
                  <a:close/>
                  <a:moveTo>
                    <a:pt x="5398" y="1"/>
                  </a:moveTo>
                  <a:cubicBezTo>
                    <a:pt x="4585" y="1"/>
                    <a:pt x="3809" y="149"/>
                    <a:pt x="3143" y="408"/>
                  </a:cubicBezTo>
                  <a:cubicBezTo>
                    <a:pt x="1886" y="888"/>
                    <a:pt x="1110" y="1812"/>
                    <a:pt x="629" y="2959"/>
                  </a:cubicBezTo>
                  <a:cubicBezTo>
                    <a:pt x="149" y="4105"/>
                    <a:pt x="1" y="5473"/>
                    <a:pt x="1" y="6840"/>
                  </a:cubicBezTo>
                  <a:cubicBezTo>
                    <a:pt x="1" y="9133"/>
                    <a:pt x="481" y="11573"/>
                    <a:pt x="740" y="13162"/>
                  </a:cubicBezTo>
                  <a:cubicBezTo>
                    <a:pt x="999" y="14715"/>
                    <a:pt x="1886" y="16083"/>
                    <a:pt x="3069" y="17081"/>
                  </a:cubicBezTo>
                  <a:cubicBezTo>
                    <a:pt x="4289" y="18043"/>
                    <a:pt x="5842" y="18671"/>
                    <a:pt x="7395" y="18671"/>
                  </a:cubicBezTo>
                  <a:cubicBezTo>
                    <a:pt x="7617" y="18671"/>
                    <a:pt x="7838" y="18634"/>
                    <a:pt x="8060" y="18634"/>
                  </a:cubicBezTo>
                  <a:cubicBezTo>
                    <a:pt x="9021" y="18523"/>
                    <a:pt x="9761" y="18190"/>
                    <a:pt x="10352" y="17673"/>
                  </a:cubicBezTo>
                  <a:cubicBezTo>
                    <a:pt x="11277" y="16970"/>
                    <a:pt x="11794" y="15861"/>
                    <a:pt x="12090" y="14715"/>
                  </a:cubicBezTo>
                  <a:cubicBezTo>
                    <a:pt x="12423" y="13569"/>
                    <a:pt x="12497" y="12312"/>
                    <a:pt x="12497" y="11129"/>
                  </a:cubicBezTo>
                  <a:cubicBezTo>
                    <a:pt x="12497" y="10648"/>
                    <a:pt x="12497" y="10168"/>
                    <a:pt x="12460" y="9724"/>
                  </a:cubicBezTo>
                  <a:cubicBezTo>
                    <a:pt x="12312" y="7395"/>
                    <a:pt x="12053" y="4992"/>
                    <a:pt x="11092" y="3143"/>
                  </a:cubicBezTo>
                  <a:cubicBezTo>
                    <a:pt x="10611" y="2219"/>
                    <a:pt x="9909" y="1443"/>
                    <a:pt x="8985" y="888"/>
                  </a:cubicBezTo>
                  <a:cubicBezTo>
                    <a:pt x="8060" y="334"/>
                    <a:pt x="6877" y="38"/>
                    <a:pt x="54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59"/>
            <p:cNvSpPr/>
            <p:nvPr/>
          </p:nvSpPr>
          <p:spPr>
            <a:xfrm>
              <a:off x="3762400" y="2725350"/>
              <a:ext cx="136800" cy="153425"/>
            </a:xfrm>
            <a:custGeom>
              <a:rect b="b" l="l" r="r" t="t"/>
              <a:pathLst>
                <a:path extrusionOk="0" h="6137" w="5472">
                  <a:moveTo>
                    <a:pt x="1639" y="0"/>
                  </a:moveTo>
                  <a:cubicBezTo>
                    <a:pt x="994" y="0"/>
                    <a:pt x="403" y="187"/>
                    <a:pt x="0" y="702"/>
                  </a:cubicBezTo>
                  <a:lnTo>
                    <a:pt x="444" y="5730"/>
                  </a:lnTo>
                  <a:lnTo>
                    <a:pt x="5250" y="6136"/>
                  </a:lnTo>
                  <a:lnTo>
                    <a:pt x="5472" y="1330"/>
                  </a:lnTo>
                  <a:cubicBezTo>
                    <a:pt x="5472" y="1330"/>
                    <a:pt x="3360" y="0"/>
                    <a:pt x="16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59"/>
            <p:cNvSpPr/>
            <p:nvPr/>
          </p:nvSpPr>
          <p:spPr>
            <a:xfrm>
              <a:off x="3755000" y="2717000"/>
              <a:ext cx="151600" cy="169525"/>
            </a:xfrm>
            <a:custGeom>
              <a:rect b="b" l="l" r="r" t="t"/>
              <a:pathLst>
                <a:path extrusionOk="0" h="6781" w="6064">
                  <a:moveTo>
                    <a:pt x="1923" y="629"/>
                  </a:moveTo>
                  <a:cubicBezTo>
                    <a:pt x="2699" y="629"/>
                    <a:pt x="3660" y="925"/>
                    <a:pt x="4363" y="1257"/>
                  </a:cubicBezTo>
                  <a:cubicBezTo>
                    <a:pt x="4732" y="1442"/>
                    <a:pt x="5028" y="1590"/>
                    <a:pt x="5250" y="1701"/>
                  </a:cubicBezTo>
                  <a:cubicBezTo>
                    <a:pt x="5321" y="1749"/>
                    <a:pt x="5377" y="1781"/>
                    <a:pt x="5428" y="1807"/>
                  </a:cubicBezTo>
                  <a:lnTo>
                    <a:pt x="5428" y="1807"/>
                  </a:lnTo>
                  <a:lnTo>
                    <a:pt x="5250" y="6138"/>
                  </a:lnTo>
                  <a:lnTo>
                    <a:pt x="998" y="5768"/>
                  </a:lnTo>
                  <a:lnTo>
                    <a:pt x="638" y="1112"/>
                  </a:lnTo>
                  <a:lnTo>
                    <a:pt x="638" y="1112"/>
                  </a:lnTo>
                  <a:cubicBezTo>
                    <a:pt x="779" y="950"/>
                    <a:pt x="963" y="838"/>
                    <a:pt x="1146" y="777"/>
                  </a:cubicBezTo>
                  <a:cubicBezTo>
                    <a:pt x="1368" y="666"/>
                    <a:pt x="1664" y="629"/>
                    <a:pt x="1923" y="629"/>
                  </a:cubicBezTo>
                  <a:close/>
                  <a:moveTo>
                    <a:pt x="1923" y="0"/>
                  </a:moveTo>
                  <a:cubicBezTo>
                    <a:pt x="1590" y="0"/>
                    <a:pt x="1257" y="74"/>
                    <a:pt x="925" y="185"/>
                  </a:cubicBezTo>
                  <a:cubicBezTo>
                    <a:pt x="592" y="333"/>
                    <a:pt x="296" y="518"/>
                    <a:pt x="74" y="814"/>
                  </a:cubicBezTo>
                  <a:cubicBezTo>
                    <a:pt x="0" y="888"/>
                    <a:pt x="0" y="962"/>
                    <a:pt x="0" y="1036"/>
                  </a:cubicBezTo>
                  <a:lnTo>
                    <a:pt x="407" y="6064"/>
                  </a:lnTo>
                  <a:cubicBezTo>
                    <a:pt x="444" y="6212"/>
                    <a:pt x="555" y="6359"/>
                    <a:pt x="703" y="6359"/>
                  </a:cubicBezTo>
                  <a:lnTo>
                    <a:pt x="5509" y="6766"/>
                  </a:lnTo>
                  <a:cubicBezTo>
                    <a:pt x="5539" y="6776"/>
                    <a:pt x="5566" y="6781"/>
                    <a:pt x="5591" y="6781"/>
                  </a:cubicBezTo>
                  <a:cubicBezTo>
                    <a:pt x="5659" y="6781"/>
                    <a:pt x="5714" y="6746"/>
                    <a:pt x="5768" y="6692"/>
                  </a:cubicBezTo>
                  <a:cubicBezTo>
                    <a:pt x="5805" y="6655"/>
                    <a:pt x="5842" y="6581"/>
                    <a:pt x="5842" y="6470"/>
                  </a:cubicBezTo>
                  <a:lnTo>
                    <a:pt x="6063" y="1664"/>
                  </a:lnTo>
                  <a:cubicBezTo>
                    <a:pt x="6063" y="1553"/>
                    <a:pt x="6026" y="1442"/>
                    <a:pt x="5916" y="1405"/>
                  </a:cubicBezTo>
                  <a:cubicBezTo>
                    <a:pt x="5916" y="1368"/>
                    <a:pt x="5398" y="1036"/>
                    <a:pt x="4622" y="703"/>
                  </a:cubicBezTo>
                  <a:cubicBezTo>
                    <a:pt x="3845" y="370"/>
                    <a:pt x="2884" y="0"/>
                    <a:pt x="19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59"/>
            <p:cNvSpPr/>
            <p:nvPr/>
          </p:nvSpPr>
          <p:spPr>
            <a:xfrm>
              <a:off x="3642950" y="2338775"/>
              <a:ext cx="450350" cy="524625"/>
            </a:xfrm>
            <a:custGeom>
              <a:rect b="b" l="l" r="r" t="t"/>
              <a:pathLst>
                <a:path extrusionOk="0" h="20985" w="18014">
                  <a:moveTo>
                    <a:pt x="11262" y="9730"/>
                  </a:moveTo>
                  <a:cubicBezTo>
                    <a:pt x="11883" y="9730"/>
                    <a:pt x="12619" y="11617"/>
                    <a:pt x="12727" y="11913"/>
                  </a:cubicBezTo>
                  <a:cubicBezTo>
                    <a:pt x="12727" y="12911"/>
                    <a:pt x="12616" y="14538"/>
                    <a:pt x="12357" y="15092"/>
                  </a:cubicBezTo>
                  <a:cubicBezTo>
                    <a:pt x="12209" y="15351"/>
                    <a:pt x="11913" y="15647"/>
                    <a:pt x="11544" y="15906"/>
                  </a:cubicBezTo>
                  <a:cubicBezTo>
                    <a:pt x="12024" y="15277"/>
                    <a:pt x="12172" y="14760"/>
                    <a:pt x="11728" y="14686"/>
                  </a:cubicBezTo>
                  <a:cubicBezTo>
                    <a:pt x="10250" y="14464"/>
                    <a:pt x="10028" y="13429"/>
                    <a:pt x="10656" y="10693"/>
                  </a:cubicBezTo>
                  <a:cubicBezTo>
                    <a:pt x="10817" y="9991"/>
                    <a:pt x="11032" y="9730"/>
                    <a:pt x="11262" y="9730"/>
                  </a:cubicBezTo>
                  <a:close/>
                  <a:moveTo>
                    <a:pt x="6846" y="1"/>
                  </a:moveTo>
                  <a:cubicBezTo>
                    <a:pt x="3183" y="1"/>
                    <a:pt x="1" y="4529"/>
                    <a:pt x="1229" y="9658"/>
                  </a:cubicBezTo>
                  <a:cubicBezTo>
                    <a:pt x="1931" y="12652"/>
                    <a:pt x="3743" y="17348"/>
                    <a:pt x="7144" y="18272"/>
                  </a:cubicBezTo>
                  <a:cubicBezTo>
                    <a:pt x="7305" y="18314"/>
                    <a:pt x="7471" y="18333"/>
                    <a:pt x="7640" y="18333"/>
                  </a:cubicBezTo>
                  <a:cubicBezTo>
                    <a:pt x="8367" y="18333"/>
                    <a:pt x="9153" y="17975"/>
                    <a:pt x="9843" y="17496"/>
                  </a:cubicBezTo>
                  <a:lnTo>
                    <a:pt x="9843" y="17496"/>
                  </a:lnTo>
                  <a:cubicBezTo>
                    <a:pt x="9806" y="17606"/>
                    <a:pt x="9806" y="17717"/>
                    <a:pt x="9806" y="17828"/>
                  </a:cubicBezTo>
                  <a:cubicBezTo>
                    <a:pt x="10019" y="18643"/>
                    <a:pt x="9824" y="20985"/>
                    <a:pt x="11498" y="20985"/>
                  </a:cubicBezTo>
                  <a:cubicBezTo>
                    <a:pt x="11571" y="20985"/>
                    <a:pt x="11648" y="20980"/>
                    <a:pt x="11728" y="20971"/>
                  </a:cubicBezTo>
                  <a:cubicBezTo>
                    <a:pt x="13614" y="20749"/>
                    <a:pt x="14871" y="17422"/>
                    <a:pt x="14871" y="15943"/>
                  </a:cubicBezTo>
                  <a:cubicBezTo>
                    <a:pt x="14871" y="14464"/>
                    <a:pt x="13392" y="13614"/>
                    <a:pt x="13392" y="13614"/>
                  </a:cubicBezTo>
                  <a:lnTo>
                    <a:pt x="12985" y="7957"/>
                  </a:lnTo>
                  <a:cubicBezTo>
                    <a:pt x="12985" y="7957"/>
                    <a:pt x="14649" y="7957"/>
                    <a:pt x="16313" y="5887"/>
                  </a:cubicBezTo>
                  <a:cubicBezTo>
                    <a:pt x="18013" y="3779"/>
                    <a:pt x="11285" y="230"/>
                    <a:pt x="7107" y="8"/>
                  </a:cubicBezTo>
                  <a:cubicBezTo>
                    <a:pt x="7020" y="3"/>
                    <a:pt x="6933" y="1"/>
                    <a:pt x="68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59"/>
            <p:cNvSpPr/>
            <p:nvPr/>
          </p:nvSpPr>
          <p:spPr>
            <a:xfrm>
              <a:off x="3658875" y="2330650"/>
              <a:ext cx="406700" cy="540725"/>
            </a:xfrm>
            <a:custGeom>
              <a:rect b="b" l="l" r="r" t="t"/>
              <a:pathLst>
                <a:path extrusionOk="0" h="21629" w="16268">
                  <a:moveTo>
                    <a:pt x="10685" y="10389"/>
                  </a:moveTo>
                  <a:cubicBezTo>
                    <a:pt x="10796" y="10463"/>
                    <a:pt x="10907" y="10574"/>
                    <a:pt x="11018" y="10759"/>
                  </a:cubicBezTo>
                  <a:cubicBezTo>
                    <a:pt x="11376" y="11248"/>
                    <a:pt x="11677" y="11966"/>
                    <a:pt x="11794" y="12256"/>
                  </a:cubicBezTo>
                  <a:lnTo>
                    <a:pt x="11794" y="12256"/>
                  </a:lnTo>
                  <a:cubicBezTo>
                    <a:pt x="11793" y="12736"/>
                    <a:pt x="11756" y="13392"/>
                    <a:pt x="11683" y="13976"/>
                  </a:cubicBezTo>
                  <a:cubicBezTo>
                    <a:pt x="11646" y="14271"/>
                    <a:pt x="11609" y="14530"/>
                    <a:pt x="11572" y="14752"/>
                  </a:cubicBezTo>
                  <a:cubicBezTo>
                    <a:pt x="11562" y="14821"/>
                    <a:pt x="11550" y="14885"/>
                    <a:pt x="11536" y="14943"/>
                  </a:cubicBezTo>
                  <a:lnTo>
                    <a:pt x="11536" y="14943"/>
                  </a:lnTo>
                  <a:cubicBezTo>
                    <a:pt x="11524" y="14928"/>
                    <a:pt x="11512" y="14914"/>
                    <a:pt x="11498" y="14900"/>
                  </a:cubicBezTo>
                  <a:cubicBezTo>
                    <a:pt x="11424" y="14789"/>
                    <a:pt x="11276" y="14715"/>
                    <a:pt x="11128" y="14715"/>
                  </a:cubicBezTo>
                  <a:cubicBezTo>
                    <a:pt x="10685" y="14641"/>
                    <a:pt x="10426" y="14493"/>
                    <a:pt x="10278" y="14308"/>
                  </a:cubicBezTo>
                  <a:cubicBezTo>
                    <a:pt x="10093" y="14124"/>
                    <a:pt x="9982" y="13791"/>
                    <a:pt x="9982" y="13273"/>
                  </a:cubicBezTo>
                  <a:cubicBezTo>
                    <a:pt x="9982" y="12756"/>
                    <a:pt x="10093" y="12016"/>
                    <a:pt x="10315" y="11092"/>
                  </a:cubicBezTo>
                  <a:cubicBezTo>
                    <a:pt x="10389" y="10759"/>
                    <a:pt x="10500" y="10537"/>
                    <a:pt x="10574" y="10463"/>
                  </a:cubicBezTo>
                  <a:lnTo>
                    <a:pt x="10611" y="10389"/>
                  </a:lnTo>
                  <a:close/>
                  <a:moveTo>
                    <a:pt x="6433" y="629"/>
                  </a:moveTo>
                  <a:cubicBezTo>
                    <a:pt x="8245" y="740"/>
                    <a:pt x="10611" y="1480"/>
                    <a:pt x="12459" y="2478"/>
                  </a:cubicBezTo>
                  <a:cubicBezTo>
                    <a:pt x="13384" y="2958"/>
                    <a:pt x="14234" y="3513"/>
                    <a:pt x="14789" y="4031"/>
                  </a:cubicBezTo>
                  <a:cubicBezTo>
                    <a:pt x="15084" y="4289"/>
                    <a:pt x="15306" y="4585"/>
                    <a:pt x="15417" y="4807"/>
                  </a:cubicBezTo>
                  <a:cubicBezTo>
                    <a:pt x="15565" y="5066"/>
                    <a:pt x="15639" y="5288"/>
                    <a:pt x="15639" y="5472"/>
                  </a:cubicBezTo>
                  <a:cubicBezTo>
                    <a:pt x="15639" y="5657"/>
                    <a:pt x="15602" y="5842"/>
                    <a:pt x="15454" y="5990"/>
                  </a:cubicBezTo>
                  <a:cubicBezTo>
                    <a:pt x="14641" y="7025"/>
                    <a:pt x="13864" y="7506"/>
                    <a:pt x="13273" y="7765"/>
                  </a:cubicBezTo>
                  <a:cubicBezTo>
                    <a:pt x="12977" y="7875"/>
                    <a:pt x="12718" y="7912"/>
                    <a:pt x="12570" y="7949"/>
                  </a:cubicBezTo>
                  <a:cubicBezTo>
                    <a:pt x="12496" y="7986"/>
                    <a:pt x="12422" y="7986"/>
                    <a:pt x="12385" y="7986"/>
                  </a:cubicBezTo>
                  <a:lnTo>
                    <a:pt x="12348" y="7986"/>
                  </a:lnTo>
                  <a:cubicBezTo>
                    <a:pt x="12238" y="7986"/>
                    <a:pt x="12164" y="8023"/>
                    <a:pt x="12090" y="8097"/>
                  </a:cubicBezTo>
                  <a:cubicBezTo>
                    <a:pt x="12053" y="8134"/>
                    <a:pt x="12016" y="8245"/>
                    <a:pt x="12016" y="8319"/>
                  </a:cubicBezTo>
                  <a:lnTo>
                    <a:pt x="12294" y="11868"/>
                  </a:lnTo>
                  <a:lnTo>
                    <a:pt x="12294" y="11868"/>
                  </a:lnTo>
                  <a:cubicBezTo>
                    <a:pt x="12196" y="11621"/>
                    <a:pt x="12030" y="11256"/>
                    <a:pt x="11831" y="10907"/>
                  </a:cubicBezTo>
                  <a:cubicBezTo>
                    <a:pt x="11683" y="10648"/>
                    <a:pt x="11535" y="10389"/>
                    <a:pt x="11350" y="10168"/>
                  </a:cubicBezTo>
                  <a:cubicBezTo>
                    <a:pt x="11239" y="10057"/>
                    <a:pt x="11165" y="9946"/>
                    <a:pt x="11055" y="9872"/>
                  </a:cubicBezTo>
                  <a:cubicBezTo>
                    <a:pt x="10907" y="9798"/>
                    <a:pt x="10796" y="9761"/>
                    <a:pt x="10648" y="9761"/>
                  </a:cubicBezTo>
                  <a:cubicBezTo>
                    <a:pt x="10500" y="9761"/>
                    <a:pt x="10389" y="9798"/>
                    <a:pt x="10278" y="9872"/>
                  </a:cubicBezTo>
                  <a:cubicBezTo>
                    <a:pt x="10130" y="9946"/>
                    <a:pt x="10056" y="10094"/>
                    <a:pt x="9945" y="10279"/>
                  </a:cubicBezTo>
                  <a:cubicBezTo>
                    <a:pt x="9871" y="10463"/>
                    <a:pt x="9798" y="10685"/>
                    <a:pt x="9724" y="10944"/>
                  </a:cubicBezTo>
                  <a:cubicBezTo>
                    <a:pt x="9502" y="11905"/>
                    <a:pt x="9391" y="12645"/>
                    <a:pt x="9391" y="13273"/>
                  </a:cubicBezTo>
                  <a:cubicBezTo>
                    <a:pt x="9391" y="13865"/>
                    <a:pt x="9502" y="14345"/>
                    <a:pt x="9798" y="14678"/>
                  </a:cubicBezTo>
                  <a:cubicBezTo>
                    <a:pt x="10056" y="15048"/>
                    <a:pt x="10500" y="15233"/>
                    <a:pt x="11018" y="15307"/>
                  </a:cubicBezTo>
                  <a:lnTo>
                    <a:pt x="11055" y="15307"/>
                  </a:lnTo>
                  <a:cubicBezTo>
                    <a:pt x="11055" y="15344"/>
                    <a:pt x="11018" y="15454"/>
                    <a:pt x="10944" y="15602"/>
                  </a:cubicBezTo>
                  <a:cubicBezTo>
                    <a:pt x="10907" y="15713"/>
                    <a:pt x="10796" y="15898"/>
                    <a:pt x="10648" y="16046"/>
                  </a:cubicBezTo>
                  <a:cubicBezTo>
                    <a:pt x="10574" y="16194"/>
                    <a:pt x="10574" y="16379"/>
                    <a:pt x="10685" y="16453"/>
                  </a:cubicBezTo>
                  <a:cubicBezTo>
                    <a:pt x="10749" y="16517"/>
                    <a:pt x="10839" y="16557"/>
                    <a:pt x="10924" y="16557"/>
                  </a:cubicBezTo>
                  <a:cubicBezTo>
                    <a:pt x="10986" y="16557"/>
                    <a:pt x="11045" y="16536"/>
                    <a:pt x="11091" y="16490"/>
                  </a:cubicBezTo>
                  <a:cubicBezTo>
                    <a:pt x="11461" y="16194"/>
                    <a:pt x="11794" y="15898"/>
                    <a:pt x="11979" y="15565"/>
                  </a:cubicBezTo>
                  <a:cubicBezTo>
                    <a:pt x="12090" y="15381"/>
                    <a:pt x="12127" y="15159"/>
                    <a:pt x="12201" y="14900"/>
                  </a:cubicBezTo>
                  <a:cubicBezTo>
                    <a:pt x="12303" y="14362"/>
                    <a:pt x="12352" y="13665"/>
                    <a:pt x="12385" y="13029"/>
                  </a:cubicBezTo>
                  <a:lnTo>
                    <a:pt x="12385" y="13029"/>
                  </a:lnTo>
                  <a:lnTo>
                    <a:pt x="12459" y="13976"/>
                  </a:lnTo>
                  <a:cubicBezTo>
                    <a:pt x="12459" y="14087"/>
                    <a:pt x="12496" y="14160"/>
                    <a:pt x="12607" y="14234"/>
                  </a:cubicBezTo>
                  <a:cubicBezTo>
                    <a:pt x="12681" y="14271"/>
                    <a:pt x="13014" y="14493"/>
                    <a:pt x="13310" y="14826"/>
                  </a:cubicBezTo>
                  <a:cubicBezTo>
                    <a:pt x="13642" y="15196"/>
                    <a:pt x="13901" y="15676"/>
                    <a:pt x="13901" y="16268"/>
                  </a:cubicBezTo>
                  <a:cubicBezTo>
                    <a:pt x="13901" y="16933"/>
                    <a:pt x="13605" y="18116"/>
                    <a:pt x="13088" y="19115"/>
                  </a:cubicBezTo>
                  <a:cubicBezTo>
                    <a:pt x="12829" y="19595"/>
                    <a:pt x="12496" y="20076"/>
                    <a:pt x="12164" y="20409"/>
                  </a:cubicBezTo>
                  <a:cubicBezTo>
                    <a:pt x="11794" y="20741"/>
                    <a:pt x="11424" y="20963"/>
                    <a:pt x="11055" y="21000"/>
                  </a:cubicBezTo>
                  <a:lnTo>
                    <a:pt x="10870" y="21000"/>
                  </a:lnTo>
                  <a:cubicBezTo>
                    <a:pt x="10500" y="21000"/>
                    <a:pt x="10315" y="20889"/>
                    <a:pt x="10167" y="20704"/>
                  </a:cubicBezTo>
                  <a:cubicBezTo>
                    <a:pt x="9908" y="20446"/>
                    <a:pt x="9761" y="19965"/>
                    <a:pt x="9687" y="19447"/>
                  </a:cubicBezTo>
                  <a:cubicBezTo>
                    <a:pt x="9576" y="18930"/>
                    <a:pt x="9576" y="18449"/>
                    <a:pt x="9502" y="18079"/>
                  </a:cubicBezTo>
                  <a:lnTo>
                    <a:pt x="9465" y="18042"/>
                  </a:lnTo>
                  <a:lnTo>
                    <a:pt x="9502" y="17931"/>
                  </a:lnTo>
                  <a:cubicBezTo>
                    <a:pt x="9539" y="17821"/>
                    <a:pt x="9502" y="17673"/>
                    <a:pt x="9428" y="17599"/>
                  </a:cubicBezTo>
                  <a:cubicBezTo>
                    <a:pt x="9367" y="17538"/>
                    <a:pt x="9294" y="17510"/>
                    <a:pt x="9223" y="17510"/>
                  </a:cubicBezTo>
                  <a:cubicBezTo>
                    <a:pt x="9165" y="17510"/>
                    <a:pt x="9108" y="17529"/>
                    <a:pt x="9058" y="17562"/>
                  </a:cubicBezTo>
                  <a:cubicBezTo>
                    <a:pt x="8356" y="18042"/>
                    <a:pt x="7616" y="18338"/>
                    <a:pt x="7025" y="18338"/>
                  </a:cubicBezTo>
                  <a:cubicBezTo>
                    <a:pt x="6877" y="18338"/>
                    <a:pt x="6729" y="18338"/>
                    <a:pt x="6581" y="18301"/>
                  </a:cubicBezTo>
                  <a:cubicBezTo>
                    <a:pt x="4991" y="17858"/>
                    <a:pt x="3734" y="16527"/>
                    <a:pt x="2810" y="14900"/>
                  </a:cubicBezTo>
                  <a:cubicBezTo>
                    <a:pt x="1849" y="13273"/>
                    <a:pt x="1257" y="11388"/>
                    <a:pt x="888" y="9909"/>
                  </a:cubicBezTo>
                  <a:cubicBezTo>
                    <a:pt x="703" y="9169"/>
                    <a:pt x="629" y="8430"/>
                    <a:pt x="629" y="7728"/>
                  </a:cubicBezTo>
                  <a:cubicBezTo>
                    <a:pt x="629" y="5731"/>
                    <a:pt x="1294" y="3957"/>
                    <a:pt x="2329" y="2663"/>
                  </a:cubicBezTo>
                  <a:cubicBezTo>
                    <a:pt x="3365" y="1369"/>
                    <a:pt x="4770" y="629"/>
                    <a:pt x="6211" y="629"/>
                  </a:cubicBezTo>
                  <a:close/>
                  <a:moveTo>
                    <a:pt x="6211" y="1"/>
                  </a:moveTo>
                  <a:cubicBezTo>
                    <a:pt x="4548" y="1"/>
                    <a:pt x="2995" y="888"/>
                    <a:pt x="1849" y="2293"/>
                  </a:cubicBezTo>
                  <a:cubicBezTo>
                    <a:pt x="740" y="3661"/>
                    <a:pt x="0" y="5583"/>
                    <a:pt x="0" y="7728"/>
                  </a:cubicBezTo>
                  <a:cubicBezTo>
                    <a:pt x="0" y="8467"/>
                    <a:pt x="111" y="9243"/>
                    <a:pt x="296" y="10057"/>
                  </a:cubicBezTo>
                  <a:cubicBezTo>
                    <a:pt x="666" y="11573"/>
                    <a:pt x="1294" y="13532"/>
                    <a:pt x="2256" y="15233"/>
                  </a:cubicBezTo>
                  <a:cubicBezTo>
                    <a:pt x="3254" y="16933"/>
                    <a:pt x="4585" y="18412"/>
                    <a:pt x="6433" y="18893"/>
                  </a:cubicBezTo>
                  <a:cubicBezTo>
                    <a:pt x="6618" y="18930"/>
                    <a:pt x="6803" y="18967"/>
                    <a:pt x="7025" y="18967"/>
                  </a:cubicBezTo>
                  <a:cubicBezTo>
                    <a:pt x="7663" y="18967"/>
                    <a:pt x="8301" y="18716"/>
                    <a:pt x="8903" y="18377"/>
                  </a:cubicBezTo>
                  <a:lnTo>
                    <a:pt x="8903" y="18377"/>
                  </a:lnTo>
                  <a:cubicBezTo>
                    <a:pt x="8930" y="18537"/>
                    <a:pt x="8957" y="18760"/>
                    <a:pt x="8984" y="19004"/>
                  </a:cubicBezTo>
                  <a:cubicBezTo>
                    <a:pt x="9058" y="19521"/>
                    <a:pt x="9132" y="20150"/>
                    <a:pt x="9391" y="20667"/>
                  </a:cubicBezTo>
                  <a:cubicBezTo>
                    <a:pt x="9502" y="20926"/>
                    <a:pt x="9687" y="21148"/>
                    <a:pt x="9945" y="21333"/>
                  </a:cubicBezTo>
                  <a:cubicBezTo>
                    <a:pt x="10167" y="21518"/>
                    <a:pt x="10500" y="21629"/>
                    <a:pt x="10870" y="21629"/>
                  </a:cubicBezTo>
                  <a:cubicBezTo>
                    <a:pt x="10944" y="21629"/>
                    <a:pt x="11018" y="21629"/>
                    <a:pt x="11091" y="21592"/>
                  </a:cubicBezTo>
                  <a:cubicBezTo>
                    <a:pt x="11683" y="21555"/>
                    <a:pt x="12164" y="21259"/>
                    <a:pt x="12570" y="20852"/>
                  </a:cubicBezTo>
                  <a:cubicBezTo>
                    <a:pt x="13199" y="20261"/>
                    <a:pt x="13679" y="19410"/>
                    <a:pt x="14012" y="18560"/>
                  </a:cubicBezTo>
                  <a:cubicBezTo>
                    <a:pt x="14345" y="17710"/>
                    <a:pt x="14530" y="16859"/>
                    <a:pt x="14530" y="16268"/>
                  </a:cubicBezTo>
                  <a:cubicBezTo>
                    <a:pt x="14530" y="15417"/>
                    <a:pt x="14123" y="14789"/>
                    <a:pt x="13716" y="14345"/>
                  </a:cubicBezTo>
                  <a:cubicBezTo>
                    <a:pt x="13455" y="14084"/>
                    <a:pt x="13194" y="13899"/>
                    <a:pt x="13040" y="13790"/>
                  </a:cubicBezTo>
                  <a:lnTo>
                    <a:pt x="13040" y="13790"/>
                  </a:lnTo>
                  <a:lnTo>
                    <a:pt x="12666" y="8578"/>
                  </a:lnTo>
                  <a:lnTo>
                    <a:pt x="12666" y="8578"/>
                  </a:lnTo>
                  <a:cubicBezTo>
                    <a:pt x="13265" y="8469"/>
                    <a:pt x="14621" y="8046"/>
                    <a:pt x="15935" y="6397"/>
                  </a:cubicBezTo>
                  <a:cubicBezTo>
                    <a:pt x="16156" y="6101"/>
                    <a:pt x="16267" y="5805"/>
                    <a:pt x="16267" y="5472"/>
                  </a:cubicBezTo>
                  <a:cubicBezTo>
                    <a:pt x="16267" y="5140"/>
                    <a:pt x="16156" y="4807"/>
                    <a:pt x="15972" y="4511"/>
                  </a:cubicBezTo>
                  <a:cubicBezTo>
                    <a:pt x="15639" y="3957"/>
                    <a:pt x="15084" y="3439"/>
                    <a:pt x="14419" y="2921"/>
                  </a:cubicBezTo>
                  <a:cubicBezTo>
                    <a:pt x="12348" y="1443"/>
                    <a:pt x="9021" y="149"/>
                    <a:pt x="64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59"/>
            <p:cNvSpPr/>
            <p:nvPr/>
          </p:nvSpPr>
          <p:spPr>
            <a:xfrm>
              <a:off x="3633000" y="2838275"/>
              <a:ext cx="438125" cy="93175"/>
            </a:xfrm>
            <a:custGeom>
              <a:rect b="b" l="l" r="r" t="t"/>
              <a:pathLst>
                <a:path extrusionOk="0" h="3727" w="17525">
                  <a:moveTo>
                    <a:pt x="6167" y="0"/>
                  </a:moveTo>
                  <a:cubicBezTo>
                    <a:pt x="5883" y="0"/>
                    <a:pt x="5625" y="10"/>
                    <a:pt x="5398" y="30"/>
                  </a:cubicBezTo>
                  <a:cubicBezTo>
                    <a:pt x="2884" y="251"/>
                    <a:pt x="1738" y="1619"/>
                    <a:pt x="1738" y="1619"/>
                  </a:cubicBezTo>
                  <a:lnTo>
                    <a:pt x="0" y="3061"/>
                  </a:lnTo>
                  <a:lnTo>
                    <a:pt x="17524" y="3727"/>
                  </a:lnTo>
                  <a:cubicBezTo>
                    <a:pt x="17524" y="3727"/>
                    <a:pt x="17007" y="2728"/>
                    <a:pt x="15676" y="1804"/>
                  </a:cubicBezTo>
                  <a:cubicBezTo>
                    <a:pt x="14431" y="963"/>
                    <a:pt x="9025" y="0"/>
                    <a:pt x="61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59"/>
            <p:cNvSpPr/>
            <p:nvPr/>
          </p:nvSpPr>
          <p:spPr>
            <a:xfrm>
              <a:off x="3624675" y="2830675"/>
              <a:ext cx="454750" cy="108425"/>
            </a:xfrm>
            <a:custGeom>
              <a:rect b="b" l="l" r="r" t="t"/>
              <a:pathLst>
                <a:path extrusionOk="0" h="4337" w="18190">
                  <a:moveTo>
                    <a:pt x="6544" y="592"/>
                  </a:moveTo>
                  <a:cubicBezTo>
                    <a:pt x="7949" y="592"/>
                    <a:pt x="9982" y="851"/>
                    <a:pt x="11831" y="1184"/>
                  </a:cubicBezTo>
                  <a:cubicBezTo>
                    <a:pt x="12755" y="1369"/>
                    <a:pt x="13606" y="1554"/>
                    <a:pt x="14345" y="1775"/>
                  </a:cubicBezTo>
                  <a:cubicBezTo>
                    <a:pt x="15047" y="1960"/>
                    <a:pt x="15602" y="2182"/>
                    <a:pt x="15824" y="2367"/>
                  </a:cubicBezTo>
                  <a:cubicBezTo>
                    <a:pt x="16489" y="2811"/>
                    <a:pt x="16933" y="3254"/>
                    <a:pt x="17192" y="3624"/>
                  </a:cubicBezTo>
                  <a:cubicBezTo>
                    <a:pt x="17221" y="3653"/>
                    <a:pt x="17249" y="3683"/>
                    <a:pt x="17275" y="3712"/>
                  </a:cubicBezTo>
                  <a:lnTo>
                    <a:pt x="17275" y="3712"/>
                  </a:lnTo>
                  <a:lnTo>
                    <a:pt x="1146" y="3106"/>
                  </a:lnTo>
                  <a:lnTo>
                    <a:pt x="2293" y="2182"/>
                  </a:lnTo>
                  <a:lnTo>
                    <a:pt x="2330" y="2145"/>
                  </a:lnTo>
                  <a:cubicBezTo>
                    <a:pt x="2367" y="2108"/>
                    <a:pt x="3439" y="851"/>
                    <a:pt x="5768" y="629"/>
                  </a:cubicBezTo>
                  <a:cubicBezTo>
                    <a:pt x="5990" y="629"/>
                    <a:pt x="6248" y="592"/>
                    <a:pt x="6544" y="592"/>
                  </a:cubicBezTo>
                  <a:close/>
                  <a:moveTo>
                    <a:pt x="6544" y="1"/>
                  </a:moveTo>
                  <a:cubicBezTo>
                    <a:pt x="6211" y="1"/>
                    <a:pt x="5953" y="1"/>
                    <a:pt x="5694" y="38"/>
                  </a:cubicBezTo>
                  <a:cubicBezTo>
                    <a:pt x="3241" y="245"/>
                    <a:pt x="2047" y="1517"/>
                    <a:pt x="1871" y="1714"/>
                  </a:cubicBezTo>
                  <a:lnTo>
                    <a:pt x="1871" y="1714"/>
                  </a:lnTo>
                  <a:lnTo>
                    <a:pt x="148" y="3143"/>
                  </a:lnTo>
                  <a:cubicBezTo>
                    <a:pt x="37" y="3217"/>
                    <a:pt x="0" y="3365"/>
                    <a:pt x="37" y="3476"/>
                  </a:cubicBezTo>
                  <a:cubicBezTo>
                    <a:pt x="74" y="3587"/>
                    <a:pt x="185" y="3661"/>
                    <a:pt x="296" y="3661"/>
                  </a:cubicBezTo>
                  <a:lnTo>
                    <a:pt x="17857" y="4326"/>
                  </a:lnTo>
                  <a:cubicBezTo>
                    <a:pt x="17878" y="4333"/>
                    <a:pt x="17898" y="4336"/>
                    <a:pt x="17918" y="4336"/>
                  </a:cubicBezTo>
                  <a:cubicBezTo>
                    <a:pt x="18006" y="4336"/>
                    <a:pt x="18086" y="4276"/>
                    <a:pt x="18116" y="4216"/>
                  </a:cubicBezTo>
                  <a:cubicBezTo>
                    <a:pt x="18190" y="4105"/>
                    <a:pt x="18190" y="3994"/>
                    <a:pt x="18153" y="3883"/>
                  </a:cubicBezTo>
                  <a:cubicBezTo>
                    <a:pt x="18116" y="3883"/>
                    <a:pt x="17598" y="2811"/>
                    <a:pt x="16194" y="1849"/>
                  </a:cubicBezTo>
                  <a:cubicBezTo>
                    <a:pt x="15824" y="1591"/>
                    <a:pt x="15232" y="1406"/>
                    <a:pt x="14493" y="1184"/>
                  </a:cubicBezTo>
                  <a:cubicBezTo>
                    <a:pt x="12312" y="555"/>
                    <a:pt x="8725" y="1"/>
                    <a:pt x="65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59"/>
            <p:cNvSpPr/>
            <p:nvPr/>
          </p:nvSpPr>
          <p:spPr>
            <a:xfrm>
              <a:off x="3174550" y="2857500"/>
              <a:ext cx="244950" cy="223675"/>
            </a:xfrm>
            <a:custGeom>
              <a:rect b="b" l="l" r="r" t="t"/>
              <a:pathLst>
                <a:path extrusionOk="0" h="8947" w="9798">
                  <a:moveTo>
                    <a:pt x="6545" y="0"/>
                  </a:moveTo>
                  <a:lnTo>
                    <a:pt x="4992" y="148"/>
                  </a:lnTo>
                  <a:lnTo>
                    <a:pt x="4289" y="2403"/>
                  </a:lnTo>
                  <a:lnTo>
                    <a:pt x="1" y="3623"/>
                  </a:lnTo>
                  <a:lnTo>
                    <a:pt x="1221" y="8947"/>
                  </a:lnTo>
                  <a:lnTo>
                    <a:pt x="5103" y="8762"/>
                  </a:lnTo>
                  <a:lnTo>
                    <a:pt x="6729" y="7061"/>
                  </a:lnTo>
                  <a:lnTo>
                    <a:pt x="9798" y="3771"/>
                  </a:lnTo>
                  <a:lnTo>
                    <a:pt x="9132" y="3253"/>
                  </a:lnTo>
                  <a:lnTo>
                    <a:pt x="6027" y="5176"/>
                  </a:lnTo>
                  <a:lnTo>
                    <a:pt x="6360" y="2218"/>
                  </a:lnTo>
                  <a:lnTo>
                    <a:pt x="6877" y="2921"/>
                  </a:lnTo>
                  <a:lnTo>
                    <a:pt x="7580" y="2218"/>
                  </a:lnTo>
                  <a:lnTo>
                    <a:pt x="654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59"/>
            <p:cNvSpPr/>
            <p:nvPr/>
          </p:nvSpPr>
          <p:spPr>
            <a:xfrm>
              <a:off x="3165325" y="2849175"/>
              <a:ext cx="261575" cy="239575"/>
            </a:xfrm>
            <a:custGeom>
              <a:rect b="b" l="l" r="r" t="t"/>
              <a:pathLst>
                <a:path extrusionOk="0" h="9583" w="10463">
                  <a:moveTo>
                    <a:pt x="6729" y="666"/>
                  </a:moveTo>
                  <a:lnTo>
                    <a:pt x="7579" y="2514"/>
                  </a:lnTo>
                  <a:lnTo>
                    <a:pt x="7283" y="2773"/>
                  </a:lnTo>
                  <a:lnTo>
                    <a:pt x="6987" y="2366"/>
                  </a:lnTo>
                  <a:cubicBezTo>
                    <a:pt x="6914" y="2292"/>
                    <a:pt x="6803" y="2255"/>
                    <a:pt x="6655" y="2255"/>
                  </a:cubicBezTo>
                  <a:cubicBezTo>
                    <a:pt x="6544" y="2292"/>
                    <a:pt x="6470" y="2403"/>
                    <a:pt x="6433" y="2514"/>
                  </a:cubicBezTo>
                  <a:lnTo>
                    <a:pt x="6100" y="5472"/>
                  </a:lnTo>
                  <a:cubicBezTo>
                    <a:pt x="6063" y="5583"/>
                    <a:pt x="6137" y="5694"/>
                    <a:pt x="6248" y="5768"/>
                  </a:cubicBezTo>
                  <a:cubicBezTo>
                    <a:pt x="6285" y="5805"/>
                    <a:pt x="6340" y="5823"/>
                    <a:pt x="6396" y="5823"/>
                  </a:cubicBezTo>
                  <a:cubicBezTo>
                    <a:pt x="6451" y="5823"/>
                    <a:pt x="6507" y="5805"/>
                    <a:pt x="6544" y="5768"/>
                  </a:cubicBezTo>
                  <a:lnTo>
                    <a:pt x="9501" y="3993"/>
                  </a:lnTo>
                  <a:lnTo>
                    <a:pt x="9686" y="4141"/>
                  </a:lnTo>
                  <a:lnTo>
                    <a:pt x="6877" y="7210"/>
                  </a:lnTo>
                  <a:lnTo>
                    <a:pt x="5324" y="8799"/>
                  </a:lnTo>
                  <a:lnTo>
                    <a:pt x="1831" y="8972"/>
                  </a:lnTo>
                  <a:lnTo>
                    <a:pt x="1831" y="8972"/>
                  </a:lnTo>
                  <a:lnTo>
                    <a:pt x="702" y="4178"/>
                  </a:lnTo>
                  <a:lnTo>
                    <a:pt x="4769" y="3032"/>
                  </a:lnTo>
                  <a:cubicBezTo>
                    <a:pt x="4843" y="2995"/>
                    <a:pt x="4954" y="2921"/>
                    <a:pt x="4954" y="2847"/>
                  </a:cubicBezTo>
                  <a:lnTo>
                    <a:pt x="5583" y="777"/>
                  </a:lnTo>
                  <a:lnTo>
                    <a:pt x="6729" y="666"/>
                  </a:lnTo>
                  <a:close/>
                  <a:moveTo>
                    <a:pt x="6877" y="0"/>
                  </a:moveTo>
                  <a:lnTo>
                    <a:pt x="5324" y="185"/>
                  </a:lnTo>
                  <a:cubicBezTo>
                    <a:pt x="5213" y="185"/>
                    <a:pt x="5102" y="296"/>
                    <a:pt x="5065" y="407"/>
                  </a:cubicBezTo>
                  <a:lnTo>
                    <a:pt x="4436" y="2477"/>
                  </a:lnTo>
                  <a:lnTo>
                    <a:pt x="259" y="3660"/>
                  </a:lnTo>
                  <a:cubicBezTo>
                    <a:pt x="111" y="3697"/>
                    <a:pt x="0" y="3845"/>
                    <a:pt x="37" y="4030"/>
                  </a:cubicBezTo>
                  <a:lnTo>
                    <a:pt x="1294" y="9354"/>
                  </a:lnTo>
                  <a:cubicBezTo>
                    <a:pt x="1326" y="9482"/>
                    <a:pt x="1442" y="9583"/>
                    <a:pt x="1569" y="9583"/>
                  </a:cubicBezTo>
                  <a:cubicBezTo>
                    <a:pt x="1588" y="9583"/>
                    <a:pt x="1607" y="9581"/>
                    <a:pt x="1627" y="9576"/>
                  </a:cubicBezTo>
                  <a:lnTo>
                    <a:pt x="5472" y="9391"/>
                  </a:lnTo>
                  <a:cubicBezTo>
                    <a:pt x="5546" y="9391"/>
                    <a:pt x="5620" y="9354"/>
                    <a:pt x="5693" y="9317"/>
                  </a:cubicBezTo>
                  <a:lnTo>
                    <a:pt x="7320" y="7616"/>
                  </a:lnTo>
                  <a:lnTo>
                    <a:pt x="10389" y="4289"/>
                  </a:lnTo>
                  <a:cubicBezTo>
                    <a:pt x="10426" y="4252"/>
                    <a:pt x="10463" y="4141"/>
                    <a:pt x="10463" y="4067"/>
                  </a:cubicBezTo>
                  <a:cubicBezTo>
                    <a:pt x="10463" y="3993"/>
                    <a:pt x="10426" y="3919"/>
                    <a:pt x="10352" y="3845"/>
                  </a:cubicBezTo>
                  <a:lnTo>
                    <a:pt x="9686" y="3365"/>
                  </a:lnTo>
                  <a:cubicBezTo>
                    <a:pt x="9643" y="3321"/>
                    <a:pt x="9574" y="3303"/>
                    <a:pt x="9503" y="3303"/>
                  </a:cubicBezTo>
                  <a:cubicBezTo>
                    <a:pt x="9452" y="3303"/>
                    <a:pt x="9400" y="3312"/>
                    <a:pt x="9354" y="3328"/>
                  </a:cubicBezTo>
                  <a:lnTo>
                    <a:pt x="6766" y="4917"/>
                  </a:lnTo>
                  <a:lnTo>
                    <a:pt x="6950" y="3365"/>
                  </a:lnTo>
                  <a:lnTo>
                    <a:pt x="7024" y="3439"/>
                  </a:lnTo>
                  <a:cubicBezTo>
                    <a:pt x="7061" y="3512"/>
                    <a:pt x="7135" y="3549"/>
                    <a:pt x="7246" y="3549"/>
                  </a:cubicBezTo>
                  <a:cubicBezTo>
                    <a:pt x="7266" y="3559"/>
                    <a:pt x="7289" y="3564"/>
                    <a:pt x="7312" y="3564"/>
                  </a:cubicBezTo>
                  <a:cubicBezTo>
                    <a:pt x="7374" y="3564"/>
                    <a:pt x="7441" y="3530"/>
                    <a:pt x="7468" y="3476"/>
                  </a:cubicBezTo>
                  <a:lnTo>
                    <a:pt x="8171" y="2773"/>
                  </a:lnTo>
                  <a:cubicBezTo>
                    <a:pt x="8281" y="2699"/>
                    <a:pt x="8281" y="2551"/>
                    <a:pt x="8244" y="2440"/>
                  </a:cubicBezTo>
                  <a:lnTo>
                    <a:pt x="7209" y="185"/>
                  </a:lnTo>
                  <a:cubicBezTo>
                    <a:pt x="7135" y="74"/>
                    <a:pt x="7024" y="0"/>
                    <a:pt x="68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59"/>
            <p:cNvSpPr/>
            <p:nvPr/>
          </p:nvSpPr>
          <p:spPr>
            <a:xfrm>
              <a:off x="3119100" y="3076550"/>
              <a:ext cx="183025" cy="423600"/>
            </a:xfrm>
            <a:custGeom>
              <a:rect b="b" l="l" r="r" t="t"/>
              <a:pathLst>
                <a:path extrusionOk="0" h="16944" w="7321">
                  <a:moveTo>
                    <a:pt x="7321" y="0"/>
                  </a:moveTo>
                  <a:lnTo>
                    <a:pt x="3439" y="185"/>
                  </a:lnTo>
                  <a:lnTo>
                    <a:pt x="148" y="13975"/>
                  </a:lnTo>
                  <a:lnTo>
                    <a:pt x="0" y="14345"/>
                  </a:lnTo>
                  <a:cubicBezTo>
                    <a:pt x="1103" y="16435"/>
                    <a:pt x="2918" y="16943"/>
                    <a:pt x="4422" y="16943"/>
                  </a:cubicBezTo>
                  <a:cubicBezTo>
                    <a:pt x="5844" y="16943"/>
                    <a:pt x="6988" y="16489"/>
                    <a:pt x="6988" y="16489"/>
                  </a:cubicBezTo>
                  <a:lnTo>
                    <a:pt x="732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59"/>
            <p:cNvSpPr/>
            <p:nvPr/>
          </p:nvSpPr>
          <p:spPr>
            <a:xfrm>
              <a:off x="3110775" y="3068775"/>
              <a:ext cx="198750" cy="439425"/>
            </a:xfrm>
            <a:custGeom>
              <a:rect b="b" l="l" r="r" t="t"/>
              <a:pathLst>
                <a:path extrusionOk="0" h="17577" w="7950">
                  <a:moveTo>
                    <a:pt x="7321" y="644"/>
                  </a:moveTo>
                  <a:lnTo>
                    <a:pt x="6993" y="16588"/>
                  </a:lnTo>
                  <a:lnTo>
                    <a:pt x="6993" y="16588"/>
                  </a:lnTo>
                  <a:cubicBezTo>
                    <a:pt x="6621" y="16705"/>
                    <a:pt x="5745" y="16948"/>
                    <a:pt x="4733" y="16948"/>
                  </a:cubicBezTo>
                  <a:cubicBezTo>
                    <a:pt x="3994" y="16948"/>
                    <a:pt x="3217" y="16837"/>
                    <a:pt x="2515" y="16467"/>
                  </a:cubicBezTo>
                  <a:cubicBezTo>
                    <a:pt x="1841" y="16113"/>
                    <a:pt x="1168" y="15555"/>
                    <a:pt x="658" y="14663"/>
                  </a:cubicBezTo>
                  <a:lnTo>
                    <a:pt x="658" y="14663"/>
                  </a:lnTo>
                  <a:lnTo>
                    <a:pt x="740" y="14360"/>
                  </a:lnTo>
                  <a:lnTo>
                    <a:pt x="777" y="14360"/>
                  </a:lnTo>
                  <a:lnTo>
                    <a:pt x="4031" y="792"/>
                  </a:lnTo>
                  <a:lnTo>
                    <a:pt x="7321" y="644"/>
                  </a:lnTo>
                  <a:close/>
                  <a:moveTo>
                    <a:pt x="7699" y="1"/>
                  </a:moveTo>
                  <a:cubicBezTo>
                    <a:pt x="7673" y="1"/>
                    <a:pt x="7646" y="5"/>
                    <a:pt x="7617" y="15"/>
                  </a:cubicBezTo>
                  <a:lnTo>
                    <a:pt x="3772" y="200"/>
                  </a:lnTo>
                  <a:cubicBezTo>
                    <a:pt x="3624" y="200"/>
                    <a:pt x="3513" y="311"/>
                    <a:pt x="3476" y="422"/>
                  </a:cubicBezTo>
                  <a:lnTo>
                    <a:pt x="149" y="14175"/>
                  </a:lnTo>
                  <a:lnTo>
                    <a:pt x="38" y="14582"/>
                  </a:lnTo>
                  <a:cubicBezTo>
                    <a:pt x="1" y="14656"/>
                    <a:pt x="38" y="14730"/>
                    <a:pt x="75" y="14804"/>
                  </a:cubicBezTo>
                  <a:cubicBezTo>
                    <a:pt x="629" y="15913"/>
                    <a:pt x="1406" y="16615"/>
                    <a:pt x="2256" y="17022"/>
                  </a:cubicBezTo>
                  <a:cubicBezTo>
                    <a:pt x="3069" y="17429"/>
                    <a:pt x="3957" y="17576"/>
                    <a:pt x="4733" y="17576"/>
                  </a:cubicBezTo>
                  <a:cubicBezTo>
                    <a:pt x="6212" y="17576"/>
                    <a:pt x="7395" y="17096"/>
                    <a:pt x="7432" y="17096"/>
                  </a:cubicBezTo>
                  <a:cubicBezTo>
                    <a:pt x="7543" y="17022"/>
                    <a:pt x="7617" y="16948"/>
                    <a:pt x="7617" y="16800"/>
                  </a:cubicBezTo>
                  <a:lnTo>
                    <a:pt x="7949" y="311"/>
                  </a:lnTo>
                  <a:cubicBezTo>
                    <a:pt x="7949" y="237"/>
                    <a:pt x="7912" y="126"/>
                    <a:pt x="7875" y="89"/>
                  </a:cubicBezTo>
                  <a:cubicBezTo>
                    <a:pt x="7821" y="35"/>
                    <a:pt x="7767" y="1"/>
                    <a:pt x="7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59"/>
            <p:cNvSpPr/>
            <p:nvPr/>
          </p:nvSpPr>
          <p:spPr>
            <a:xfrm>
              <a:off x="3104300" y="2951775"/>
              <a:ext cx="378050" cy="561575"/>
            </a:xfrm>
            <a:custGeom>
              <a:rect b="b" l="l" r="r" t="t"/>
              <a:pathLst>
                <a:path extrusionOk="0" h="22463" w="15122">
                  <a:moveTo>
                    <a:pt x="12608" y="0"/>
                  </a:moveTo>
                  <a:lnTo>
                    <a:pt x="777" y="18559"/>
                  </a:lnTo>
                  <a:cubicBezTo>
                    <a:pt x="777" y="18559"/>
                    <a:pt x="1" y="20888"/>
                    <a:pt x="2922" y="22072"/>
                  </a:cubicBezTo>
                  <a:cubicBezTo>
                    <a:pt x="3637" y="22356"/>
                    <a:pt x="4284" y="22463"/>
                    <a:pt x="4852" y="22463"/>
                  </a:cubicBezTo>
                  <a:cubicBezTo>
                    <a:pt x="6576" y="22463"/>
                    <a:pt x="7580" y="21480"/>
                    <a:pt x="7580" y="21480"/>
                  </a:cubicBezTo>
                  <a:lnTo>
                    <a:pt x="15122" y="14714"/>
                  </a:lnTo>
                  <a:lnTo>
                    <a:pt x="126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59"/>
            <p:cNvSpPr/>
            <p:nvPr/>
          </p:nvSpPr>
          <p:spPr>
            <a:xfrm>
              <a:off x="3113550" y="2944025"/>
              <a:ext cx="376200" cy="577100"/>
            </a:xfrm>
            <a:custGeom>
              <a:rect b="b" l="l" r="r" t="t"/>
              <a:pathLst>
                <a:path extrusionOk="0" h="23084" w="15048">
                  <a:moveTo>
                    <a:pt x="12046" y="1166"/>
                  </a:moveTo>
                  <a:lnTo>
                    <a:pt x="14419" y="14913"/>
                  </a:lnTo>
                  <a:lnTo>
                    <a:pt x="6988" y="21568"/>
                  </a:lnTo>
                  <a:cubicBezTo>
                    <a:pt x="6951" y="21605"/>
                    <a:pt x="6027" y="22455"/>
                    <a:pt x="4511" y="22455"/>
                  </a:cubicBezTo>
                  <a:cubicBezTo>
                    <a:pt x="3957" y="22455"/>
                    <a:pt x="3365" y="22345"/>
                    <a:pt x="2663" y="22086"/>
                  </a:cubicBezTo>
                  <a:cubicBezTo>
                    <a:pt x="1775" y="21716"/>
                    <a:pt x="1258" y="21272"/>
                    <a:pt x="999" y="20829"/>
                  </a:cubicBezTo>
                  <a:cubicBezTo>
                    <a:pt x="703" y="20385"/>
                    <a:pt x="629" y="19941"/>
                    <a:pt x="629" y="19572"/>
                  </a:cubicBezTo>
                  <a:cubicBezTo>
                    <a:pt x="629" y="19387"/>
                    <a:pt x="666" y="19239"/>
                    <a:pt x="666" y="19128"/>
                  </a:cubicBezTo>
                  <a:lnTo>
                    <a:pt x="703" y="19017"/>
                  </a:lnTo>
                  <a:lnTo>
                    <a:pt x="703" y="18996"/>
                  </a:lnTo>
                  <a:lnTo>
                    <a:pt x="703" y="18996"/>
                  </a:lnTo>
                  <a:lnTo>
                    <a:pt x="12046" y="1166"/>
                  </a:lnTo>
                  <a:close/>
                  <a:moveTo>
                    <a:pt x="12187" y="0"/>
                  </a:moveTo>
                  <a:cubicBezTo>
                    <a:pt x="12097" y="0"/>
                    <a:pt x="12007" y="42"/>
                    <a:pt x="11979" y="125"/>
                  </a:cubicBezTo>
                  <a:lnTo>
                    <a:pt x="149" y="18721"/>
                  </a:lnTo>
                  <a:lnTo>
                    <a:pt x="112" y="18795"/>
                  </a:lnTo>
                  <a:cubicBezTo>
                    <a:pt x="112" y="18795"/>
                    <a:pt x="1" y="19128"/>
                    <a:pt x="1" y="19572"/>
                  </a:cubicBezTo>
                  <a:cubicBezTo>
                    <a:pt x="1" y="20015"/>
                    <a:pt x="112" y="20570"/>
                    <a:pt x="481" y="21162"/>
                  </a:cubicBezTo>
                  <a:cubicBezTo>
                    <a:pt x="814" y="21716"/>
                    <a:pt x="1443" y="22271"/>
                    <a:pt x="2441" y="22640"/>
                  </a:cubicBezTo>
                  <a:cubicBezTo>
                    <a:pt x="3180" y="22973"/>
                    <a:pt x="3883" y="23084"/>
                    <a:pt x="4511" y="23084"/>
                  </a:cubicBezTo>
                  <a:cubicBezTo>
                    <a:pt x="6323" y="23084"/>
                    <a:pt x="7395" y="22049"/>
                    <a:pt x="7395" y="22012"/>
                  </a:cubicBezTo>
                  <a:lnTo>
                    <a:pt x="14937" y="15246"/>
                  </a:lnTo>
                  <a:cubicBezTo>
                    <a:pt x="15011" y="15172"/>
                    <a:pt x="15048" y="15061"/>
                    <a:pt x="15048" y="14950"/>
                  </a:cubicBezTo>
                  <a:lnTo>
                    <a:pt x="12534" y="236"/>
                  </a:lnTo>
                  <a:cubicBezTo>
                    <a:pt x="12497" y="125"/>
                    <a:pt x="12423" y="14"/>
                    <a:pt x="12275" y="14"/>
                  </a:cubicBezTo>
                  <a:cubicBezTo>
                    <a:pt x="12247" y="5"/>
                    <a:pt x="12217" y="0"/>
                    <a:pt x="121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59"/>
            <p:cNvSpPr/>
            <p:nvPr/>
          </p:nvSpPr>
          <p:spPr>
            <a:xfrm>
              <a:off x="4058150" y="2922175"/>
              <a:ext cx="1011175" cy="521400"/>
            </a:xfrm>
            <a:custGeom>
              <a:rect b="b" l="l" r="r" t="t"/>
              <a:pathLst>
                <a:path extrusionOk="0" h="20856" w="40447">
                  <a:moveTo>
                    <a:pt x="7173" y="1"/>
                  </a:moveTo>
                  <a:lnTo>
                    <a:pt x="1" y="10649"/>
                  </a:lnTo>
                  <a:lnTo>
                    <a:pt x="15861" y="20113"/>
                  </a:lnTo>
                  <a:cubicBezTo>
                    <a:pt x="16705" y="20604"/>
                    <a:pt x="17644" y="20855"/>
                    <a:pt x="18582" y="20855"/>
                  </a:cubicBezTo>
                  <a:cubicBezTo>
                    <a:pt x="19410" y="20855"/>
                    <a:pt x="20237" y="20660"/>
                    <a:pt x="21000" y="20261"/>
                  </a:cubicBezTo>
                  <a:lnTo>
                    <a:pt x="40446" y="10353"/>
                  </a:lnTo>
                  <a:lnTo>
                    <a:pt x="38968" y="7617"/>
                  </a:lnTo>
                  <a:lnTo>
                    <a:pt x="21591" y="13680"/>
                  </a:lnTo>
                  <a:lnTo>
                    <a:pt x="71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59"/>
            <p:cNvSpPr/>
            <p:nvPr/>
          </p:nvSpPr>
          <p:spPr>
            <a:xfrm>
              <a:off x="4049825" y="2914800"/>
              <a:ext cx="1026900" cy="537025"/>
            </a:xfrm>
            <a:custGeom>
              <a:rect b="b" l="l" r="r" t="t"/>
              <a:pathLst>
                <a:path extrusionOk="0" h="21481" w="41076">
                  <a:moveTo>
                    <a:pt x="7540" y="760"/>
                  </a:moveTo>
                  <a:lnTo>
                    <a:pt x="21740" y="14197"/>
                  </a:lnTo>
                  <a:cubicBezTo>
                    <a:pt x="21794" y="14251"/>
                    <a:pt x="21868" y="14285"/>
                    <a:pt x="21947" y="14285"/>
                  </a:cubicBezTo>
                  <a:cubicBezTo>
                    <a:pt x="21976" y="14285"/>
                    <a:pt x="22006" y="14281"/>
                    <a:pt x="22035" y="14271"/>
                  </a:cubicBezTo>
                  <a:lnTo>
                    <a:pt x="39153" y="8282"/>
                  </a:lnTo>
                  <a:lnTo>
                    <a:pt x="40336" y="10500"/>
                  </a:lnTo>
                  <a:lnTo>
                    <a:pt x="21222" y="20297"/>
                  </a:lnTo>
                  <a:cubicBezTo>
                    <a:pt x="20483" y="20667"/>
                    <a:pt x="19706" y="20852"/>
                    <a:pt x="18930" y="20852"/>
                  </a:cubicBezTo>
                  <a:cubicBezTo>
                    <a:pt x="18043" y="20852"/>
                    <a:pt x="17155" y="20593"/>
                    <a:pt x="16342" y="20149"/>
                  </a:cubicBezTo>
                  <a:lnTo>
                    <a:pt x="740" y="10833"/>
                  </a:lnTo>
                  <a:lnTo>
                    <a:pt x="7540" y="760"/>
                  </a:lnTo>
                  <a:close/>
                  <a:moveTo>
                    <a:pt x="7469" y="0"/>
                  </a:moveTo>
                  <a:cubicBezTo>
                    <a:pt x="7358" y="0"/>
                    <a:pt x="7284" y="74"/>
                    <a:pt x="7247" y="148"/>
                  </a:cubicBezTo>
                  <a:lnTo>
                    <a:pt x="75" y="10759"/>
                  </a:lnTo>
                  <a:cubicBezTo>
                    <a:pt x="1" y="10833"/>
                    <a:pt x="1" y="10944"/>
                    <a:pt x="38" y="11017"/>
                  </a:cubicBezTo>
                  <a:cubicBezTo>
                    <a:pt x="38" y="11091"/>
                    <a:pt x="75" y="11165"/>
                    <a:pt x="149" y="11202"/>
                  </a:cubicBezTo>
                  <a:lnTo>
                    <a:pt x="16046" y="20667"/>
                  </a:lnTo>
                  <a:cubicBezTo>
                    <a:pt x="16933" y="21184"/>
                    <a:pt x="17932" y="21480"/>
                    <a:pt x="18930" y="21480"/>
                  </a:cubicBezTo>
                  <a:cubicBezTo>
                    <a:pt x="19817" y="21480"/>
                    <a:pt x="20667" y="21258"/>
                    <a:pt x="21481" y="20852"/>
                  </a:cubicBezTo>
                  <a:lnTo>
                    <a:pt x="40927" y="10907"/>
                  </a:lnTo>
                  <a:cubicBezTo>
                    <a:pt x="40964" y="10870"/>
                    <a:pt x="41038" y="10833"/>
                    <a:pt x="41075" y="10722"/>
                  </a:cubicBezTo>
                  <a:cubicBezTo>
                    <a:pt x="41075" y="10648"/>
                    <a:pt x="41075" y="10574"/>
                    <a:pt x="41038" y="10500"/>
                  </a:cubicBezTo>
                  <a:lnTo>
                    <a:pt x="39559" y="7764"/>
                  </a:lnTo>
                  <a:cubicBezTo>
                    <a:pt x="39531" y="7651"/>
                    <a:pt x="39417" y="7603"/>
                    <a:pt x="39298" y="7603"/>
                  </a:cubicBezTo>
                  <a:cubicBezTo>
                    <a:pt x="39262" y="7603"/>
                    <a:pt x="39225" y="7607"/>
                    <a:pt x="39190" y="7616"/>
                  </a:cubicBezTo>
                  <a:lnTo>
                    <a:pt x="21998" y="13605"/>
                  </a:lnTo>
                  <a:lnTo>
                    <a:pt x="7691" y="74"/>
                  </a:lnTo>
                  <a:cubicBezTo>
                    <a:pt x="7617" y="37"/>
                    <a:pt x="7543" y="0"/>
                    <a:pt x="7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59"/>
            <p:cNvSpPr/>
            <p:nvPr/>
          </p:nvSpPr>
          <p:spPr>
            <a:xfrm>
              <a:off x="5032325" y="2936500"/>
              <a:ext cx="282850" cy="248425"/>
            </a:xfrm>
            <a:custGeom>
              <a:rect b="b" l="l" r="r" t="t"/>
              <a:pathLst>
                <a:path extrusionOk="0" h="9937" w="11314">
                  <a:moveTo>
                    <a:pt x="3692" y="1"/>
                  </a:moveTo>
                  <a:cubicBezTo>
                    <a:pt x="3456" y="1"/>
                    <a:pt x="3291" y="130"/>
                    <a:pt x="3291" y="130"/>
                  </a:cubicBezTo>
                  <a:lnTo>
                    <a:pt x="1479" y="4197"/>
                  </a:lnTo>
                  <a:lnTo>
                    <a:pt x="1" y="7044"/>
                  </a:lnTo>
                  <a:lnTo>
                    <a:pt x="1479" y="9780"/>
                  </a:lnTo>
                  <a:cubicBezTo>
                    <a:pt x="1479" y="9780"/>
                    <a:pt x="2594" y="9936"/>
                    <a:pt x="3401" y="9936"/>
                  </a:cubicBezTo>
                  <a:cubicBezTo>
                    <a:pt x="3704" y="9936"/>
                    <a:pt x="3963" y="9914"/>
                    <a:pt x="4104" y="9854"/>
                  </a:cubicBezTo>
                  <a:cubicBezTo>
                    <a:pt x="4474" y="9669"/>
                    <a:pt x="5546" y="9077"/>
                    <a:pt x="6175" y="8671"/>
                  </a:cubicBezTo>
                  <a:cubicBezTo>
                    <a:pt x="6470" y="8486"/>
                    <a:pt x="6692" y="8153"/>
                    <a:pt x="6766" y="7783"/>
                  </a:cubicBezTo>
                  <a:lnTo>
                    <a:pt x="7173" y="4863"/>
                  </a:lnTo>
                  <a:cubicBezTo>
                    <a:pt x="7173" y="4863"/>
                    <a:pt x="9391" y="3864"/>
                    <a:pt x="10796" y="3014"/>
                  </a:cubicBezTo>
                  <a:cubicBezTo>
                    <a:pt x="11314" y="2681"/>
                    <a:pt x="10759" y="2090"/>
                    <a:pt x="10537" y="1905"/>
                  </a:cubicBezTo>
                  <a:cubicBezTo>
                    <a:pt x="10467" y="1835"/>
                    <a:pt x="10382" y="1809"/>
                    <a:pt x="10291" y="1809"/>
                  </a:cubicBezTo>
                  <a:cubicBezTo>
                    <a:pt x="10239" y="1809"/>
                    <a:pt x="10185" y="1818"/>
                    <a:pt x="10131" y="1831"/>
                  </a:cubicBezTo>
                  <a:lnTo>
                    <a:pt x="5805" y="3495"/>
                  </a:lnTo>
                  <a:lnTo>
                    <a:pt x="3846" y="3162"/>
                  </a:lnTo>
                  <a:cubicBezTo>
                    <a:pt x="4067" y="2423"/>
                    <a:pt x="4659" y="722"/>
                    <a:pt x="4326" y="352"/>
                  </a:cubicBezTo>
                  <a:cubicBezTo>
                    <a:pt x="4101" y="78"/>
                    <a:pt x="3875" y="1"/>
                    <a:pt x="36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59"/>
            <p:cNvSpPr/>
            <p:nvPr/>
          </p:nvSpPr>
          <p:spPr>
            <a:xfrm>
              <a:off x="5024000" y="2928650"/>
              <a:ext cx="291175" cy="263450"/>
            </a:xfrm>
            <a:custGeom>
              <a:rect b="b" l="l" r="r" t="t"/>
              <a:pathLst>
                <a:path extrusionOk="0" h="10538" w="11647">
                  <a:moveTo>
                    <a:pt x="4031" y="629"/>
                  </a:moveTo>
                  <a:cubicBezTo>
                    <a:pt x="4142" y="629"/>
                    <a:pt x="4252" y="666"/>
                    <a:pt x="4400" y="851"/>
                  </a:cubicBezTo>
                  <a:cubicBezTo>
                    <a:pt x="4437" y="851"/>
                    <a:pt x="4437" y="925"/>
                    <a:pt x="4437" y="1036"/>
                  </a:cubicBezTo>
                  <a:cubicBezTo>
                    <a:pt x="4437" y="1295"/>
                    <a:pt x="4363" y="1775"/>
                    <a:pt x="4216" y="2219"/>
                  </a:cubicBezTo>
                  <a:cubicBezTo>
                    <a:pt x="4105" y="2663"/>
                    <a:pt x="3957" y="3069"/>
                    <a:pt x="3883" y="3402"/>
                  </a:cubicBezTo>
                  <a:cubicBezTo>
                    <a:pt x="3883" y="3476"/>
                    <a:pt x="3883" y="3550"/>
                    <a:pt x="3920" y="3624"/>
                  </a:cubicBezTo>
                  <a:cubicBezTo>
                    <a:pt x="3957" y="3698"/>
                    <a:pt x="4031" y="3772"/>
                    <a:pt x="4142" y="3772"/>
                  </a:cubicBezTo>
                  <a:lnTo>
                    <a:pt x="6101" y="4104"/>
                  </a:lnTo>
                  <a:lnTo>
                    <a:pt x="6249" y="4104"/>
                  </a:lnTo>
                  <a:lnTo>
                    <a:pt x="10574" y="2441"/>
                  </a:lnTo>
                  <a:lnTo>
                    <a:pt x="10685" y="2441"/>
                  </a:lnTo>
                  <a:cubicBezTo>
                    <a:pt x="10722" y="2515"/>
                    <a:pt x="10833" y="2589"/>
                    <a:pt x="10907" y="2700"/>
                  </a:cubicBezTo>
                  <a:cubicBezTo>
                    <a:pt x="10981" y="2811"/>
                    <a:pt x="11018" y="2921"/>
                    <a:pt x="11018" y="2958"/>
                  </a:cubicBezTo>
                  <a:lnTo>
                    <a:pt x="11018" y="2995"/>
                  </a:lnTo>
                  <a:lnTo>
                    <a:pt x="10944" y="3069"/>
                  </a:lnTo>
                  <a:cubicBezTo>
                    <a:pt x="10279" y="3476"/>
                    <a:pt x="9391" y="3920"/>
                    <a:pt x="8652" y="4289"/>
                  </a:cubicBezTo>
                  <a:cubicBezTo>
                    <a:pt x="8319" y="4437"/>
                    <a:pt x="7987" y="4622"/>
                    <a:pt x="7765" y="4696"/>
                  </a:cubicBezTo>
                  <a:cubicBezTo>
                    <a:pt x="7543" y="4807"/>
                    <a:pt x="7395" y="4881"/>
                    <a:pt x="7395" y="4881"/>
                  </a:cubicBezTo>
                  <a:cubicBezTo>
                    <a:pt x="7284" y="4918"/>
                    <a:pt x="7247" y="5029"/>
                    <a:pt x="7210" y="5103"/>
                  </a:cubicBezTo>
                  <a:lnTo>
                    <a:pt x="6766" y="8060"/>
                  </a:lnTo>
                  <a:cubicBezTo>
                    <a:pt x="6730" y="8356"/>
                    <a:pt x="6582" y="8578"/>
                    <a:pt x="6323" y="8726"/>
                  </a:cubicBezTo>
                  <a:cubicBezTo>
                    <a:pt x="6027" y="8911"/>
                    <a:pt x="5620" y="9169"/>
                    <a:pt x="5214" y="9391"/>
                  </a:cubicBezTo>
                  <a:cubicBezTo>
                    <a:pt x="4844" y="9613"/>
                    <a:pt x="4474" y="9798"/>
                    <a:pt x="4326" y="9872"/>
                  </a:cubicBezTo>
                  <a:cubicBezTo>
                    <a:pt x="4326" y="9872"/>
                    <a:pt x="4216" y="9909"/>
                    <a:pt x="4105" y="9909"/>
                  </a:cubicBezTo>
                  <a:cubicBezTo>
                    <a:pt x="3994" y="9909"/>
                    <a:pt x="3846" y="9946"/>
                    <a:pt x="3698" y="9946"/>
                  </a:cubicBezTo>
                  <a:cubicBezTo>
                    <a:pt x="3328" y="9946"/>
                    <a:pt x="2848" y="9909"/>
                    <a:pt x="2478" y="9872"/>
                  </a:cubicBezTo>
                  <a:cubicBezTo>
                    <a:pt x="2281" y="9852"/>
                    <a:pt x="2116" y="9833"/>
                    <a:pt x="2004" y="9818"/>
                  </a:cubicBezTo>
                  <a:lnTo>
                    <a:pt x="2004" y="9818"/>
                  </a:lnTo>
                  <a:lnTo>
                    <a:pt x="703" y="7358"/>
                  </a:lnTo>
                  <a:lnTo>
                    <a:pt x="2071" y="4659"/>
                  </a:lnTo>
                  <a:lnTo>
                    <a:pt x="2108" y="4659"/>
                  </a:lnTo>
                  <a:lnTo>
                    <a:pt x="3885" y="670"/>
                  </a:lnTo>
                  <a:lnTo>
                    <a:pt x="3885" y="670"/>
                  </a:lnTo>
                  <a:cubicBezTo>
                    <a:pt x="3923" y="650"/>
                    <a:pt x="3972" y="629"/>
                    <a:pt x="4031" y="629"/>
                  </a:cubicBezTo>
                  <a:close/>
                  <a:moveTo>
                    <a:pt x="4031" y="1"/>
                  </a:moveTo>
                  <a:cubicBezTo>
                    <a:pt x="3698" y="1"/>
                    <a:pt x="3476" y="186"/>
                    <a:pt x="3439" y="223"/>
                  </a:cubicBezTo>
                  <a:lnTo>
                    <a:pt x="3365" y="333"/>
                  </a:lnTo>
                  <a:lnTo>
                    <a:pt x="1517" y="4400"/>
                  </a:lnTo>
                  <a:lnTo>
                    <a:pt x="75" y="7210"/>
                  </a:lnTo>
                  <a:cubicBezTo>
                    <a:pt x="1" y="7284"/>
                    <a:pt x="1" y="7395"/>
                    <a:pt x="75" y="7506"/>
                  </a:cubicBezTo>
                  <a:lnTo>
                    <a:pt x="1517" y="10242"/>
                  </a:lnTo>
                  <a:cubicBezTo>
                    <a:pt x="1591" y="10316"/>
                    <a:pt x="1665" y="10390"/>
                    <a:pt x="1775" y="10390"/>
                  </a:cubicBezTo>
                  <a:cubicBezTo>
                    <a:pt x="1775" y="10390"/>
                    <a:pt x="2848" y="10537"/>
                    <a:pt x="3698" y="10537"/>
                  </a:cubicBezTo>
                  <a:lnTo>
                    <a:pt x="4179" y="10537"/>
                  </a:lnTo>
                  <a:cubicBezTo>
                    <a:pt x="4326" y="10500"/>
                    <a:pt x="4437" y="10500"/>
                    <a:pt x="4585" y="10426"/>
                  </a:cubicBezTo>
                  <a:cubicBezTo>
                    <a:pt x="4770" y="10353"/>
                    <a:pt x="5140" y="10168"/>
                    <a:pt x="5546" y="9909"/>
                  </a:cubicBezTo>
                  <a:cubicBezTo>
                    <a:pt x="5916" y="9687"/>
                    <a:pt x="6323" y="9465"/>
                    <a:pt x="6656" y="9243"/>
                  </a:cubicBezTo>
                  <a:cubicBezTo>
                    <a:pt x="7062" y="9022"/>
                    <a:pt x="7321" y="8615"/>
                    <a:pt x="7395" y="8171"/>
                  </a:cubicBezTo>
                  <a:lnTo>
                    <a:pt x="7816" y="5361"/>
                  </a:lnTo>
                  <a:lnTo>
                    <a:pt x="7816" y="5361"/>
                  </a:lnTo>
                  <a:cubicBezTo>
                    <a:pt x="8353" y="5115"/>
                    <a:pt x="10100" y="4299"/>
                    <a:pt x="11277" y="3587"/>
                  </a:cubicBezTo>
                  <a:cubicBezTo>
                    <a:pt x="11388" y="3513"/>
                    <a:pt x="11499" y="3439"/>
                    <a:pt x="11536" y="3328"/>
                  </a:cubicBezTo>
                  <a:cubicBezTo>
                    <a:pt x="11610" y="3217"/>
                    <a:pt x="11647" y="3069"/>
                    <a:pt x="11647" y="2958"/>
                  </a:cubicBezTo>
                  <a:cubicBezTo>
                    <a:pt x="11647" y="2700"/>
                    <a:pt x="11536" y="2515"/>
                    <a:pt x="11425" y="2330"/>
                  </a:cubicBezTo>
                  <a:cubicBezTo>
                    <a:pt x="11277" y="2182"/>
                    <a:pt x="11166" y="2071"/>
                    <a:pt x="11055" y="1960"/>
                  </a:cubicBezTo>
                  <a:cubicBezTo>
                    <a:pt x="10944" y="1886"/>
                    <a:pt x="10759" y="1812"/>
                    <a:pt x="10611" y="1812"/>
                  </a:cubicBezTo>
                  <a:cubicBezTo>
                    <a:pt x="10537" y="1812"/>
                    <a:pt x="10427" y="1849"/>
                    <a:pt x="10353" y="1886"/>
                  </a:cubicBezTo>
                  <a:lnTo>
                    <a:pt x="6101" y="3476"/>
                  </a:lnTo>
                  <a:lnTo>
                    <a:pt x="4563" y="3230"/>
                  </a:lnTo>
                  <a:lnTo>
                    <a:pt x="4563" y="3230"/>
                  </a:lnTo>
                  <a:cubicBezTo>
                    <a:pt x="4638" y="2974"/>
                    <a:pt x="4731" y="2670"/>
                    <a:pt x="4807" y="2367"/>
                  </a:cubicBezTo>
                  <a:cubicBezTo>
                    <a:pt x="4955" y="1886"/>
                    <a:pt x="5066" y="1443"/>
                    <a:pt x="5066" y="1036"/>
                  </a:cubicBezTo>
                  <a:cubicBezTo>
                    <a:pt x="5066" y="851"/>
                    <a:pt x="5029" y="629"/>
                    <a:pt x="4881" y="444"/>
                  </a:cubicBezTo>
                  <a:cubicBezTo>
                    <a:pt x="4622" y="149"/>
                    <a:pt x="4326" y="1"/>
                    <a:pt x="4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59"/>
            <p:cNvSpPr/>
            <p:nvPr/>
          </p:nvSpPr>
          <p:spPr>
            <a:xfrm>
              <a:off x="5170975" y="3049725"/>
              <a:ext cx="49925" cy="34225"/>
            </a:xfrm>
            <a:custGeom>
              <a:rect b="b" l="l" r="r" t="t"/>
              <a:pathLst>
                <a:path extrusionOk="0" h="1369" w="1997">
                  <a:moveTo>
                    <a:pt x="1635" y="1"/>
                  </a:moveTo>
                  <a:cubicBezTo>
                    <a:pt x="1582" y="1"/>
                    <a:pt x="1528" y="13"/>
                    <a:pt x="1479" y="38"/>
                  </a:cubicBezTo>
                  <a:lnTo>
                    <a:pt x="185" y="777"/>
                  </a:lnTo>
                  <a:cubicBezTo>
                    <a:pt x="37" y="888"/>
                    <a:pt x="0" y="1073"/>
                    <a:pt x="74" y="1221"/>
                  </a:cubicBezTo>
                  <a:cubicBezTo>
                    <a:pt x="123" y="1320"/>
                    <a:pt x="222" y="1369"/>
                    <a:pt x="326" y="1369"/>
                  </a:cubicBezTo>
                  <a:cubicBezTo>
                    <a:pt x="378" y="1369"/>
                    <a:pt x="432" y="1357"/>
                    <a:pt x="481" y="1332"/>
                  </a:cubicBezTo>
                  <a:lnTo>
                    <a:pt x="1812" y="592"/>
                  </a:lnTo>
                  <a:cubicBezTo>
                    <a:pt x="1960" y="519"/>
                    <a:pt x="1997" y="297"/>
                    <a:pt x="1923" y="149"/>
                  </a:cubicBezTo>
                  <a:cubicBezTo>
                    <a:pt x="1849" y="50"/>
                    <a:pt x="1742" y="1"/>
                    <a:pt x="16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59"/>
            <p:cNvSpPr/>
            <p:nvPr/>
          </p:nvSpPr>
          <p:spPr>
            <a:xfrm>
              <a:off x="5177425" y="3078150"/>
              <a:ext cx="36075" cy="32750"/>
            </a:xfrm>
            <a:custGeom>
              <a:rect b="b" l="l" r="r" t="t"/>
              <a:pathLst>
                <a:path extrusionOk="0" h="1310" w="1443">
                  <a:moveTo>
                    <a:pt x="1124" y="1"/>
                  </a:moveTo>
                  <a:cubicBezTo>
                    <a:pt x="1045" y="1"/>
                    <a:pt x="962" y="28"/>
                    <a:pt x="888" y="84"/>
                  </a:cubicBezTo>
                  <a:lnTo>
                    <a:pt x="149" y="786"/>
                  </a:lnTo>
                  <a:cubicBezTo>
                    <a:pt x="1" y="897"/>
                    <a:pt x="1" y="1082"/>
                    <a:pt x="112" y="1193"/>
                  </a:cubicBezTo>
                  <a:cubicBezTo>
                    <a:pt x="171" y="1272"/>
                    <a:pt x="263" y="1309"/>
                    <a:pt x="352" y="1309"/>
                  </a:cubicBezTo>
                  <a:cubicBezTo>
                    <a:pt x="429" y="1309"/>
                    <a:pt x="504" y="1282"/>
                    <a:pt x="556" y="1230"/>
                  </a:cubicBezTo>
                  <a:lnTo>
                    <a:pt x="1332" y="528"/>
                  </a:lnTo>
                  <a:cubicBezTo>
                    <a:pt x="1443" y="417"/>
                    <a:pt x="1443" y="232"/>
                    <a:pt x="1332" y="84"/>
                  </a:cubicBezTo>
                  <a:cubicBezTo>
                    <a:pt x="1276" y="28"/>
                    <a:pt x="1203" y="1"/>
                    <a:pt x="1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59"/>
            <p:cNvSpPr/>
            <p:nvPr/>
          </p:nvSpPr>
          <p:spPr>
            <a:xfrm>
              <a:off x="5175600" y="3110600"/>
              <a:ext cx="33275" cy="33575"/>
            </a:xfrm>
            <a:custGeom>
              <a:rect b="b" l="l" r="r" t="t"/>
              <a:pathLst>
                <a:path extrusionOk="0" h="1343" w="1331">
                  <a:moveTo>
                    <a:pt x="964" y="1"/>
                  </a:moveTo>
                  <a:cubicBezTo>
                    <a:pt x="880" y="1"/>
                    <a:pt x="799" y="38"/>
                    <a:pt x="739" y="117"/>
                  </a:cubicBezTo>
                  <a:lnTo>
                    <a:pt x="111" y="819"/>
                  </a:lnTo>
                  <a:cubicBezTo>
                    <a:pt x="0" y="967"/>
                    <a:pt x="37" y="1152"/>
                    <a:pt x="148" y="1263"/>
                  </a:cubicBezTo>
                  <a:cubicBezTo>
                    <a:pt x="217" y="1314"/>
                    <a:pt x="293" y="1342"/>
                    <a:pt x="367" y="1342"/>
                  </a:cubicBezTo>
                  <a:cubicBezTo>
                    <a:pt x="451" y="1342"/>
                    <a:pt x="532" y="1305"/>
                    <a:pt x="592" y="1226"/>
                  </a:cubicBezTo>
                  <a:lnTo>
                    <a:pt x="1220" y="524"/>
                  </a:lnTo>
                  <a:cubicBezTo>
                    <a:pt x="1331" y="376"/>
                    <a:pt x="1294" y="191"/>
                    <a:pt x="1183" y="80"/>
                  </a:cubicBezTo>
                  <a:cubicBezTo>
                    <a:pt x="1114" y="28"/>
                    <a:pt x="1038" y="1"/>
                    <a:pt x="9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59"/>
            <p:cNvSpPr/>
            <p:nvPr/>
          </p:nvSpPr>
          <p:spPr>
            <a:xfrm>
              <a:off x="5094250" y="3007225"/>
              <a:ext cx="42550" cy="15725"/>
            </a:xfrm>
            <a:custGeom>
              <a:rect b="b" l="l" r="r" t="t"/>
              <a:pathLst>
                <a:path extrusionOk="0" h="629" w="1702">
                  <a:moveTo>
                    <a:pt x="296" y="0"/>
                  </a:moveTo>
                  <a:cubicBezTo>
                    <a:pt x="149" y="0"/>
                    <a:pt x="1" y="148"/>
                    <a:pt x="1" y="296"/>
                  </a:cubicBezTo>
                  <a:cubicBezTo>
                    <a:pt x="1" y="481"/>
                    <a:pt x="112" y="629"/>
                    <a:pt x="296" y="629"/>
                  </a:cubicBezTo>
                  <a:lnTo>
                    <a:pt x="1369" y="629"/>
                  </a:lnTo>
                  <a:cubicBezTo>
                    <a:pt x="1553" y="629"/>
                    <a:pt x="1664" y="481"/>
                    <a:pt x="1701" y="333"/>
                  </a:cubicBezTo>
                  <a:cubicBezTo>
                    <a:pt x="1701" y="148"/>
                    <a:pt x="1553" y="0"/>
                    <a:pt x="13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59"/>
            <p:cNvSpPr/>
            <p:nvPr/>
          </p:nvSpPr>
          <p:spPr>
            <a:xfrm>
              <a:off x="3419475" y="2893525"/>
              <a:ext cx="818000" cy="942775"/>
            </a:xfrm>
            <a:custGeom>
              <a:rect b="b" l="l" r="r" t="t"/>
              <a:pathLst>
                <a:path extrusionOk="0" h="37711" w="32720">
                  <a:moveTo>
                    <a:pt x="13162" y="1"/>
                  </a:moveTo>
                  <a:cubicBezTo>
                    <a:pt x="7543" y="1"/>
                    <a:pt x="1" y="2330"/>
                    <a:pt x="1" y="2330"/>
                  </a:cubicBezTo>
                  <a:lnTo>
                    <a:pt x="4253" y="37711"/>
                  </a:lnTo>
                  <a:lnTo>
                    <a:pt x="28246" y="37711"/>
                  </a:lnTo>
                  <a:lnTo>
                    <a:pt x="32720" y="1147"/>
                  </a:lnTo>
                  <a:lnTo>
                    <a:pt x="28838" y="962"/>
                  </a:lnTo>
                  <a:cubicBezTo>
                    <a:pt x="28838" y="962"/>
                    <a:pt x="18782" y="1"/>
                    <a:pt x="131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59"/>
            <p:cNvSpPr/>
            <p:nvPr/>
          </p:nvSpPr>
          <p:spPr>
            <a:xfrm>
              <a:off x="3411175" y="2886150"/>
              <a:ext cx="833700" cy="957550"/>
            </a:xfrm>
            <a:custGeom>
              <a:rect b="b" l="l" r="r" t="t"/>
              <a:pathLst>
                <a:path extrusionOk="0" h="38302" w="33348">
                  <a:moveTo>
                    <a:pt x="13494" y="592"/>
                  </a:moveTo>
                  <a:cubicBezTo>
                    <a:pt x="16267" y="592"/>
                    <a:pt x="20186" y="850"/>
                    <a:pt x="23403" y="1072"/>
                  </a:cubicBezTo>
                  <a:cubicBezTo>
                    <a:pt x="25029" y="1220"/>
                    <a:pt x="26434" y="1331"/>
                    <a:pt x="27469" y="1405"/>
                  </a:cubicBezTo>
                  <a:cubicBezTo>
                    <a:pt x="28505" y="1516"/>
                    <a:pt x="29133" y="1553"/>
                    <a:pt x="29133" y="1553"/>
                  </a:cubicBezTo>
                  <a:lnTo>
                    <a:pt x="32682" y="1738"/>
                  </a:lnTo>
                  <a:lnTo>
                    <a:pt x="28320" y="37710"/>
                  </a:lnTo>
                  <a:lnTo>
                    <a:pt x="4843" y="37710"/>
                  </a:lnTo>
                  <a:lnTo>
                    <a:pt x="659" y="2837"/>
                  </a:lnTo>
                  <a:lnTo>
                    <a:pt x="659" y="2837"/>
                  </a:lnTo>
                  <a:cubicBezTo>
                    <a:pt x="684" y="2829"/>
                    <a:pt x="711" y="2820"/>
                    <a:pt x="740" y="2810"/>
                  </a:cubicBezTo>
                  <a:cubicBezTo>
                    <a:pt x="2255" y="2366"/>
                    <a:pt x="8651" y="592"/>
                    <a:pt x="13494" y="592"/>
                  </a:cubicBezTo>
                  <a:close/>
                  <a:moveTo>
                    <a:pt x="13494" y="0"/>
                  </a:moveTo>
                  <a:cubicBezTo>
                    <a:pt x="7801" y="0"/>
                    <a:pt x="259" y="2329"/>
                    <a:pt x="222" y="2329"/>
                  </a:cubicBezTo>
                  <a:cubicBezTo>
                    <a:pt x="74" y="2366"/>
                    <a:pt x="0" y="2514"/>
                    <a:pt x="0" y="2662"/>
                  </a:cubicBezTo>
                  <a:lnTo>
                    <a:pt x="4289" y="38043"/>
                  </a:lnTo>
                  <a:cubicBezTo>
                    <a:pt x="4289" y="38191"/>
                    <a:pt x="4437" y="38302"/>
                    <a:pt x="4585" y="38302"/>
                  </a:cubicBezTo>
                  <a:lnTo>
                    <a:pt x="28578" y="38302"/>
                  </a:lnTo>
                  <a:cubicBezTo>
                    <a:pt x="28726" y="38302"/>
                    <a:pt x="28874" y="38191"/>
                    <a:pt x="28874" y="38043"/>
                  </a:cubicBezTo>
                  <a:lnTo>
                    <a:pt x="33348" y="1479"/>
                  </a:lnTo>
                  <a:cubicBezTo>
                    <a:pt x="33348" y="1405"/>
                    <a:pt x="33311" y="1331"/>
                    <a:pt x="33274" y="1257"/>
                  </a:cubicBezTo>
                  <a:cubicBezTo>
                    <a:pt x="33200" y="1183"/>
                    <a:pt x="33126" y="1146"/>
                    <a:pt x="33052" y="1146"/>
                  </a:cubicBezTo>
                  <a:lnTo>
                    <a:pt x="29207" y="963"/>
                  </a:lnTo>
                  <a:lnTo>
                    <a:pt x="29207" y="963"/>
                  </a:lnTo>
                  <a:lnTo>
                    <a:pt x="29207" y="961"/>
                  </a:lnTo>
                  <a:cubicBezTo>
                    <a:pt x="29170" y="961"/>
                    <a:pt x="19114" y="0"/>
                    <a:pt x="13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59"/>
            <p:cNvSpPr/>
            <p:nvPr/>
          </p:nvSpPr>
          <p:spPr>
            <a:xfrm>
              <a:off x="3472175" y="3836275"/>
              <a:ext cx="732025" cy="440925"/>
            </a:xfrm>
            <a:custGeom>
              <a:rect b="b" l="l" r="r" t="t"/>
              <a:pathLst>
                <a:path extrusionOk="0" h="17637" w="29281">
                  <a:moveTo>
                    <a:pt x="2145" y="1"/>
                  </a:moveTo>
                  <a:lnTo>
                    <a:pt x="333" y="7284"/>
                  </a:lnTo>
                  <a:cubicBezTo>
                    <a:pt x="0" y="8541"/>
                    <a:pt x="185" y="9872"/>
                    <a:pt x="777" y="11055"/>
                  </a:cubicBezTo>
                  <a:lnTo>
                    <a:pt x="4178" y="17636"/>
                  </a:lnTo>
                  <a:lnTo>
                    <a:pt x="24992" y="17636"/>
                  </a:lnTo>
                  <a:lnTo>
                    <a:pt x="28283" y="11462"/>
                  </a:lnTo>
                  <a:cubicBezTo>
                    <a:pt x="29170" y="9872"/>
                    <a:pt x="29281" y="7950"/>
                    <a:pt x="28615" y="6249"/>
                  </a:cubicBezTo>
                  <a:lnTo>
                    <a:pt x="261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59"/>
            <p:cNvSpPr/>
            <p:nvPr/>
          </p:nvSpPr>
          <p:spPr>
            <a:xfrm>
              <a:off x="3468475" y="3828900"/>
              <a:ext cx="737575" cy="455675"/>
            </a:xfrm>
            <a:custGeom>
              <a:rect b="b" l="l" r="r" t="t"/>
              <a:pathLst>
                <a:path extrusionOk="0" h="18227" w="29503">
                  <a:moveTo>
                    <a:pt x="26065" y="592"/>
                  </a:moveTo>
                  <a:lnTo>
                    <a:pt x="28468" y="6655"/>
                  </a:lnTo>
                  <a:cubicBezTo>
                    <a:pt x="28727" y="7357"/>
                    <a:pt x="28874" y="8097"/>
                    <a:pt x="28874" y="8836"/>
                  </a:cubicBezTo>
                  <a:cubicBezTo>
                    <a:pt x="28874" y="9797"/>
                    <a:pt x="28653" y="10759"/>
                    <a:pt x="28172" y="11646"/>
                  </a:cubicBezTo>
                  <a:lnTo>
                    <a:pt x="24956" y="17598"/>
                  </a:lnTo>
                  <a:lnTo>
                    <a:pt x="4511" y="17598"/>
                  </a:lnTo>
                  <a:lnTo>
                    <a:pt x="1183" y="11202"/>
                  </a:lnTo>
                  <a:cubicBezTo>
                    <a:pt x="814" y="10463"/>
                    <a:pt x="629" y="9687"/>
                    <a:pt x="629" y="8873"/>
                  </a:cubicBezTo>
                  <a:cubicBezTo>
                    <a:pt x="629" y="8467"/>
                    <a:pt x="666" y="8060"/>
                    <a:pt x="777" y="7653"/>
                  </a:cubicBezTo>
                  <a:lnTo>
                    <a:pt x="2533" y="592"/>
                  </a:lnTo>
                  <a:close/>
                  <a:moveTo>
                    <a:pt x="2293" y="0"/>
                  </a:moveTo>
                  <a:cubicBezTo>
                    <a:pt x="2145" y="0"/>
                    <a:pt x="2034" y="74"/>
                    <a:pt x="1997" y="222"/>
                  </a:cubicBezTo>
                  <a:lnTo>
                    <a:pt x="185" y="7505"/>
                  </a:lnTo>
                  <a:cubicBezTo>
                    <a:pt x="74" y="7949"/>
                    <a:pt x="0" y="8393"/>
                    <a:pt x="0" y="8873"/>
                  </a:cubicBezTo>
                  <a:cubicBezTo>
                    <a:pt x="0" y="9760"/>
                    <a:pt x="222" y="10685"/>
                    <a:pt x="629" y="11498"/>
                  </a:cubicBezTo>
                  <a:lnTo>
                    <a:pt x="4067" y="18079"/>
                  </a:lnTo>
                  <a:cubicBezTo>
                    <a:pt x="4104" y="18153"/>
                    <a:pt x="4215" y="18227"/>
                    <a:pt x="4326" y="18227"/>
                  </a:cubicBezTo>
                  <a:lnTo>
                    <a:pt x="25140" y="18227"/>
                  </a:lnTo>
                  <a:cubicBezTo>
                    <a:pt x="25251" y="18227"/>
                    <a:pt x="25362" y="18153"/>
                    <a:pt x="25399" y="18079"/>
                  </a:cubicBezTo>
                  <a:lnTo>
                    <a:pt x="28727" y="11905"/>
                  </a:lnTo>
                  <a:cubicBezTo>
                    <a:pt x="29244" y="10944"/>
                    <a:pt x="29503" y="9908"/>
                    <a:pt x="29503" y="8836"/>
                  </a:cubicBezTo>
                  <a:cubicBezTo>
                    <a:pt x="29503" y="8023"/>
                    <a:pt x="29318" y="7210"/>
                    <a:pt x="29022" y="6433"/>
                  </a:cubicBezTo>
                  <a:lnTo>
                    <a:pt x="26582" y="185"/>
                  </a:lnTo>
                  <a:cubicBezTo>
                    <a:pt x="26545" y="74"/>
                    <a:pt x="26434" y="0"/>
                    <a:pt x="262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59"/>
            <p:cNvSpPr/>
            <p:nvPr/>
          </p:nvSpPr>
          <p:spPr>
            <a:xfrm>
              <a:off x="3795650" y="4161625"/>
              <a:ext cx="109100" cy="415025"/>
            </a:xfrm>
            <a:custGeom>
              <a:rect b="b" l="l" r="r" t="t"/>
              <a:pathLst>
                <a:path extrusionOk="0" h="16601" w="4364">
                  <a:moveTo>
                    <a:pt x="1" y="1"/>
                  </a:moveTo>
                  <a:lnTo>
                    <a:pt x="1" y="16601"/>
                  </a:lnTo>
                  <a:lnTo>
                    <a:pt x="4363" y="16601"/>
                  </a:lnTo>
                  <a:lnTo>
                    <a:pt x="43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59"/>
            <p:cNvSpPr/>
            <p:nvPr/>
          </p:nvSpPr>
          <p:spPr>
            <a:xfrm>
              <a:off x="3788275" y="4154225"/>
              <a:ext cx="123875" cy="430750"/>
            </a:xfrm>
            <a:custGeom>
              <a:rect b="b" l="l" r="r" t="t"/>
              <a:pathLst>
                <a:path extrusionOk="0" h="17230" w="4955">
                  <a:moveTo>
                    <a:pt x="4363" y="592"/>
                  </a:moveTo>
                  <a:lnTo>
                    <a:pt x="4363" y="16601"/>
                  </a:lnTo>
                  <a:lnTo>
                    <a:pt x="629" y="16601"/>
                  </a:lnTo>
                  <a:lnTo>
                    <a:pt x="629" y="592"/>
                  </a:lnTo>
                  <a:close/>
                  <a:moveTo>
                    <a:pt x="296" y="1"/>
                  </a:moveTo>
                  <a:cubicBezTo>
                    <a:pt x="222" y="1"/>
                    <a:pt x="148" y="38"/>
                    <a:pt x="74" y="75"/>
                  </a:cubicBezTo>
                  <a:cubicBezTo>
                    <a:pt x="37" y="149"/>
                    <a:pt x="0" y="223"/>
                    <a:pt x="0" y="297"/>
                  </a:cubicBezTo>
                  <a:lnTo>
                    <a:pt x="0" y="16897"/>
                  </a:lnTo>
                  <a:cubicBezTo>
                    <a:pt x="0" y="17007"/>
                    <a:pt x="37" y="17081"/>
                    <a:pt x="74" y="17118"/>
                  </a:cubicBezTo>
                  <a:cubicBezTo>
                    <a:pt x="148" y="17192"/>
                    <a:pt x="222" y="17229"/>
                    <a:pt x="296" y="17229"/>
                  </a:cubicBezTo>
                  <a:lnTo>
                    <a:pt x="4658" y="17229"/>
                  </a:lnTo>
                  <a:cubicBezTo>
                    <a:pt x="4732" y="17229"/>
                    <a:pt x="4806" y="17192"/>
                    <a:pt x="4880" y="17118"/>
                  </a:cubicBezTo>
                  <a:cubicBezTo>
                    <a:pt x="4954" y="17081"/>
                    <a:pt x="4954" y="17007"/>
                    <a:pt x="4954" y="16897"/>
                  </a:cubicBezTo>
                  <a:lnTo>
                    <a:pt x="4954" y="297"/>
                  </a:lnTo>
                  <a:cubicBezTo>
                    <a:pt x="4954" y="223"/>
                    <a:pt x="4954" y="149"/>
                    <a:pt x="4880" y="75"/>
                  </a:cubicBezTo>
                  <a:cubicBezTo>
                    <a:pt x="4806" y="38"/>
                    <a:pt x="4732" y="1"/>
                    <a:pt x="46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59"/>
            <p:cNvSpPr/>
            <p:nvPr/>
          </p:nvSpPr>
          <p:spPr>
            <a:xfrm>
              <a:off x="3767925" y="4511925"/>
              <a:ext cx="164550" cy="525000"/>
            </a:xfrm>
            <a:custGeom>
              <a:rect b="b" l="l" r="r" t="t"/>
              <a:pathLst>
                <a:path extrusionOk="0" h="21000" w="6582">
                  <a:moveTo>
                    <a:pt x="1" y="1"/>
                  </a:moveTo>
                  <a:lnTo>
                    <a:pt x="1" y="21000"/>
                  </a:lnTo>
                  <a:lnTo>
                    <a:pt x="6582" y="21000"/>
                  </a:lnTo>
                  <a:lnTo>
                    <a:pt x="65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59"/>
            <p:cNvSpPr/>
            <p:nvPr/>
          </p:nvSpPr>
          <p:spPr>
            <a:xfrm>
              <a:off x="3760550" y="4503600"/>
              <a:ext cx="179325" cy="540725"/>
            </a:xfrm>
            <a:custGeom>
              <a:rect b="b" l="l" r="r" t="t"/>
              <a:pathLst>
                <a:path extrusionOk="0" h="21629" w="7173">
                  <a:moveTo>
                    <a:pt x="6581" y="629"/>
                  </a:moveTo>
                  <a:lnTo>
                    <a:pt x="6581" y="21037"/>
                  </a:lnTo>
                  <a:lnTo>
                    <a:pt x="629" y="21037"/>
                  </a:lnTo>
                  <a:lnTo>
                    <a:pt x="629" y="629"/>
                  </a:lnTo>
                  <a:close/>
                  <a:moveTo>
                    <a:pt x="296" y="1"/>
                  </a:moveTo>
                  <a:cubicBezTo>
                    <a:pt x="222" y="1"/>
                    <a:pt x="148" y="38"/>
                    <a:pt x="111" y="112"/>
                  </a:cubicBezTo>
                  <a:cubicBezTo>
                    <a:pt x="37" y="149"/>
                    <a:pt x="0" y="260"/>
                    <a:pt x="0" y="334"/>
                  </a:cubicBezTo>
                  <a:lnTo>
                    <a:pt x="0" y="21333"/>
                  </a:lnTo>
                  <a:cubicBezTo>
                    <a:pt x="0" y="21407"/>
                    <a:pt x="37" y="21481"/>
                    <a:pt x="111" y="21555"/>
                  </a:cubicBezTo>
                  <a:cubicBezTo>
                    <a:pt x="148" y="21592"/>
                    <a:pt x="222" y="21629"/>
                    <a:pt x="296" y="21629"/>
                  </a:cubicBezTo>
                  <a:lnTo>
                    <a:pt x="6877" y="21629"/>
                  </a:lnTo>
                  <a:cubicBezTo>
                    <a:pt x="6951" y="21629"/>
                    <a:pt x="7024" y="21592"/>
                    <a:pt x="7098" y="21555"/>
                  </a:cubicBezTo>
                  <a:cubicBezTo>
                    <a:pt x="7172" y="21481"/>
                    <a:pt x="7172" y="21407"/>
                    <a:pt x="7172" y="21333"/>
                  </a:cubicBezTo>
                  <a:lnTo>
                    <a:pt x="7172" y="334"/>
                  </a:lnTo>
                  <a:cubicBezTo>
                    <a:pt x="7172" y="260"/>
                    <a:pt x="7172" y="149"/>
                    <a:pt x="7098" y="112"/>
                  </a:cubicBezTo>
                  <a:cubicBezTo>
                    <a:pt x="7024" y="38"/>
                    <a:pt x="6951" y="1"/>
                    <a:pt x="68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59"/>
            <p:cNvSpPr/>
            <p:nvPr/>
          </p:nvSpPr>
          <p:spPr>
            <a:xfrm>
              <a:off x="3244800" y="4999025"/>
              <a:ext cx="1202500" cy="159000"/>
            </a:xfrm>
            <a:custGeom>
              <a:rect b="b" l="l" r="r" t="t"/>
              <a:pathLst>
                <a:path extrusionOk="0" h="6360" w="48100">
                  <a:moveTo>
                    <a:pt x="23773" y="0"/>
                  </a:moveTo>
                  <a:lnTo>
                    <a:pt x="23773" y="148"/>
                  </a:lnTo>
                  <a:lnTo>
                    <a:pt x="20741" y="961"/>
                  </a:lnTo>
                  <a:lnTo>
                    <a:pt x="0" y="4843"/>
                  </a:lnTo>
                  <a:lnTo>
                    <a:pt x="0" y="6359"/>
                  </a:lnTo>
                  <a:lnTo>
                    <a:pt x="48099" y="6359"/>
                  </a:lnTo>
                  <a:lnTo>
                    <a:pt x="48099" y="4843"/>
                  </a:lnTo>
                  <a:lnTo>
                    <a:pt x="27359" y="961"/>
                  </a:lnTo>
                  <a:lnTo>
                    <a:pt x="24327" y="148"/>
                  </a:lnTo>
                  <a:lnTo>
                    <a:pt x="24327" y="0"/>
                  </a:lnTo>
                  <a:lnTo>
                    <a:pt x="24068" y="74"/>
                  </a:lnTo>
                  <a:lnTo>
                    <a:pt x="237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59"/>
            <p:cNvSpPr/>
            <p:nvPr/>
          </p:nvSpPr>
          <p:spPr>
            <a:xfrm>
              <a:off x="3237400" y="4991250"/>
              <a:ext cx="1217275" cy="174150"/>
            </a:xfrm>
            <a:custGeom>
              <a:rect b="b" l="l" r="r" t="t"/>
              <a:pathLst>
                <a:path extrusionOk="0" h="6966" w="48691">
                  <a:moveTo>
                    <a:pt x="24411" y="681"/>
                  </a:moveTo>
                  <a:cubicBezTo>
                    <a:pt x="24446" y="715"/>
                    <a:pt x="24492" y="740"/>
                    <a:pt x="24549" y="755"/>
                  </a:cubicBezTo>
                  <a:lnTo>
                    <a:pt x="27581" y="1568"/>
                  </a:lnTo>
                  <a:lnTo>
                    <a:pt x="27618" y="1568"/>
                  </a:lnTo>
                  <a:lnTo>
                    <a:pt x="48099" y="5413"/>
                  </a:lnTo>
                  <a:lnTo>
                    <a:pt x="48099" y="6374"/>
                  </a:lnTo>
                  <a:lnTo>
                    <a:pt x="592" y="6374"/>
                  </a:lnTo>
                  <a:lnTo>
                    <a:pt x="592" y="5413"/>
                  </a:lnTo>
                  <a:lnTo>
                    <a:pt x="21074" y="1568"/>
                  </a:lnTo>
                  <a:lnTo>
                    <a:pt x="21111" y="1568"/>
                  </a:lnTo>
                  <a:lnTo>
                    <a:pt x="24143" y="755"/>
                  </a:lnTo>
                  <a:cubicBezTo>
                    <a:pt x="24200" y="740"/>
                    <a:pt x="24246" y="715"/>
                    <a:pt x="24281" y="681"/>
                  </a:cubicBezTo>
                  <a:close/>
                  <a:moveTo>
                    <a:pt x="24070" y="0"/>
                  </a:moveTo>
                  <a:cubicBezTo>
                    <a:pt x="24007" y="0"/>
                    <a:pt x="23936" y="26"/>
                    <a:pt x="23884" y="52"/>
                  </a:cubicBezTo>
                  <a:cubicBezTo>
                    <a:pt x="23832" y="104"/>
                    <a:pt x="23798" y="156"/>
                    <a:pt x="23783" y="220"/>
                  </a:cubicBezTo>
                  <a:lnTo>
                    <a:pt x="23783" y="220"/>
                  </a:lnTo>
                  <a:lnTo>
                    <a:pt x="20963" y="977"/>
                  </a:lnTo>
                  <a:lnTo>
                    <a:pt x="260" y="4859"/>
                  </a:lnTo>
                  <a:cubicBezTo>
                    <a:pt x="112" y="4859"/>
                    <a:pt x="1" y="5006"/>
                    <a:pt x="1" y="5154"/>
                  </a:cubicBezTo>
                  <a:lnTo>
                    <a:pt x="1" y="6670"/>
                  </a:lnTo>
                  <a:cubicBezTo>
                    <a:pt x="1" y="6744"/>
                    <a:pt x="38" y="6818"/>
                    <a:pt x="75" y="6892"/>
                  </a:cubicBezTo>
                  <a:cubicBezTo>
                    <a:pt x="149" y="6929"/>
                    <a:pt x="223" y="6966"/>
                    <a:pt x="296" y="6966"/>
                  </a:cubicBezTo>
                  <a:lnTo>
                    <a:pt x="48395" y="6966"/>
                  </a:lnTo>
                  <a:cubicBezTo>
                    <a:pt x="48469" y="6966"/>
                    <a:pt x="48543" y="6929"/>
                    <a:pt x="48617" y="6892"/>
                  </a:cubicBezTo>
                  <a:cubicBezTo>
                    <a:pt x="48691" y="6818"/>
                    <a:pt x="48691" y="6744"/>
                    <a:pt x="48691" y="6670"/>
                  </a:cubicBezTo>
                  <a:lnTo>
                    <a:pt x="48691" y="5154"/>
                  </a:lnTo>
                  <a:cubicBezTo>
                    <a:pt x="48691" y="5006"/>
                    <a:pt x="48617" y="4859"/>
                    <a:pt x="48469" y="4859"/>
                  </a:cubicBezTo>
                  <a:lnTo>
                    <a:pt x="27729" y="977"/>
                  </a:lnTo>
                  <a:lnTo>
                    <a:pt x="24909" y="220"/>
                  </a:lnTo>
                  <a:lnTo>
                    <a:pt x="24909" y="220"/>
                  </a:lnTo>
                  <a:cubicBezTo>
                    <a:pt x="24893" y="156"/>
                    <a:pt x="24860" y="104"/>
                    <a:pt x="24808" y="52"/>
                  </a:cubicBezTo>
                  <a:cubicBezTo>
                    <a:pt x="24756" y="26"/>
                    <a:pt x="24685" y="0"/>
                    <a:pt x="24622" y="0"/>
                  </a:cubicBezTo>
                  <a:cubicBezTo>
                    <a:pt x="24596" y="0"/>
                    <a:pt x="24571" y="5"/>
                    <a:pt x="24549" y="15"/>
                  </a:cubicBezTo>
                  <a:lnTo>
                    <a:pt x="24364" y="52"/>
                  </a:lnTo>
                  <a:lnTo>
                    <a:pt x="24143" y="15"/>
                  </a:lnTo>
                  <a:cubicBezTo>
                    <a:pt x="24121" y="5"/>
                    <a:pt x="24096" y="0"/>
                    <a:pt x="240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59"/>
            <p:cNvSpPr/>
            <p:nvPr/>
          </p:nvSpPr>
          <p:spPr>
            <a:xfrm>
              <a:off x="3253125" y="5145975"/>
              <a:ext cx="73025" cy="72125"/>
            </a:xfrm>
            <a:custGeom>
              <a:rect b="b" l="l" r="r" t="t"/>
              <a:pathLst>
                <a:path extrusionOk="0" h="2885" w="2921">
                  <a:moveTo>
                    <a:pt x="1479" y="0"/>
                  </a:moveTo>
                  <a:cubicBezTo>
                    <a:pt x="666" y="0"/>
                    <a:pt x="0" y="629"/>
                    <a:pt x="0" y="1442"/>
                  </a:cubicBezTo>
                  <a:cubicBezTo>
                    <a:pt x="0" y="2256"/>
                    <a:pt x="666" y="2884"/>
                    <a:pt x="1479" y="2884"/>
                  </a:cubicBezTo>
                  <a:cubicBezTo>
                    <a:pt x="2255" y="2884"/>
                    <a:pt x="2921" y="2256"/>
                    <a:pt x="2921" y="1442"/>
                  </a:cubicBezTo>
                  <a:cubicBezTo>
                    <a:pt x="2921" y="629"/>
                    <a:pt x="2255" y="0"/>
                    <a:pt x="14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59"/>
            <p:cNvSpPr/>
            <p:nvPr/>
          </p:nvSpPr>
          <p:spPr>
            <a:xfrm>
              <a:off x="3245725" y="5137650"/>
              <a:ext cx="87825" cy="88750"/>
            </a:xfrm>
            <a:custGeom>
              <a:rect b="b" l="l" r="r" t="t"/>
              <a:pathLst>
                <a:path extrusionOk="0" h="3550" w="3513">
                  <a:moveTo>
                    <a:pt x="1775" y="629"/>
                  </a:moveTo>
                  <a:cubicBezTo>
                    <a:pt x="2404" y="629"/>
                    <a:pt x="2921" y="1147"/>
                    <a:pt x="2921" y="1775"/>
                  </a:cubicBezTo>
                  <a:cubicBezTo>
                    <a:pt x="2921" y="2404"/>
                    <a:pt x="2404" y="2921"/>
                    <a:pt x="1775" y="2921"/>
                  </a:cubicBezTo>
                  <a:cubicBezTo>
                    <a:pt x="1147" y="2921"/>
                    <a:pt x="629" y="2404"/>
                    <a:pt x="629" y="1775"/>
                  </a:cubicBezTo>
                  <a:cubicBezTo>
                    <a:pt x="629" y="1147"/>
                    <a:pt x="1147" y="629"/>
                    <a:pt x="1775" y="629"/>
                  </a:cubicBezTo>
                  <a:close/>
                  <a:moveTo>
                    <a:pt x="1775" y="1"/>
                  </a:moveTo>
                  <a:cubicBezTo>
                    <a:pt x="777" y="1"/>
                    <a:pt x="0" y="814"/>
                    <a:pt x="0" y="1775"/>
                  </a:cubicBezTo>
                  <a:cubicBezTo>
                    <a:pt x="0" y="2737"/>
                    <a:pt x="777" y="3550"/>
                    <a:pt x="1775" y="3550"/>
                  </a:cubicBezTo>
                  <a:cubicBezTo>
                    <a:pt x="2736" y="3550"/>
                    <a:pt x="3513" y="2737"/>
                    <a:pt x="3513" y="1775"/>
                  </a:cubicBezTo>
                  <a:cubicBezTo>
                    <a:pt x="3513" y="814"/>
                    <a:pt x="2736" y="1"/>
                    <a:pt x="17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59"/>
            <p:cNvSpPr/>
            <p:nvPr/>
          </p:nvSpPr>
          <p:spPr>
            <a:xfrm>
              <a:off x="3809525" y="5145975"/>
              <a:ext cx="73050" cy="72125"/>
            </a:xfrm>
            <a:custGeom>
              <a:rect b="b" l="l" r="r" t="t"/>
              <a:pathLst>
                <a:path extrusionOk="0" h="2885" w="2922">
                  <a:moveTo>
                    <a:pt x="1479" y="0"/>
                  </a:moveTo>
                  <a:cubicBezTo>
                    <a:pt x="666" y="0"/>
                    <a:pt x="1" y="629"/>
                    <a:pt x="1" y="1442"/>
                  </a:cubicBezTo>
                  <a:cubicBezTo>
                    <a:pt x="1" y="2256"/>
                    <a:pt x="666" y="2884"/>
                    <a:pt x="1479" y="2884"/>
                  </a:cubicBezTo>
                  <a:cubicBezTo>
                    <a:pt x="2256" y="2884"/>
                    <a:pt x="2921" y="2256"/>
                    <a:pt x="2921" y="1442"/>
                  </a:cubicBezTo>
                  <a:cubicBezTo>
                    <a:pt x="2921" y="629"/>
                    <a:pt x="2256" y="0"/>
                    <a:pt x="14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59"/>
            <p:cNvSpPr/>
            <p:nvPr/>
          </p:nvSpPr>
          <p:spPr>
            <a:xfrm>
              <a:off x="3802125" y="5137650"/>
              <a:ext cx="87825" cy="88750"/>
            </a:xfrm>
            <a:custGeom>
              <a:rect b="b" l="l" r="r" t="t"/>
              <a:pathLst>
                <a:path extrusionOk="0" h="3550" w="3513">
                  <a:moveTo>
                    <a:pt x="1775" y="629"/>
                  </a:moveTo>
                  <a:cubicBezTo>
                    <a:pt x="2404" y="629"/>
                    <a:pt x="2884" y="1147"/>
                    <a:pt x="2921" y="1775"/>
                  </a:cubicBezTo>
                  <a:cubicBezTo>
                    <a:pt x="2884" y="2404"/>
                    <a:pt x="2404" y="2921"/>
                    <a:pt x="1775" y="2921"/>
                  </a:cubicBezTo>
                  <a:cubicBezTo>
                    <a:pt x="1147" y="2921"/>
                    <a:pt x="629" y="2404"/>
                    <a:pt x="629" y="1775"/>
                  </a:cubicBezTo>
                  <a:cubicBezTo>
                    <a:pt x="629" y="1147"/>
                    <a:pt x="1147" y="629"/>
                    <a:pt x="1775" y="629"/>
                  </a:cubicBezTo>
                  <a:close/>
                  <a:moveTo>
                    <a:pt x="1775" y="1"/>
                  </a:moveTo>
                  <a:cubicBezTo>
                    <a:pt x="777" y="1"/>
                    <a:pt x="1" y="814"/>
                    <a:pt x="1" y="1775"/>
                  </a:cubicBezTo>
                  <a:cubicBezTo>
                    <a:pt x="1" y="2737"/>
                    <a:pt x="777" y="3550"/>
                    <a:pt x="1775" y="3550"/>
                  </a:cubicBezTo>
                  <a:cubicBezTo>
                    <a:pt x="2737" y="3550"/>
                    <a:pt x="3513" y="2737"/>
                    <a:pt x="3513" y="1775"/>
                  </a:cubicBezTo>
                  <a:cubicBezTo>
                    <a:pt x="3513" y="814"/>
                    <a:pt x="2737" y="1"/>
                    <a:pt x="17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59"/>
            <p:cNvSpPr/>
            <p:nvPr/>
          </p:nvSpPr>
          <p:spPr>
            <a:xfrm>
              <a:off x="4369625" y="5145975"/>
              <a:ext cx="72125" cy="72125"/>
            </a:xfrm>
            <a:custGeom>
              <a:rect b="b" l="l" r="r" t="t"/>
              <a:pathLst>
                <a:path extrusionOk="0" h="2885" w="2885">
                  <a:moveTo>
                    <a:pt x="1443" y="0"/>
                  </a:moveTo>
                  <a:cubicBezTo>
                    <a:pt x="666" y="0"/>
                    <a:pt x="1" y="629"/>
                    <a:pt x="1" y="1442"/>
                  </a:cubicBezTo>
                  <a:cubicBezTo>
                    <a:pt x="1" y="2256"/>
                    <a:pt x="666" y="2884"/>
                    <a:pt x="1443" y="2884"/>
                  </a:cubicBezTo>
                  <a:cubicBezTo>
                    <a:pt x="2256" y="2884"/>
                    <a:pt x="2884" y="2256"/>
                    <a:pt x="2884" y="1442"/>
                  </a:cubicBezTo>
                  <a:cubicBezTo>
                    <a:pt x="2884" y="629"/>
                    <a:pt x="2256" y="0"/>
                    <a:pt x="14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59"/>
            <p:cNvSpPr/>
            <p:nvPr/>
          </p:nvSpPr>
          <p:spPr>
            <a:xfrm>
              <a:off x="4362225" y="5137650"/>
              <a:ext cx="87850" cy="88750"/>
            </a:xfrm>
            <a:custGeom>
              <a:rect b="b" l="l" r="r" t="t"/>
              <a:pathLst>
                <a:path extrusionOk="0" h="3550" w="3514">
                  <a:moveTo>
                    <a:pt x="1739" y="629"/>
                  </a:moveTo>
                  <a:cubicBezTo>
                    <a:pt x="2367" y="629"/>
                    <a:pt x="2885" y="1147"/>
                    <a:pt x="2885" y="1775"/>
                  </a:cubicBezTo>
                  <a:cubicBezTo>
                    <a:pt x="2885" y="2404"/>
                    <a:pt x="2367" y="2921"/>
                    <a:pt x="1739" y="2921"/>
                  </a:cubicBezTo>
                  <a:cubicBezTo>
                    <a:pt x="1110" y="2921"/>
                    <a:pt x="592" y="2404"/>
                    <a:pt x="592" y="1775"/>
                  </a:cubicBezTo>
                  <a:cubicBezTo>
                    <a:pt x="592" y="1147"/>
                    <a:pt x="1110" y="629"/>
                    <a:pt x="1739" y="629"/>
                  </a:cubicBezTo>
                  <a:close/>
                  <a:moveTo>
                    <a:pt x="1739" y="1"/>
                  </a:moveTo>
                  <a:cubicBezTo>
                    <a:pt x="777" y="1"/>
                    <a:pt x="1" y="814"/>
                    <a:pt x="1" y="1775"/>
                  </a:cubicBezTo>
                  <a:cubicBezTo>
                    <a:pt x="1" y="2737"/>
                    <a:pt x="777" y="3550"/>
                    <a:pt x="1739" y="3550"/>
                  </a:cubicBezTo>
                  <a:cubicBezTo>
                    <a:pt x="2700" y="3550"/>
                    <a:pt x="3513" y="2737"/>
                    <a:pt x="3513" y="1775"/>
                  </a:cubicBezTo>
                  <a:cubicBezTo>
                    <a:pt x="3513" y="814"/>
                    <a:pt x="2700" y="1"/>
                    <a:pt x="17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59"/>
            <p:cNvSpPr/>
            <p:nvPr/>
          </p:nvSpPr>
          <p:spPr>
            <a:xfrm>
              <a:off x="3325200" y="3763275"/>
              <a:ext cx="108175" cy="466775"/>
            </a:xfrm>
            <a:custGeom>
              <a:rect b="b" l="l" r="r" t="t"/>
              <a:pathLst>
                <a:path extrusionOk="0" h="18671" w="4327">
                  <a:moveTo>
                    <a:pt x="1" y="0"/>
                  </a:moveTo>
                  <a:lnTo>
                    <a:pt x="1" y="14382"/>
                  </a:lnTo>
                  <a:cubicBezTo>
                    <a:pt x="1" y="16748"/>
                    <a:pt x="1923" y="18671"/>
                    <a:pt x="4326" y="18671"/>
                  </a:cubicBezTo>
                  <a:lnTo>
                    <a:pt x="43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59"/>
            <p:cNvSpPr/>
            <p:nvPr/>
          </p:nvSpPr>
          <p:spPr>
            <a:xfrm>
              <a:off x="3317825" y="3755875"/>
              <a:ext cx="122950" cy="482500"/>
            </a:xfrm>
            <a:custGeom>
              <a:rect b="b" l="l" r="r" t="t"/>
              <a:pathLst>
                <a:path extrusionOk="0" h="19300" w="4918">
                  <a:moveTo>
                    <a:pt x="4289" y="629"/>
                  </a:moveTo>
                  <a:lnTo>
                    <a:pt x="4289" y="18657"/>
                  </a:lnTo>
                  <a:lnTo>
                    <a:pt x="4289" y="18657"/>
                  </a:lnTo>
                  <a:cubicBezTo>
                    <a:pt x="3313" y="18578"/>
                    <a:pt x="2439" y="18152"/>
                    <a:pt x="1775" y="17488"/>
                  </a:cubicBezTo>
                  <a:cubicBezTo>
                    <a:pt x="1072" y="16785"/>
                    <a:pt x="629" y="15787"/>
                    <a:pt x="592" y="14678"/>
                  </a:cubicBezTo>
                  <a:lnTo>
                    <a:pt x="592" y="629"/>
                  </a:lnTo>
                  <a:close/>
                  <a:moveTo>
                    <a:pt x="296" y="1"/>
                  </a:moveTo>
                  <a:cubicBezTo>
                    <a:pt x="222" y="1"/>
                    <a:pt x="148" y="38"/>
                    <a:pt x="74" y="111"/>
                  </a:cubicBezTo>
                  <a:cubicBezTo>
                    <a:pt x="37" y="148"/>
                    <a:pt x="0" y="222"/>
                    <a:pt x="0" y="296"/>
                  </a:cubicBezTo>
                  <a:lnTo>
                    <a:pt x="0" y="14678"/>
                  </a:lnTo>
                  <a:cubicBezTo>
                    <a:pt x="0" y="17229"/>
                    <a:pt x="2071" y="19262"/>
                    <a:pt x="4621" y="19299"/>
                  </a:cubicBezTo>
                  <a:cubicBezTo>
                    <a:pt x="4695" y="19299"/>
                    <a:pt x="4769" y="19262"/>
                    <a:pt x="4843" y="19188"/>
                  </a:cubicBezTo>
                  <a:cubicBezTo>
                    <a:pt x="4880" y="19151"/>
                    <a:pt x="4917" y="19040"/>
                    <a:pt x="4917" y="18967"/>
                  </a:cubicBezTo>
                  <a:lnTo>
                    <a:pt x="4917" y="296"/>
                  </a:lnTo>
                  <a:cubicBezTo>
                    <a:pt x="4917" y="222"/>
                    <a:pt x="4880" y="148"/>
                    <a:pt x="4843" y="111"/>
                  </a:cubicBezTo>
                  <a:cubicBezTo>
                    <a:pt x="4769" y="38"/>
                    <a:pt x="4695" y="1"/>
                    <a:pt x="46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59"/>
            <p:cNvSpPr/>
            <p:nvPr/>
          </p:nvSpPr>
          <p:spPr>
            <a:xfrm>
              <a:off x="3264200" y="3666225"/>
              <a:ext cx="169175" cy="86900"/>
            </a:xfrm>
            <a:custGeom>
              <a:rect b="b" l="l" r="r" t="t"/>
              <a:pathLst>
                <a:path extrusionOk="0" h="3476" w="6767">
                  <a:moveTo>
                    <a:pt x="1" y="0"/>
                  </a:moveTo>
                  <a:lnTo>
                    <a:pt x="1" y="3476"/>
                  </a:lnTo>
                  <a:lnTo>
                    <a:pt x="6766" y="3476"/>
                  </a:lnTo>
                  <a:lnTo>
                    <a:pt x="676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59"/>
            <p:cNvSpPr/>
            <p:nvPr/>
          </p:nvSpPr>
          <p:spPr>
            <a:xfrm>
              <a:off x="3255900" y="3658825"/>
              <a:ext cx="184875" cy="102625"/>
            </a:xfrm>
            <a:custGeom>
              <a:rect b="b" l="l" r="r" t="t"/>
              <a:pathLst>
                <a:path extrusionOk="0" h="4105" w="7395">
                  <a:moveTo>
                    <a:pt x="6766" y="592"/>
                  </a:moveTo>
                  <a:lnTo>
                    <a:pt x="6766" y="3476"/>
                  </a:lnTo>
                  <a:lnTo>
                    <a:pt x="629" y="3476"/>
                  </a:lnTo>
                  <a:lnTo>
                    <a:pt x="629" y="592"/>
                  </a:lnTo>
                  <a:close/>
                  <a:moveTo>
                    <a:pt x="333" y="1"/>
                  </a:moveTo>
                  <a:cubicBezTo>
                    <a:pt x="222" y="1"/>
                    <a:pt x="148" y="38"/>
                    <a:pt x="111" y="75"/>
                  </a:cubicBezTo>
                  <a:cubicBezTo>
                    <a:pt x="37" y="148"/>
                    <a:pt x="0" y="222"/>
                    <a:pt x="0" y="296"/>
                  </a:cubicBezTo>
                  <a:lnTo>
                    <a:pt x="0" y="3772"/>
                  </a:lnTo>
                  <a:cubicBezTo>
                    <a:pt x="0" y="3846"/>
                    <a:pt x="37" y="3956"/>
                    <a:pt x="111" y="3993"/>
                  </a:cubicBezTo>
                  <a:cubicBezTo>
                    <a:pt x="148" y="4067"/>
                    <a:pt x="222" y="4104"/>
                    <a:pt x="333" y="4104"/>
                  </a:cubicBezTo>
                  <a:lnTo>
                    <a:pt x="7098" y="4104"/>
                  </a:lnTo>
                  <a:cubicBezTo>
                    <a:pt x="7172" y="4104"/>
                    <a:pt x="7246" y="4067"/>
                    <a:pt x="7320" y="3993"/>
                  </a:cubicBezTo>
                  <a:cubicBezTo>
                    <a:pt x="7357" y="3956"/>
                    <a:pt x="7394" y="3883"/>
                    <a:pt x="7394" y="3772"/>
                  </a:cubicBezTo>
                  <a:lnTo>
                    <a:pt x="7394" y="296"/>
                  </a:lnTo>
                  <a:cubicBezTo>
                    <a:pt x="7394" y="222"/>
                    <a:pt x="7357" y="148"/>
                    <a:pt x="7320" y="75"/>
                  </a:cubicBezTo>
                  <a:cubicBezTo>
                    <a:pt x="7246" y="38"/>
                    <a:pt x="7172" y="1"/>
                    <a:pt x="70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59"/>
            <p:cNvSpPr/>
            <p:nvPr/>
          </p:nvSpPr>
          <p:spPr>
            <a:xfrm>
              <a:off x="4271650" y="3763275"/>
              <a:ext cx="107250" cy="466775"/>
            </a:xfrm>
            <a:custGeom>
              <a:rect b="b" l="l" r="r" t="t"/>
              <a:pathLst>
                <a:path extrusionOk="0" h="18671" w="4290">
                  <a:moveTo>
                    <a:pt x="1" y="0"/>
                  </a:moveTo>
                  <a:lnTo>
                    <a:pt x="1" y="18671"/>
                  </a:lnTo>
                  <a:cubicBezTo>
                    <a:pt x="2367" y="18671"/>
                    <a:pt x="4289" y="16748"/>
                    <a:pt x="4289" y="14382"/>
                  </a:cubicBezTo>
                  <a:lnTo>
                    <a:pt x="428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59"/>
            <p:cNvSpPr/>
            <p:nvPr/>
          </p:nvSpPr>
          <p:spPr>
            <a:xfrm>
              <a:off x="4264275" y="3755875"/>
              <a:ext cx="122950" cy="482500"/>
            </a:xfrm>
            <a:custGeom>
              <a:rect b="b" l="l" r="r" t="t"/>
              <a:pathLst>
                <a:path extrusionOk="0" h="19300" w="4918">
                  <a:moveTo>
                    <a:pt x="4289" y="629"/>
                  </a:moveTo>
                  <a:lnTo>
                    <a:pt x="4289" y="14678"/>
                  </a:lnTo>
                  <a:cubicBezTo>
                    <a:pt x="4289" y="15787"/>
                    <a:pt x="3845" y="16785"/>
                    <a:pt x="3106" y="17488"/>
                  </a:cubicBezTo>
                  <a:cubicBezTo>
                    <a:pt x="2466" y="18161"/>
                    <a:pt x="1582" y="18589"/>
                    <a:pt x="592" y="18660"/>
                  </a:cubicBezTo>
                  <a:lnTo>
                    <a:pt x="592" y="18660"/>
                  </a:lnTo>
                  <a:lnTo>
                    <a:pt x="592" y="629"/>
                  </a:lnTo>
                  <a:close/>
                  <a:moveTo>
                    <a:pt x="296" y="1"/>
                  </a:moveTo>
                  <a:cubicBezTo>
                    <a:pt x="222" y="1"/>
                    <a:pt x="148" y="38"/>
                    <a:pt x="74" y="111"/>
                  </a:cubicBezTo>
                  <a:cubicBezTo>
                    <a:pt x="37" y="148"/>
                    <a:pt x="0" y="222"/>
                    <a:pt x="0" y="296"/>
                  </a:cubicBezTo>
                  <a:lnTo>
                    <a:pt x="0" y="18967"/>
                  </a:lnTo>
                  <a:cubicBezTo>
                    <a:pt x="0" y="19040"/>
                    <a:pt x="37" y="19151"/>
                    <a:pt x="74" y="19188"/>
                  </a:cubicBezTo>
                  <a:cubicBezTo>
                    <a:pt x="148" y="19262"/>
                    <a:pt x="222" y="19299"/>
                    <a:pt x="296" y="19299"/>
                  </a:cubicBezTo>
                  <a:cubicBezTo>
                    <a:pt x="2847" y="19262"/>
                    <a:pt x="4917" y="17229"/>
                    <a:pt x="4917" y="14678"/>
                  </a:cubicBezTo>
                  <a:lnTo>
                    <a:pt x="4917" y="296"/>
                  </a:lnTo>
                  <a:cubicBezTo>
                    <a:pt x="4917" y="222"/>
                    <a:pt x="4880" y="148"/>
                    <a:pt x="4806" y="111"/>
                  </a:cubicBezTo>
                  <a:cubicBezTo>
                    <a:pt x="4769" y="38"/>
                    <a:pt x="4695" y="1"/>
                    <a:pt x="45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59"/>
            <p:cNvSpPr/>
            <p:nvPr/>
          </p:nvSpPr>
          <p:spPr>
            <a:xfrm>
              <a:off x="4271650" y="3666225"/>
              <a:ext cx="169175" cy="86900"/>
            </a:xfrm>
            <a:custGeom>
              <a:rect b="b" l="l" r="r" t="t"/>
              <a:pathLst>
                <a:path extrusionOk="0" h="3476" w="6767">
                  <a:moveTo>
                    <a:pt x="1" y="0"/>
                  </a:moveTo>
                  <a:lnTo>
                    <a:pt x="1" y="3476"/>
                  </a:lnTo>
                  <a:lnTo>
                    <a:pt x="6766" y="3476"/>
                  </a:lnTo>
                  <a:lnTo>
                    <a:pt x="676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59"/>
            <p:cNvSpPr/>
            <p:nvPr/>
          </p:nvSpPr>
          <p:spPr>
            <a:xfrm>
              <a:off x="4264275" y="3658825"/>
              <a:ext cx="183950" cy="102625"/>
            </a:xfrm>
            <a:custGeom>
              <a:rect b="b" l="l" r="r" t="t"/>
              <a:pathLst>
                <a:path extrusionOk="0" h="4105" w="7358">
                  <a:moveTo>
                    <a:pt x="6766" y="592"/>
                  </a:moveTo>
                  <a:lnTo>
                    <a:pt x="6766" y="3476"/>
                  </a:lnTo>
                  <a:lnTo>
                    <a:pt x="592" y="3476"/>
                  </a:lnTo>
                  <a:lnTo>
                    <a:pt x="592" y="592"/>
                  </a:lnTo>
                  <a:close/>
                  <a:moveTo>
                    <a:pt x="296" y="1"/>
                  </a:moveTo>
                  <a:cubicBezTo>
                    <a:pt x="222" y="1"/>
                    <a:pt x="148" y="38"/>
                    <a:pt x="74" y="75"/>
                  </a:cubicBezTo>
                  <a:cubicBezTo>
                    <a:pt x="37" y="148"/>
                    <a:pt x="0" y="222"/>
                    <a:pt x="0" y="296"/>
                  </a:cubicBezTo>
                  <a:lnTo>
                    <a:pt x="0" y="3772"/>
                  </a:lnTo>
                  <a:cubicBezTo>
                    <a:pt x="0" y="3846"/>
                    <a:pt x="37" y="3956"/>
                    <a:pt x="74" y="3993"/>
                  </a:cubicBezTo>
                  <a:cubicBezTo>
                    <a:pt x="148" y="4067"/>
                    <a:pt x="222" y="4104"/>
                    <a:pt x="296" y="4104"/>
                  </a:cubicBezTo>
                  <a:lnTo>
                    <a:pt x="7061" y="4104"/>
                  </a:lnTo>
                  <a:cubicBezTo>
                    <a:pt x="7135" y="4104"/>
                    <a:pt x="7209" y="4067"/>
                    <a:pt x="7283" y="3993"/>
                  </a:cubicBezTo>
                  <a:cubicBezTo>
                    <a:pt x="7320" y="3956"/>
                    <a:pt x="7357" y="3883"/>
                    <a:pt x="7357" y="3772"/>
                  </a:cubicBezTo>
                  <a:lnTo>
                    <a:pt x="7357" y="296"/>
                  </a:lnTo>
                  <a:cubicBezTo>
                    <a:pt x="7357" y="222"/>
                    <a:pt x="7320" y="148"/>
                    <a:pt x="7283" y="75"/>
                  </a:cubicBezTo>
                  <a:cubicBezTo>
                    <a:pt x="7209" y="38"/>
                    <a:pt x="7135" y="1"/>
                    <a:pt x="70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59"/>
            <p:cNvSpPr/>
            <p:nvPr/>
          </p:nvSpPr>
          <p:spPr>
            <a:xfrm>
              <a:off x="3376050" y="3036800"/>
              <a:ext cx="949250" cy="1256100"/>
            </a:xfrm>
            <a:custGeom>
              <a:rect b="b" l="l" r="r" t="t"/>
              <a:pathLst>
                <a:path extrusionOk="0" h="50244" w="37970">
                  <a:moveTo>
                    <a:pt x="7875" y="0"/>
                  </a:moveTo>
                  <a:cubicBezTo>
                    <a:pt x="5250" y="0"/>
                    <a:pt x="3143" y="2108"/>
                    <a:pt x="3143" y="4696"/>
                  </a:cubicBezTo>
                  <a:lnTo>
                    <a:pt x="0" y="44587"/>
                  </a:lnTo>
                  <a:cubicBezTo>
                    <a:pt x="0" y="47730"/>
                    <a:pt x="2514" y="50244"/>
                    <a:pt x="5620" y="50244"/>
                  </a:cubicBezTo>
                  <a:lnTo>
                    <a:pt x="32313" y="50244"/>
                  </a:lnTo>
                  <a:cubicBezTo>
                    <a:pt x="35418" y="50244"/>
                    <a:pt x="37969" y="47730"/>
                    <a:pt x="37969" y="44587"/>
                  </a:cubicBezTo>
                  <a:lnTo>
                    <a:pt x="34790" y="4696"/>
                  </a:lnTo>
                  <a:cubicBezTo>
                    <a:pt x="34790" y="2108"/>
                    <a:pt x="32682" y="0"/>
                    <a:pt x="300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59"/>
            <p:cNvSpPr/>
            <p:nvPr/>
          </p:nvSpPr>
          <p:spPr>
            <a:xfrm>
              <a:off x="3367725" y="3029400"/>
              <a:ext cx="964950" cy="1271825"/>
            </a:xfrm>
            <a:custGeom>
              <a:rect b="b" l="l" r="r" t="t"/>
              <a:pathLst>
                <a:path extrusionOk="0" h="50873" w="38598">
                  <a:moveTo>
                    <a:pt x="30427" y="592"/>
                  </a:moveTo>
                  <a:cubicBezTo>
                    <a:pt x="31647" y="629"/>
                    <a:pt x="32757" y="1110"/>
                    <a:pt x="33533" y="1886"/>
                  </a:cubicBezTo>
                  <a:cubicBezTo>
                    <a:pt x="34346" y="2699"/>
                    <a:pt x="34827" y="3809"/>
                    <a:pt x="34827" y="4992"/>
                  </a:cubicBezTo>
                  <a:lnTo>
                    <a:pt x="34827" y="5029"/>
                  </a:lnTo>
                  <a:lnTo>
                    <a:pt x="38006" y="44918"/>
                  </a:lnTo>
                  <a:lnTo>
                    <a:pt x="38006" y="44918"/>
                  </a:lnTo>
                  <a:cubicBezTo>
                    <a:pt x="37996" y="46383"/>
                    <a:pt x="37370" y="47701"/>
                    <a:pt x="36417" y="48691"/>
                  </a:cubicBezTo>
                  <a:cubicBezTo>
                    <a:pt x="35455" y="49652"/>
                    <a:pt x="34124" y="50244"/>
                    <a:pt x="32646" y="50244"/>
                  </a:cubicBezTo>
                  <a:lnTo>
                    <a:pt x="5953" y="50244"/>
                  </a:lnTo>
                  <a:cubicBezTo>
                    <a:pt x="4511" y="50244"/>
                    <a:pt x="3143" y="49652"/>
                    <a:pt x="2182" y="48691"/>
                  </a:cubicBezTo>
                  <a:cubicBezTo>
                    <a:pt x="1228" y="47701"/>
                    <a:pt x="639" y="46383"/>
                    <a:pt x="629" y="44919"/>
                  </a:cubicBezTo>
                  <a:lnTo>
                    <a:pt x="629" y="44919"/>
                  </a:lnTo>
                  <a:lnTo>
                    <a:pt x="3809" y="5029"/>
                  </a:lnTo>
                  <a:lnTo>
                    <a:pt x="3809" y="4992"/>
                  </a:lnTo>
                  <a:cubicBezTo>
                    <a:pt x="3809" y="3809"/>
                    <a:pt x="4289" y="2699"/>
                    <a:pt x="5066" y="1886"/>
                  </a:cubicBezTo>
                  <a:cubicBezTo>
                    <a:pt x="5879" y="1110"/>
                    <a:pt x="6988" y="629"/>
                    <a:pt x="8208" y="592"/>
                  </a:cubicBezTo>
                  <a:close/>
                  <a:moveTo>
                    <a:pt x="8208" y="1"/>
                  </a:moveTo>
                  <a:cubicBezTo>
                    <a:pt x="5435" y="1"/>
                    <a:pt x="3180" y="2256"/>
                    <a:pt x="3180" y="4992"/>
                  </a:cubicBezTo>
                  <a:lnTo>
                    <a:pt x="1" y="44883"/>
                  </a:lnTo>
                  <a:cubicBezTo>
                    <a:pt x="1" y="48173"/>
                    <a:pt x="2662" y="50872"/>
                    <a:pt x="5953" y="50872"/>
                  </a:cubicBezTo>
                  <a:lnTo>
                    <a:pt x="32646" y="50872"/>
                  </a:lnTo>
                  <a:cubicBezTo>
                    <a:pt x="35936" y="50872"/>
                    <a:pt x="38598" y="48173"/>
                    <a:pt x="38598" y="44883"/>
                  </a:cubicBezTo>
                  <a:lnTo>
                    <a:pt x="35455" y="4992"/>
                  </a:lnTo>
                  <a:cubicBezTo>
                    <a:pt x="35455" y="2256"/>
                    <a:pt x="33200" y="1"/>
                    <a:pt x="304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59"/>
            <p:cNvSpPr/>
            <p:nvPr/>
          </p:nvSpPr>
          <p:spPr>
            <a:xfrm>
              <a:off x="3376050" y="3089475"/>
              <a:ext cx="949250" cy="1256100"/>
            </a:xfrm>
            <a:custGeom>
              <a:rect b="b" l="l" r="r" t="t"/>
              <a:pathLst>
                <a:path extrusionOk="0" h="50244" w="37970">
                  <a:moveTo>
                    <a:pt x="7875" y="1"/>
                  </a:moveTo>
                  <a:cubicBezTo>
                    <a:pt x="5250" y="1"/>
                    <a:pt x="3143" y="2108"/>
                    <a:pt x="3143" y="4696"/>
                  </a:cubicBezTo>
                  <a:lnTo>
                    <a:pt x="0" y="44587"/>
                  </a:lnTo>
                  <a:cubicBezTo>
                    <a:pt x="0" y="47730"/>
                    <a:pt x="2514" y="50244"/>
                    <a:pt x="5620" y="50244"/>
                  </a:cubicBezTo>
                  <a:lnTo>
                    <a:pt x="32313" y="50244"/>
                  </a:lnTo>
                  <a:cubicBezTo>
                    <a:pt x="35418" y="50244"/>
                    <a:pt x="37969" y="47730"/>
                    <a:pt x="37969" y="44587"/>
                  </a:cubicBezTo>
                  <a:lnTo>
                    <a:pt x="34790" y="4696"/>
                  </a:lnTo>
                  <a:cubicBezTo>
                    <a:pt x="34790" y="2108"/>
                    <a:pt x="32682" y="1"/>
                    <a:pt x="300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59"/>
            <p:cNvSpPr/>
            <p:nvPr/>
          </p:nvSpPr>
          <p:spPr>
            <a:xfrm>
              <a:off x="3367725" y="3082075"/>
              <a:ext cx="964950" cy="1270900"/>
            </a:xfrm>
            <a:custGeom>
              <a:rect b="b" l="l" r="r" t="t"/>
              <a:pathLst>
                <a:path extrusionOk="0" h="50836" w="38598">
                  <a:moveTo>
                    <a:pt x="30427" y="592"/>
                  </a:moveTo>
                  <a:cubicBezTo>
                    <a:pt x="31647" y="592"/>
                    <a:pt x="32757" y="1110"/>
                    <a:pt x="33533" y="1886"/>
                  </a:cubicBezTo>
                  <a:cubicBezTo>
                    <a:pt x="34346" y="2700"/>
                    <a:pt x="34827" y="3772"/>
                    <a:pt x="34827" y="4992"/>
                  </a:cubicBezTo>
                  <a:lnTo>
                    <a:pt x="34827" y="5029"/>
                  </a:lnTo>
                  <a:lnTo>
                    <a:pt x="38006" y="44919"/>
                  </a:lnTo>
                  <a:lnTo>
                    <a:pt x="38006" y="44919"/>
                  </a:lnTo>
                  <a:cubicBezTo>
                    <a:pt x="37996" y="46383"/>
                    <a:pt x="37370" y="47701"/>
                    <a:pt x="36417" y="48654"/>
                  </a:cubicBezTo>
                  <a:cubicBezTo>
                    <a:pt x="35455" y="49616"/>
                    <a:pt x="34124" y="50244"/>
                    <a:pt x="32646" y="50244"/>
                  </a:cubicBezTo>
                  <a:lnTo>
                    <a:pt x="5953" y="50244"/>
                  </a:lnTo>
                  <a:cubicBezTo>
                    <a:pt x="4511" y="50244"/>
                    <a:pt x="3143" y="49616"/>
                    <a:pt x="2182" y="48654"/>
                  </a:cubicBezTo>
                  <a:cubicBezTo>
                    <a:pt x="1228" y="47701"/>
                    <a:pt x="639" y="46383"/>
                    <a:pt x="629" y="44919"/>
                  </a:cubicBezTo>
                  <a:lnTo>
                    <a:pt x="629" y="44919"/>
                  </a:lnTo>
                  <a:lnTo>
                    <a:pt x="3809" y="5029"/>
                  </a:lnTo>
                  <a:lnTo>
                    <a:pt x="3809" y="4992"/>
                  </a:lnTo>
                  <a:cubicBezTo>
                    <a:pt x="3809" y="3772"/>
                    <a:pt x="4289" y="2700"/>
                    <a:pt x="5066" y="1886"/>
                  </a:cubicBezTo>
                  <a:cubicBezTo>
                    <a:pt x="5879" y="1110"/>
                    <a:pt x="6988" y="592"/>
                    <a:pt x="8208" y="592"/>
                  </a:cubicBezTo>
                  <a:close/>
                  <a:moveTo>
                    <a:pt x="8208" y="1"/>
                  </a:moveTo>
                  <a:cubicBezTo>
                    <a:pt x="5435" y="1"/>
                    <a:pt x="3180" y="2219"/>
                    <a:pt x="3180" y="4992"/>
                  </a:cubicBezTo>
                  <a:lnTo>
                    <a:pt x="1" y="44883"/>
                  </a:lnTo>
                  <a:cubicBezTo>
                    <a:pt x="1" y="48174"/>
                    <a:pt x="2662" y="50836"/>
                    <a:pt x="5953" y="50836"/>
                  </a:cubicBezTo>
                  <a:lnTo>
                    <a:pt x="32646" y="50836"/>
                  </a:lnTo>
                  <a:cubicBezTo>
                    <a:pt x="35936" y="50836"/>
                    <a:pt x="38598" y="48174"/>
                    <a:pt x="38598" y="44883"/>
                  </a:cubicBezTo>
                  <a:lnTo>
                    <a:pt x="35455" y="4992"/>
                  </a:lnTo>
                  <a:cubicBezTo>
                    <a:pt x="35455" y="2219"/>
                    <a:pt x="33200" y="1"/>
                    <a:pt x="304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7" name="Google Shape;3657;p59"/>
          <p:cNvSpPr txBox="1"/>
          <p:nvPr>
            <p:ph idx="4294967295" type="title"/>
          </p:nvPr>
        </p:nvSpPr>
        <p:spPr>
          <a:xfrm>
            <a:off x="2065952" y="195680"/>
            <a:ext cx="5012100" cy="57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1600"/>
              <a:t>Behind the scenes of RestTemplate.getForObject()</a:t>
            </a:r>
            <a:endParaRPr sz="1500"/>
          </a:p>
        </p:txBody>
      </p:sp>
      <p:sp>
        <p:nvSpPr>
          <p:cNvPr id="3658" name="Google Shape;3658;p59"/>
          <p:cNvSpPr txBox="1"/>
          <p:nvPr/>
        </p:nvSpPr>
        <p:spPr>
          <a:xfrm>
            <a:off x="2167750" y="528800"/>
            <a:ext cx="5160900" cy="37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ro">
                <a:solidFill>
                  <a:srgbClr val="5C6370"/>
                </a:solidFill>
              </a:rPr>
              <a:t>How one method hides the complexity of HTTP requests using the Facade pattern</a:t>
            </a:r>
            <a:endParaRPr i="1">
              <a:solidFill>
                <a:srgbClr val="5C637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2" name="Shape 3662"/>
        <p:cNvGrpSpPr/>
        <p:nvPr/>
      </p:nvGrpSpPr>
      <p:grpSpPr>
        <a:xfrm>
          <a:off x="0" y="0"/>
          <a:ext cx="0" cy="0"/>
          <a:chOff x="0" y="0"/>
          <a:chExt cx="0" cy="0"/>
        </a:xfrm>
      </p:grpSpPr>
      <p:sp>
        <p:nvSpPr>
          <p:cNvPr id="3663" name="Google Shape;3663;p60"/>
          <p:cNvSpPr txBox="1"/>
          <p:nvPr/>
        </p:nvSpPr>
        <p:spPr>
          <a:xfrm>
            <a:off x="479100" y="1101625"/>
            <a:ext cx="8185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800">
                <a:solidFill>
                  <a:srgbClr val="77C6FC"/>
                </a:solidFill>
                <a:latin typeface="Barlow Semi Condensed"/>
                <a:ea typeface="Barlow Semi Condensed"/>
                <a:cs typeface="Barlow Semi Condensed"/>
                <a:sym typeface="Barlow Semi Condensed"/>
              </a:rPr>
              <a:t>Developer Usage (Facade Interface)</a:t>
            </a:r>
            <a:endParaRPr sz="1800">
              <a:solidFill>
                <a:srgbClr val="77C6FC"/>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RestTemplate restTemplate = new RestTemplate();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String result = restTemplate.getForObject("https://api.example.com/user/1", String.class);</a:t>
            </a:r>
            <a:endParaRPr/>
          </a:p>
        </p:txBody>
      </p:sp>
      <p:sp>
        <p:nvSpPr>
          <p:cNvPr id="3664" name="Google Shape;3664;p60"/>
          <p:cNvSpPr txBox="1"/>
          <p:nvPr/>
        </p:nvSpPr>
        <p:spPr>
          <a:xfrm>
            <a:off x="479100" y="2305275"/>
            <a:ext cx="8692200" cy="246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800">
                <a:solidFill>
                  <a:srgbClr val="77C6FC"/>
                </a:solidFill>
                <a:latin typeface="Barlow Semi Condensed"/>
                <a:ea typeface="Barlow Semi Condensed"/>
                <a:cs typeface="Barlow Semi Condensed"/>
                <a:sym typeface="Barlow Semi Condensed"/>
              </a:rPr>
              <a:t>Internal Implementation (Facade Coordinates Subsystems)</a:t>
            </a:r>
            <a:endParaRPr sz="1800">
              <a:solidFill>
                <a:srgbClr val="77C6FC"/>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sz="1800">
              <a:solidFill>
                <a:srgbClr val="77C6FC"/>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@Override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public &lt;T&gt; @Nullable T getForObject(String url, Class&lt;T&gt; responseType, @Nullable Object... uriVariables) throws RestClientException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RequestCallback requestCallback = acceptHeaderRequestCallback(responseType);</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HttpMessageConverterExtractor&lt;T&gt; responseExtractor =</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new HttpMessageConverterExtractor&lt;&gt;(responseType, getMessageConverters(), logger);</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return execute(url, HttpMethod.GET, requestCallback, responseExtractor, uriVariables);</a:t>
            </a:r>
            <a:endParaRPr>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lang="ro">
                <a:solidFill>
                  <a:schemeClr val="dk1"/>
                </a:solidFill>
                <a:latin typeface="Barlow Semi Condensed"/>
                <a:ea typeface="Barlow Semi Condensed"/>
                <a:cs typeface="Barlow Semi Condensed"/>
                <a:sym typeface="Barlow Semi Condensed"/>
              </a:rPr>
              <a:t>	}</a:t>
            </a:r>
            <a:endParaRPr>
              <a:solidFill>
                <a:schemeClr val="dk1"/>
              </a:solidFill>
              <a:latin typeface="Barlow Semi Condensed"/>
              <a:ea typeface="Barlow Semi Condensed"/>
              <a:cs typeface="Barlow Semi Condensed"/>
              <a:sym typeface="Barlow Semi Condensed"/>
            </a:endParaRPr>
          </a:p>
        </p:txBody>
      </p:sp>
      <p:sp>
        <p:nvSpPr>
          <p:cNvPr id="3665" name="Google Shape;3665;p60"/>
          <p:cNvSpPr txBox="1"/>
          <p:nvPr>
            <p:ph idx="1" type="subTitle"/>
          </p:nvPr>
        </p:nvSpPr>
        <p:spPr>
          <a:xfrm>
            <a:off x="1980075" y="481425"/>
            <a:ext cx="5822100" cy="407700"/>
          </a:xfrm>
          <a:prstGeom prst="rect">
            <a:avLst/>
          </a:prstGeom>
          <a:solidFill>
            <a:schemeClr val="lt2"/>
          </a:solidFill>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ro" sz="1700">
                <a:solidFill>
                  <a:srgbClr val="5F8195"/>
                </a:solidFill>
                <a:latin typeface="Barlow Semi Condensed"/>
                <a:ea typeface="Barlow Semi Condensed"/>
                <a:cs typeface="Barlow Semi Condensed"/>
                <a:sym typeface="Barlow Semi Condensed"/>
              </a:rPr>
              <a:t>Code Walkthrough: RestTemplate.getForObject()</a:t>
            </a:r>
            <a:endParaRPr b="1" sz="1700">
              <a:solidFill>
                <a:srgbClr val="5F8195"/>
              </a:solidFill>
              <a:latin typeface="Barlow Semi Condensed"/>
              <a:ea typeface="Barlow Semi Condensed"/>
              <a:cs typeface="Barlow Semi Condensed"/>
              <a:sym typeface="Barlow Semi Condense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9" name="Shape 3669"/>
        <p:cNvGrpSpPr/>
        <p:nvPr/>
      </p:nvGrpSpPr>
      <p:grpSpPr>
        <a:xfrm>
          <a:off x="0" y="0"/>
          <a:ext cx="0" cy="0"/>
          <a:chOff x="0" y="0"/>
          <a:chExt cx="0" cy="0"/>
        </a:xfrm>
      </p:grpSpPr>
      <p:sp>
        <p:nvSpPr>
          <p:cNvPr id="3670" name="Google Shape;3670;p61"/>
          <p:cNvSpPr txBox="1"/>
          <p:nvPr/>
        </p:nvSpPr>
        <p:spPr>
          <a:xfrm>
            <a:off x="479100" y="1101625"/>
            <a:ext cx="8185800" cy="110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o" sz="1800">
                <a:solidFill>
                  <a:srgbClr val="77C6FC"/>
                </a:solidFill>
                <a:latin typeface="Barlow Semi Condensed"/>
                <a:ea typeface="Barlow Semi Condensed"/>
                <a:cs typeface="Barlow Semi Condensed"/>
                <a:sym typeface="Barlow Semi Condensed"/>
              </a:rPr>
              <a:t>Concept</a:t>
            </a:r>
            <a:endParaRPr sz="1800">
              <a:solidFill>
                <a:srgbClr val="77C6FC"/>
              </a:solidFill>
              <a:latin typeface="Barlow Semi Condensed"/>
              <a:ea typeface="Barlow Semi Condensed"/>
              <a:cs typeface="Barlow Semi Condensed"/>
              <a:sym typeface="Barlow Semi Condensed"/>
            </a:endParaRPr>
          </a:p>
          <a:p>
            <a:pPr indent="-298450" lvl="0" marL="457200" rtl="0" algn="l">
              <a:lnSpc>
                <a:spcPct val="115000"/>
              </a:lnSpc>
              <a:spcBef>
                <a:spcPts val="0"/>
              </a:spcBef>
              <a:spcAft>
                <a:spcPts val="0"/>
              </a:spcAft>
              <a:buSzPts val="1100"/>
              <a:buChar char="●"/>
            </a:pPr>
            <a:r>
              <a:rPr lang="ro" sz="1100" u="sng">
                <a:solidFill>
                  <a:schemeClr val="hlink"/>
                </a:solidFill>
                <a:latin typeface="Roboto Mono"/>
                <a:ea typeface="Roboto Mono"/>
                <a:cs typeface="Roboto Mono"/>
                <a:sym typeface="Roboto Mono"/>
                <a:hlinkClick r:id="rId3"/>
              </a:rPr>
              <a:t>RestOperations</a:t>
            </a:r>
            <a:r>
              <a:rPr lang="ro" sz="1100" u="sng">
                <a:solidFill>
                  <a:schemeClr val="hlink"/>
                </a:solidFill>
                <a:hlinkClick r:id="rId4"/>
              </a:rPr>
              <a:t> </a:t>
            </a:r>
            <a:r>
              <a:rPr lang="ro" sz="1100"/>
              <a:t>is a </a:t>
            </a:r>
            <a:r>
              <a:rPr b="1" lang="ro" sz="1100"/>
              <a:t>Java interface</a:t>
            </a:r>
            <a:r>
              <a:rPr lang="ro" sz="1100"/>
              <a:t>.</a:t>
            </a:r>
            <a:endParaRPr sz="1100"/>
          </a:p>
          <a:p>
            <a:pPr indent="-298450" lvl="0" marL="457200" rtl="0" algn="l">
              <a:lnSpc>
                <a:spcPct val="115000"/>
              </a:lnSpc>
              <a:spcBef>
                <a:spcPts val="0"/>
              </a:spcBef>
              <a:spcAft>
                <a:spcPts val="0"/>
              </a:spcAft>
              <a:buSzPts val="1100"/>
              <a:buChar char="●"/>
            </a:pPr>
            <a:r>
              <a:rPr lang="ro" sz="1100" u="sng">
                <a:solidFill>
                  <a:schemeClr val="hlink"/>
                </a:solidFill>
                <a:latin typeface="Roboto Mono"/>
                <a:ea typeface="Roboto Mono"/>
                <a:cs typeface="Roboto Mono"/>
                <a:sym typeface="Roboto Mono"/>
                <a:hlinkClick r:id="rId5"/>
              </a:rPr>
              <a:t>RestTemplate</a:t>
            </a:r>
            <a:r>
              <a:rPr lang="ro" sz="1100" u="sng">
                <a:solidFill>
                  <a:schemeClr val="hlink"/>
                </a:solidFill>
                <a:hlinkClick r:id="rId6"/>
              </a:rPr>
              <a:t> </a:t>
            </a:r>
            <a:r>
              <a:rPr b="1" lang="ro" sz="1100"/>
              <a:t>implements</a:t>
            </a:r>
            <a:r>
              <a:rPr lang="ro" sz="1100"/>
              <a:t> it.</a:t>
            </a:r>
            <a:endParaRPr sz="1100"/>
          </a:p>
          <a:p>
            <a:pPr indent="0" lvl="0" marL="457200" rtl="0" algn="l">
              <a:spcBef>
                <a:spcPts val="0"/>
              </a:spcBef>
              <a:spcAft>
                <a:spcPts val="0"/>
              </a:spcAft>
              <a:buNone/>
            </a:pPr>
            <a:r>
              <a:t/>
            </a:r>
            <a:endParaRPr>
              <a:solidFill>
                <a:schemeClr val="dk1"/>
              </a:solidFill>
              <a:latin typeface="Barlow Semi Condensed"/>
              <a:ea typeface="Barlow Semi Condensed"/>
              <a:cs typeface="Barlow Semi Condensed"/>
              <a:sym typeface="Barlow Semi Condensed"/>
            </a:endParaRPr>
          </a:p>
        </p:txBody>
      </p:sp>
      <p:graphicFrame>
        <p:nvGraphicFramePr>
          <p:cNvPr id="3671" name="Google Shape;3671;p61"/>
          <p:cNvGraphicFramePr/>
          <p:nvPr/>
        </p:nvGraphicFramePr>
        <p:xfrm>
          <a:off x="923175" y="2251350"/>
          <a:ext cx="3000000" cy="3000000"/>
        </p:xfrm>
        <a:graphic>
          <a:graphicData uri="http://schemas.openxmlformats.org/drawingml/2006/table">
            <a:tbl>
              <a:tblPr>
                <a:noFill/>
                <a:tableStyleId>{2102EA9B-404B-44F1-A14F-F0B1E734C216}</a:tableStyleId>
              </a:tblPr>
              <a:tblGrid>
                <a:gridCol w="3619500"/>
                <a:gridCol w="3619500"/>
              </a:tblGrid>
              <a:tr h="381000">
                <a:tc>
                  <a:txBody>
                    <a:bodyPr/>
                    <a:lstStyle/>
                    <a:p>
                      <a:pPr indent="0" lvl="0" marL="0" rtl="0" algn="ctr">
                        <a:lnSpc>
                          <a:spcPct val="115000"/>
                        </a:lnSpc>
                        <a:spcBef>
                          <a:spcPts val="0"/>
                        </a:spcBef>
                        <a:spcAft>
                          <a:spcPts val="0"/>
                        </a:spcAft>
                        <a:buNone/>
                      </a:pPr>
                      <a:r>
                        <a:rPr b="1" lang="ro" sz="1100">
                          <a:solidFill>
                            <a:srgbClr val="435D74"/>
                          </a:solidFill>
                          <a:latin typeface="Barlow Semi Condensed"/>
                          <a:ea typeface="Barlow Semi Condensed"/>
                          <a:cs typeface="Barlow Semi Condensed"/>
                          <a:sym typeface="Barlow Semi Condensed"/>
                        </a:rPr>
                        <a:t>F</a:t>
                      </a:r>
                      <a:r>
                        <a:rPr b="1" lang="ro" sz="1100">
                          <a:solidFill>
                            <a:srgbClr val="435D74"/>
                          </a:solidFill>
                          <a:latin typeface="Barlow Semi Condensed"/>
                          <a:ea typeface="Barlow Semi Condensed"/>
                          <a:cs typeface="Barlow Semi Condensed"/>
                          <a:sym typeface="Barlow Semi Condensed"/>
                        </a:rPr>
                        <a:t>acade Role</a:t>
                      </a:r>
                      <a:endParaRPr b="1" sz="1100">
                        <a:solidFill>
                          <a:srgbClr val="435D74"/>
                        </a:solidFill>
                        <a:latin typeface="Barlow Semi Condensed"/>
                        <a:ea typeface="Barlow Semi Condensed"/>
                        <a:cs typeface="Barlow Semi Condensed"/>
                        <a:sym typeface="Barlow Semi Condensed"/>
                      </a:endParaRPr>
                    </a:p>
                  </a:txBody>
                  <a:tcPr marT="91425" marB="91425" marR="91425" marL="91425"/>
                </a:tc>
                <a:tc>
                  <a:txBody>
                    <a:bodyPr/>
                    <a:lstStyle/>
                    <a:p>
                      <a:pPr indent="0" lvl="0" marL="0" rtl="0" algn="ctr">
                        <a:lnSpc>
                          <a:spcPct val="115000"/>
                        </a:lnSpc>
                        <a:spcBef>
                          <a:spcPts val="0"/>
                        </a:spcBef>
                        <a:spcAft>
                          <a:spcPts val="0"/>
                        </a:spcAft>
                        <a:buNone/>
                      </a:pPr>
                      <a:r>
                        <a:rPr b="1" lang="ro" sz="1100">
                          <a:solidFill>
                            <a:srgbClr val="435D74"/>
                          </a:solidFill>
                          <a:latin typeface="Barlow Semi Condensed"/>
                          <a:ea typeface="Barlow Semi Condensed"/>
                          <a:cs typeface="Barlow Semi Condensed"/>
                          <a:sym typeface="Barlow Semi Condensed"/>
                        </a:rPr>
                        <a:t>Spring Component</a:t>
                      </a:r>
                      <a:endParaRPr b="1" sz="1100">
                        <a:solidFill>
                          <a:srgbClr val="435D74"/>
                        </a:solidFill>
                        <a:latin typeface="Barlow Semi Condensed"/>
                        <a:ea typeface="Barlow Semi Condensed"/>
                        <a:cs typeface="Barlow Semi Condensed"/>
                        <a:sym typeface="Barlow Semi Condensed"/>
                      </a:endParaRPr>
                    </a:p>
                  </a:txBody>
                  <a:tcPr marT="91425" marB="91425" marR="91425" marL="91425"/>
                </a:tc>
              </a:tr>
              <a:tr h="381000">
                <a:tc>
                  <a:txBody>
                    <a:bodyPr/>
                    <a:lstStyle/>
                    <a:p>
                      <a:pPr indent="0" lvl="0" marL="0" rtl="0" algn="l">
                        <a:spcBef>
                          <a:spcPts val="0"/>
                        </a:spcBef>
                        <a:spcAft>
                          <a:spcPts val="0"/>
                        </a:spcAft>
                        <a:buNone/>
                      </a:pPr>
                      <a:r>
                        <a:rPr lang="ro">
                          <a:solidFill>
                            <a:srgbClr val="188038"/>
                          </a:solidFill>
                          <a:latin typeface="Barlow Semi Condensed"/>
                          <a:ea typeface="Barlow Semi Condensed"/>
                          <a:cs typeface="Barlow Semi Condensed"/>
                          <a:sym typeface="Barlow Semi Condensed"/>
                        </a:rPr>
                        <a:t>Facade Interface</a:t>
                      </a:r>
                      <a:endParaRPr>
                        <a:solidFill>
                          <a:srgbClr val="188038"/>
                        </a:solidFill>
                        <a:latin typeface="Barlow Semi Condensed"/>
                        <a:ea typeface="Barlow Semi Condensed"/>
                        <a:cs typeface="Barlow Semi Condensed"/>
                        <a:sym typeface="Barlow Semi Condensed"/>
                      </a:endParaRPr>
                    </a:p>
                  </a:txBody>
                  <a:tcPr marT="91425" marB="91425" marR="91425" marL="91425"/>
                </a:tc>
                <a:tc>
                  <a:txBody>
                    <a:bodyPr/>
                    <a:lstStyle/>
                    <a:p>
                      <a:pPr indent="0" lvl="0" marL="0" rtl="0" algn="l">
                        <a:spcBef>
                          <a:spcPts val="0"/>
                        </a:spcBef>
                        <a:spcAft>
                          <a:spcPts val="0"/>
                        </a:spcAft>
                        <a:buNone/>
                      </a:pPr>
                      <a:r>
                        <a:rPr lang="ro">
                          <a:solidFill>
                            <a:srgbClr val="435D74"/>
                          </a:solidFill>
                          <a:latin typeface="Barlow Semi Condensed"/>
                          <a:ea typeface="Barlow Semi Condensed"/>
                          <a:cs typeface="Barlow Semi Condensed"/>
                          <a:sym typeface="Barlow Semi Condensed"/>
                        </a:rPr>
                        <a:t>RestOperations</a:t>
                      </a:r>
                      <a:endParaRPr>
                        <a:solidFill>
                          <a:srgbClr val="435D74"/>
                        </a:solidFill>
                        <a:latin typeface="Barlow Semi Condensed"/>
                        <a:ea typeface="Barlow Semi Condensed"/>
                        <a:cs typeface="Barlow Semi Condensed"/>
                        <a:sym typeface="Barlow Semi Condensed"/>
                      </a:endParaRPr>
                    </a:p>
                  </a:txBody>
                  <a:tcPr marT="91425" marB="91425" marR="91425" marL="91425"/>
                </a:tc>
              </a:tr>
              <a:tr h="381000">
                <a:tc>
                  <a:txBody>
                    <a:bodyPr/>
                    <a:lstStyle/>
                    <a:p>
                      <a:pPr indent="0" lvl="0" marL="0" rtl="0" algn="l">
                        <a:spcBef>
                          <a:spcPts val="0"/>
                        </a:spcBef>
                        <a:spcAft>
                          <a:spcPts val="0"/>
                        </a:spcAft>
                        <a:buNone/>
                      </a:pPr>
                      <a:r>
                        <a:rPr lang="ro">
                          <a:solidFill>
                            <a:srgbClr val="188038"/>
                          </a:solidFill>
                          <a:latin typeface="Barlow Semi Condensed"/>
                          <a:ea typeface="Barlow Semi Condensed"/>
                          <a:cs typeface="Barlow Semi Condensed"/>
                          <a:sym typeface="Barlow Semi Condensed"/>
                        </a:rPr>
                        <a:t>Concrete Facade</a:t>
                      </a:r>
                      <a:endParaRPr>
                        <a:solidFill>
                          <a:srgbClr val="188038"/>
                        </a:solidFill>
                        <a:latin typeface="Barlow Semi Condensed"/>
                        <a:ea typeface="Barlow Semi Condensed"/>
                        <a:cs typeface="Barlow Semi Condensed"/>
                        <a:sym typeface="Barlow Semi Condensed"/>
                      </a:endParaRPr>
                    </a:p>
                  </a:txBody>
                  <a:tcPr marT="91425" marB="91425" marR="91425" marL="91425"/>
                </a:tc>
                <a:tc>
                  <a:txBody>
                    <a:bodyPr/>
                    <a:lstStyle/>
                    <a:p>
                      <a:pPr indent="0" lvl="0" marL="0" rtl="0" algn="l">
                        <a:spcBef>
                          <a:spcPts val="0"/>
                        </a:spcBef>
                        <a:spcAft>
                          <a:spcPts val="0"/>
                        </a:spcAft>
                        <a:buNone/>
                      </a:pPr>
                      <a:r>
                        <a:rPr lang="ro">
                          <a:solidFill>
                            <a:srgbClr val="435D74"/>
                          </a:solidFill>
                          <a:latin typeface="Barlow Semi Condensed"/>
                          <a:ea typeface="Barlow Semi Condensed"/>
                          <a:cs typeface="Barlow Semi Condensed"/>
                          <a:sym typeface="Barlow Semi Condensed"/>
                        </a:rPr>
                        <a:t>RestTemplate</a:t>
                      </a:r>
                      <a:endParaRPr>
                        <a:solidFill>
                          <a:srgbClr val="435D74"/>
                        </a:solidFill>
                        <a:latin typeface="Barlow Semi Condensed"/>
                        <a:ea typeface="Barlow Semi Condensed"/>
                        <a:cs typeface="Barlow Semi Condensed"/>
                        <a:sym typeface="Barlow Semi Condensed"/>
                      </a:endParaRPr>
                    </a:p>
                  </a:txBody>
                  <a:tcPr marT="91425" marB="91425" marR="91425" marL="91425"/>
                </a:tc>
              </a:tr>
              <a:tr h="127775">
                <a:tc>
                  <a:txBody>
                    <a:bodyPr/>
                    <a:lstStyle/>
                    <a:p>
                      <a:pPr indent="0" lvl="0" marL="0" rtl="0" algn="l">
                        <a:spcBef>
                          <a:spcPts val="0"/>
                        </a:spcBef>
                        <a:spcAft>
                          <a:spcPts val="0"/>
                        </a:spcAft>
                        <a:buNone/>
                      </a:pPr>
                      <a:r>
                        <a:rPr lang="ro">
                          <a:solidFill>
                            <a:srgbClr val="188038"/>
                          </a:solidFill>
                          <a:latin typeface="Barlow Semi Condensed"/>
                          <a:ea typeface="Barlow Semi Condensed"/>
                          <a:cs typeface="Barlow Semi Condensed"/>
                          <a:sym typeface="Barlow Semi Condensed"/>
                        </a:rPr>
                        <a:t>Client</a:t>
                      </a:r>
                      <a:endParaRPr>
                        <a:solidFill>
                          <a:srgbClr val="188038"/>
                        </a:solidFill>
                        <a:latin typeface="Barlow Semi Condensed"/>
                        <a:ea typeface="Barlow Semi Condensed"/>
                        <a:cs typeface="Barlow Semi Condensed"/>
                        <a:sym typeface="Barlow Semi Condensed"/>
                      </a:endParaRPr>
                    </a:p>
                  </a:txBody>
                  <a:tcPr marT="91425" marB="91425" marR="91425" marL="91425"/>
                </a:tc>
                <a:tc>
                  <a:txBody>
                    <a:bodyPr/>
                    <a:lstStyle/>
                    <a:p>
                      <a:pPr indent="0" lvl="0" marL="0" rtl="0" algn="l">
                        <a:spcBef>
                          <a:spcPts val="0"/>
                        </a:spcBef>
                        <a:spcAft>
                          <a:spcPts val="0"/>
                        </a:spcAft>
                        <a:buNone/>
                      </a:pPr>
                      <a:r>
                        <a:rPr lang="ro">
                          <a:solidFill>
                            <a:srgbClr val="435D74"/>
                          </a:solidFill>
                          <a:latin typeface="Barlow Semi Condensed"/>
                          <a:ea typeface="Barlow Semi Condensed"/>
                          <a:cs typeface="Barlow Semi Condensed"/>
                          <a:sym typeface="Barlow Semi Condensed"/>
                        </a:rPr>
                        <a:t>Spring Boot app</a:t>
                      </a:r>
                      <a:endParaRPr>
                        <a:solidFill>
                          <a:srgbClr val="435D74"/>
                        </a:solidFill>
                        <a:latin typeface="Barlow Semi Condensed"/>
                        <a:ea typeface="Barlow Semi Condensed"/>
                        <a:cs typeface="Barlow Semi Condensed"/>
                        <a:sym typeface="Barlow Semi Condensed"/>
                      </a:endParaRPr>
                    </a:p>
                  </a:txBody>
                  <a:tcPr marT="91425" marB="91425" marR="91425" marL="91425"/>
                </a:tc>
              </a:tr>
              <a:tr h="381000">
                <a:tc>
                  <a:txBody>
                    <a:bodyPr/>
                    <a:lstStyle/>
                    <a:p>
                      <a:pPr indent="0" lvl="0" marL="0" rtl="0" algn="l">
                        <a:spcBef>
                          <a:spcPts val="0"/>
                        </a:spcBef>
                        <a:spcAft>
                          <a:spcPts val="0"/>
                        </a:spcAft>
                        <a:buNone/>
                      </a:pPr>
                      <a:r>
                        <a:rPr lang="ro">
                          <a:solidFill>
                            <a:srgbClr val="188038"/>
                          </a:solidFill>
                          <a:latin typeface="Barlow Semi Condensed"/>
                          <a:ea typeface="Barlow Semi Condensed"/>
                          <a:cs typeface="Barlow Semi Condensed"/>
                          <a:sym typeface="Barlow Semi Condensed"/>
                        </a:rPr>
                        <a:t>Subsystems</a:t>
                      </a:r>
                      <a:endParaRPr>
                        <a:solidFill>
                          <a:srgbClr val="188038"/>
                        </a:solidFill>
                        <a:latin typeface="Barlow Semi Condensed"/>
                        <a:ea typeface="Barlow Semi Condensed"/>
                        <a:cs typeface="Barlow Semi Condensed"/>
                        <a:sym typeface="Barlow Semi Condensed"/>
                      </a:endParaRPr>
                    </a:p>
                  </a:txBody>
                  <a:tcPr marT="91425" marB="91425" marR="91425" marL="91425"/>
                </a:tc>
                <a:tc>
                  <a:txBody>
                    <a:bodyPr/>
                    <a:lstStyle/>
                    <a:p>
                      <a:pPr indent="0" lvl="0" marL="0" rtl="0" algn="l">
                        <a:spcBef>
                          <a:spcPts val="0"/>
                        </a:spcBef>
                        <a:spcAft>
                          <a:spcPts val="0"/>
                        </a:spcAft>
                        <a:buNone/>
                      </a:pPr>
                      <a:r>
                        <a:rPr lang="ro">
                          <a:solidFill>
                            <a:srgbClr val="435D74"/>
                          </a:solidFill>
                          <a:latin typeface="Barlow Semi Condensed"/>
                          <a:ea typeface="Barlow Semi Condensed"/>
                          <a:cs typeface="Barlow Semi Condensed"/>
                          <a:sym typeface="Barlow Semi Condensed"/>
                        </a:rPr>
                        <a:t>URI Builder, HTTP Client, JSON Converters, Error Handler</a:t>
                      </a:r>
                      <a:endParaRPr>
                        <a:solidFill>
                          <a:srgbClr val="435D74"/>
                        </a:solidFill>
                        <a:latin typeface="Barlow Semi Condensed"/>
                        <a:ea typeface="Barlow Semi Condensed"/>
                        <a:cs typeface="Barlow Semi Condensed"/>
                        <a:sym typeface="Barlow Semi Condensed"/>
                      </a:endParaRPr>
                    </a:p>
                  </a:txBody>
                  <a:tcPr marT="91425" marB="91425" marR="91425" marL="91425"/>
                </a:tc>
              </a:tr>
            </a:tbl>
          </a:graphicData>
        </a:graphic>
      </p:graphicFrame>
      <p:sp>
        <p:nvSpPr>
          <p:cNvPr id="3672" name="Google Shape;3672;p61"/>
          <p:cNvSpPr txBox="1"/>
          <p:nvPr>
            <p:ph idx="4294967295" type="title"/>
          </p:nvPr>
        </p:nvSpPr>
        <p:spPr>
          <a:xfrm>
            <a:off x="1753722" y="220803"/>
            <a:ext cx="5577900" cy="59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2500"/>
              <a:t>RestOperations + RestTemplate</a:t>
            </a:r>
            <a:endParaRPr sz="2500"/>
          </a:p>
        </p:txBody>
      </p:sp>
      <p:sp>
        <p:nvSpPr>
          <p:cNvPr id="3673" name="Google Shape;3673;p61"/>
          <p:cNvSpPr txBox="1"/>
          <p:nvPr/>
        </p:nvSpPr>
        <p:spPr>
          <a:xfrm>
            <a:off x="1744650" y="716125"/>
            <a:ext cx="5724000" cy="38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ro" sz="1700">
                <a:solidFill>
                  <a:srgbClr val="5C6370"/>
                </a:solidFill>
              </a:rPr>
              <a:t>Interface-driven Facade in</a:t>
            </a:r>
            <a:r>
              <a:rPr i="1" lang="ro" sz="1700">
                <a:solidFill>
                  <a:srgbClr val="5C6370"/>
                </a:solidFill>
              </a:rPr>
              <a:t> Spring Framework</a:t>
            </a:r>
            <a:endParaRPr i="1" sz="1700">
              <a:solidFill>
                <a:srgbClr val="5C637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7" name="Shape 3677"/>
        <p:cNvGrpSpPr/>
        <p:nvPr/>
      </p:nvGrpSpPr>
      <p:grpSpPr>
        <a:xfrm>
          <a:off x="0" y="0"/>
          <a:ext cx="0" cy="0"/>
          <a:chOff x="0" y="0"/>
          <a:chExt cx="0" cy="0"/>
        </a:xfrm>
      </p:grpSpPr>
      <p:sp>
        <p:nvSpPr>
          <p:cNvPr id="3678" name="Google Shape;3678;p62"/>
          <p:cNvSpPr txBox="1"/>
          <p:nvPr>
            <p:ph idx="1" type="body"/>
          </p:nvPr>
        </p:nvSpPr>
        <p:spPr>
          <a:xfrm>
            <a:off x="1592800" y="1246850"/>
            <a:ext cx="2421600" cy="352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sz="1800">
                <a:solidFill>
                  <a:schemeClr val="accent1"/>
                </a:solidFill>
                <a:latin typeface="Barlow Semi Condensed Medium"/>
                <a:ea typeface="Barlow Semi Condensed Medium"/>
                <a:cs typeface="Barlow Semi Condensed Medium"/>
                <a:sym typeface="Barlow Semi Condensed Medium"/>
              </a:rPr>
              <a:t>Theoretical</a:t>
            </a:r>
            <a:endParaRPr sz="1800">
              <a:solidFill>
                <a:schemeClr val="accent1"/>
              </a:solidFill>
              <a:latin typeface="Barlow Semi Condensed Medium"/>
              <a:ea typeface="Barlow Semi Condensed Medium"/>
              <a:cs typeface="Barlow Semi Condensed Medium"/>
              <a:sym typeface="Barlow Semi Condensed Medium"/>
            </a:endParaRPr>
          </a:p>
          <a:p>
            <a:pPr indent="0" lvl="0" marL="0" rtl="0" algn="l">
              <a:lnSpc>
                <a:spcPct val="60000"/>
              </a:lnSpc>
              <a:spcBef>
                <a:spcPts val="0"/>
              </a:spcBef>
              <a:spcAft>
                <a:spcPts val="0"/>
              </a:spcAft>
              <a:buNone/>
            </a:pPr>
            <a:r>
              <a:t/>
            </a:r>
            <a:endParaRPr sz="1800">
              <a:solidFill>
                <a:schemeClr val="accent1"/>
              </a:solidFill>
              <a:latin typeface="Barlow Semi Condensed Medium"/>
              <a:ea typeface="Barlow Semi Condensed Medium"/>
              <a:cs typeface="Barlow Semi Condensed Medium"/>
              <a:sym typeface="Barlow Semi Condensed Medium"/>
            </a:endParaRPr>
          </a:p>
          <a:p>
            <a:pPr indent="-317500" lvl="0" marL="457200" marR="50800" rtl="0" algn="l">
              <a:spcBef>
                <a:spcPts val="0"/>
              </a:spcBef>
              <a:spcAft>
                <a:spcPts val="0"/>
              </a:spcAft>
              <a:buSzPts val="1400"/>
              <a:buFont typeface="Barlow Semi Condensed"/>
              <a:buChar char="●"/>
            </a:pPr>
            <a:r>
              <a:rPr lang="ro" sz="1400"/>
              <a:t>https://www.ionos.com/digitalguide/websites/web-development/whats-the-facade-pattern/</a:t>
            </a:r>
            <a:endParaRPr sz="1400"/>
          </a:p>
          <a:p>
            <a:pPr indent="-317500" lvl="0" marL="457200" marR="50800" rtl="0" algn="l">
              <a:spcBef>
                <a:spcPts val="0"/>
              </a:spcBef>
              <a:spcAft>
                <a:spcPts val="0"/>
              </a:spcAft>
              <a:buSzPts val="1400"/>
              <a:buFont typeface="Barlow Semi Condensed"/>
              <a:buChar char="●"/>
            </a:pPr>
            <a:r>
              <a:rPr lang="ro" sz="1400"/>
              <a:t>https://www.geeksforgeeks.org/facade-design-pattern-introduction/ </a:t>
            </a:r>
            <a:endParaRPr sz="1400"/>
          </a:p>
          <a:p>
            <a:pPr indent="-317500" lvl="0" marL="457200" marR="50800" rtl="0" algn="l">
              <a:spcBef>
                <a:spcPts val="0"/>
              </a:spcBef>
              <a:spcAft>
                <a:spcPts val="0"/>
              </a:spcAft>
              <a:buSzPts val="1400"/>
              <a:buFont typeface="Barlow Semi Condensed"/>
              <a:buChar char="●"/>
            </a:pPr>
            <a:r>
              <a:rPr lang="ro" sz="1400" u="sng">
                <a:solidFill>
                  <a:schemeClr val="hlink"/>
                </a:solidFill>
                <a:hlinkClick r:id="rId3"/>
              </a:rPr>
              <a:t>https://www.geeksforgeeks.org/structural-design-patterns/</a:t>
            </a:r>
            <a:endParaRPr sz="1400"/>
          </a:p>
          <a:p>
            <a:pPr indent="-317500" lvl="0" marL="457200" marR="50800" rtl="0" algn="l">
              <a:spcBef>
                <a:spcPts val="0"/>
              </a:spcBef>
              <a:spcAft>
                <a:spcPts val="0"/>
              </a:spcAft>
              <a:buSzPts val="1400"/>
              <a:buFont typeface="Barlow Semi Condensed"/>
              <a:buChar char="●"/>
            </a:pPr>
            <a:r>
              <a:rPr lang="ro" sz="1400"/>
              <a:t>https://www.tutorialspoint.com/design_pattern/facade_pattern.htm</a:t>
            </a:r>
            <a:endParaRPr sz="1400"/>
          </a:p>
        </p:txBody>
      </p:sp>
      <p:sp>
        <p:nvSpPr>
          <p:cNvPr id="3679" name="Google Shape;3679;p62"/>
          <p:cNvSpPr txBox="1"/>
          <p:nvPr>
            <p:ph idx="2" type="body"/>
          </p:nvPr>
        </p:nvSpPr>
        <p:spPr>
          <a:xfrm>
            <a:off x="4220325" y="1246850"/>
            <a:ext cx="3904800" cy="3524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o" sz="1800">
                <a:solidFill>
                  <a:schemeClr val="accent1"/>
                </a:solidFill>
                <a:latin typeface="Barlow Semi Condensed Medium"/>
                <a:ea typeface="Barlow Semi Condensed Medium"/>
                <a:cs typeface="Barlow Semi Condensed Medium"/>
                <a:sym typeface="Barlow Semi Condensed Medium"/>
              </a:rPr>
              <a:t>Example 1</a:t>
            </a:r>
            <a:endParaRPr sz="1800">
              <a:solidFill>
                <a:schemeClr val="accent1"/>
              </a:solidFill>
              <a:latin typeface="Barlow Semi Condensed Medium"/>
              <a:ea typeface="Barlow Semi Condensed Medium"/>
              <a:cs typeface="Barlow Semi Condensed Medium"/>
              <a:sym typeface="Barlow Semi Condensed Medium"/>
            </a:endParaRPr>
          </a:p>
          <a:p>
            <a:pPr indent="0" lvl="0" marL="0" rtl="0" algn="l">
              <a:lnSpc>
                <a:spcPct val="115000"/>
              </a:lnSpc>
              <a:spcBef>
                <a:spcPts val="0"/>
              </a:spcBef>
              <a:spcAft>
                <a:spcPts val="0"/>
              </a:spcAft>
              <a:buNone/>
            </a:pPr>
            <a:r>
              <a:t/>
            </a:r>
            <a:endParaRPr sz="1800">
              <a:solidFill>
                <a:schemeClr val="accent1"/>
              </a:solidFill>
              <a:latin typeface="Barlow Semi Condensed Medium"/>
              <a:ea typeface="Barlow Semi Condensed Medium"/>
              <a:cs typeface="Barlow Semi Condensed Medium"/>
              <a:sym typeface="Barlow Semi Condensed Medium"/>
            </a:endParaRPr>
          </a:p>
          <a:p>
            <a:pPr indent="-292100" lvl="0" marL="457200" marR="50800" rtl="0" algn="l">
              <a:lnSpc>
                <a:spcPct val="115000"/>
              </a:lnSpc>
              <a:spcBef>
                <a:spcPts val="0"/>
              </a:spcBef>
              <a:spcAft>
                <a:spcPts val="0"/>
              </a:spcAft>
              <a:buSzPts val="1000"/>
              <a:buFont typeface="Barlow Semi Condensed"/>
              <a:buChar char="●"/>
            </a:pPr>
            <a:r>
              <a:rPr lang="ro" sz="1000" u="sng">
                <a:solidFill>
                  <a:schemeClr val="hlink"/>
                </a:solidFill>
                <a:latin typeface="Arial"/>
                <a:ea typeface="Arial"/>
                <a:cs typeface="Arial"/>
                <a:sym typeface="Arial"/>
                <a:hlinkClick r:id="rId4"/>
              </a:rPr>
              <a:t>The Story of Netflix and Microservices - GeeksforGeeks</a:t>
            </a:r>
            <a:endParaRPr sz="1000"/>
          </a:p>
          <a:p>
            <a:pPr indent="-292100" lvl="0" marL="457200" marR="50800" rtl="0" algn="l">
              <a:lnSpc>
                <a:spcPct val="115000"/>
              </a:lnSpc>
              <a:spcBef>
                <a:spcPts val="0"/>
              </a:spcBef>
              <a:spcAft>
                <a:spcPts val="0"/>
              </a:spcAft>
              <a:buSzPts val="1000"/>
              <a:buFont typeface="Barlow Semi Condensed"/>
              <a:buChar char="●"/>
            </a:pPr>
            <a:r>
              <a:rPr lang="ro" sz="1000" u="sng">
                <a:solidFill>
                  <a:schemeClr val="hlink"/>
                </a:solidFill>
                <a:latin typeface="Arial"/>
                <a:ea typeface="Arial"/>
                <a:cs typeface="Arial"/>
                <a:sym typeface="Arial"/>
                <a:hlinkClick r:id="rId5"/>
              </a:rPr>
              <a:t>eureka/eureka-client/src/main/java/com/netflix/discovery/DiscoveryClient.java at 015400c60d3dc730c3fc4871e9b586d3805cce0d · Netflix/eureka</a:t>
            </a:r>
            <a:endParaRPr sz="1000">
              <a:latin typeface="Barlow Semi Condensed Medium"/>
              <a:ea typeface="Barlow Semi Condensed Medium"/>
              <a:cs typeface="Barlow Semi Condensed Medium"/>
              <a:sym typeface="Barlow Semi Condensed Medium"/>
            </a:endParaRPr>
          </a:p>
          <a:p>
            <a:pPr indent="-292100" lvl="0" marL="457200" marR="50800" rtl="0" algn="l">
              <a:lnSpc>
                <a:spcPct val="115000"/>
              </a:lnSpc>
              <a:spcBef>
                <a:spcPts val="0"/>
              </a:spcBef>
              <a:spcAft>
                <a:spcPts val="0"/>
              </a:spcAft>
              <a:buSzPts val="1000"/>
              <a:buFont typeface="Barlow Semi Condensed Medium"/>
              <a:buChar char="●"/>
            </a:pPr>
            <a:r>
              <a:rPr lang="ro" sz="1100" u="sng">
                <a:solidFill>
                  <a:schemeClr val="hlink"/>
                </a:solidFill>
                <a:latin typeface="Arial"/>
                <a:ea typeface="Arial"/>
                <a:cs typeface="Arial"/>
                <a:sym typeface="Arial"/>
                <a:hlinkClick r:id="rId6"/>
              </a:rPr>
              <a:t>Netflix Open Source Software Center</a:t>
            </a:r>
            <a:endParaRPr sz="1000">
              <a:latin typeface="Barlow Semi Condensed Medium"/>
              <a:ea typeface="Barlow Semi Condensed Medium"/>
              <a:cs typeface="Barlow Semi Condensed Medium"/>
              <a:sym typeface="Barlow Semi Condensed Medium"/>
            </a:endParaRPr>
          </a:p>
          <a:p>
            <a:pPr indent="0" lvl="0" marL="457200" marR="50800" rtl="0" algn="l">
              <a:lnSpc>
                <a:spcPct val="115000"/>
              </a:lnSpc>
              <a:spcBef>
                <a:spcPts val="0"/>
              </a:spcBef>
              <a:spcAft>
                <a:spcPts val="0"/>
              </a:spcAft>
              <a:buNone/>
            </a:pPr>
            <a:r>
              <a:t/>
            </a:r>
            <a:endParaRPr sz="1800">
              <a:solidFill>
                <a:schemeClr val="accent1"/>
              </a:solidFill>
              <a:latin typeface="Barlow Semi Condensed Medium"/>
              <a:ea typeface="Barlow Semi Condensed Medium"/>
              <a:cs typeface="Barlow Semi Condensed Medium"/>
              <a:sym typeface="Barlow Semi Condensed Medium"/>
            </a:endParaRPr>
          </a:p>
          <a:p>
            <a:pPr indent="0" lvl="0" marL="0" rtl="0" algn="l">
              <a:lnSpc>
                <a:spcPct val="115000"/>
              </a:lnSpc>
              <a:spcBef>
                <a:spcPts val="0"/>
              </a:spcBef>
              <a:spcAft>
                <a:spcPts val="0"/>
              </a:spcAft>
              <a:buNone/>
            </a:pPr>
            <a:r>
              <a:rPr lang="ro" sz="1800">
                <a:solidFill>
                  <a:schemeClr val="accent1"/>
                </a:solidFill>
                <a:latin typeface="Barlow Semi Condensed Medium"/>
                <a:ea typeface="Barlow Semi Condensed Medium"/>
                <a:cs typeface="Barlow Semi Condensed Medium"/>
                <a:sym typeface="Barlow Semi Condensed Medium"/>
              </a:rPr>
              <a:t>Example 2</a:t>
            </a:r>
            <a:endParaRPr sz="1800">
              <a:solidFill>
                <a:schemeClr val="accent1"/>
              </a:solidFill>
              <a:latin typeface="Barlow Semi Condensed Medium"/>
              <a:ea typeface="Barlow Semi Condensed Medium"/>
              <a:cs typeface="Barlow Semi Condensed Medium"/>
              <a:sym typeface="Barlow Semi Condensed Medium"/>
            </a:endParaRPr>
          </a:p>
          <a:p>
            <a:pPr indent="-292100" lvl="0" marL="457200" marR="50800" rtl="0" algn="l">
              <a:lnSpc>
                <a:spcPct val="115000"/>
              </a:lnSpc>
              <a:spcBef>
                <a:spcPts val="0"/>
              </a:spcBef>
              <a:spcAft>
                <a:spcPts val="0"/>
              </a:spcAft>
              <a:buClr>
                <a:schemeClr val="accent1"/>
              </a:buClr>
              <a:buSzPts val="1000"/>
              <a:buFont typeface="Barlow Semi Condensed Medium"/>
              <a:buChar char="●"/>
            </a:pPr>
            <a:r>
              <a:rPr lang="ro" sz="1000" u="sng">
                <a:solidFill>
                  <a:schemeClr val="hlink"/>
                </a:solidFill>
                <a:latin typeface="Barlow Semi Condensed Medium"/>
                <a:ea typeface="Barlow Semi Condensed Medium"/>
                <a:cs typeface="Barlow Semi Condensed Medium"/>
                <a:sym typeface="Barlow Semi Condensed Medium"/>
                <a:hlinkClick r:id="rId7"/>
              </a:rPr>
              <a:t>https://github.com/spring-projects/spring-framework/blob/main/spring-web/src/main/java/org/springframework/web/client/RestOperations.java</a:t>
            </a:r>
            <a:endParaRPr sz="1000">
              <a:solidFill>
                <a:schemeClr val="accent1"/>
              </a:solidFill>
              <a:latin typeface="Barlow Semi Condensed Medium"/>
              <a:ea typeface="Barlow Semi Condensed Medium"/>
              <a:cs typeface="Barlow Semi Condensed Medium"/>
              <a:sym typeface="Barlow Semi Condensed Medium"/>
            </a:endParaRPr>
          </a:p>
          <a:p>
            <a:pPr indent="-292100" lvl="0" marL="457200" marR="50800" rtl="0" algn="l">
              <a:lnSpc>
                <a:spcPct val="115000"/>
              </a:lnSpc>
              <a:spcBef>
                <a:spcPts val="0"/>
              </a:spcBef>
              <a:spcAft>
                <a:spcPts val="0"/>
              </a:spcAft>
              <a:buClr>
                <a:schemeClr val="accent1"/>
              </a:buClr>
              <a:buSzPts val="1000"/>
              <a:buFont typeface="Barlow Semi Condensed Medium"/>
              <a:buChar char="●"/>
            </a:pPr>
            <a:r>
              <a:rPr lang="ro" sz="1000" u="sng">
                <a:solidFill>
                  <a:schemeClr val="hlink"/>
                </a:solidFill>
                <a:latin typeface="Barlow Semi Condensed Medium"/>
                <a:ea typeface="Barlow Semi Condensed Medium"/>
                <a:cs typeface="Barlow Semi Condensed Medium"/>
                <a:sym typeface="Barlow Semi Condensed Medium"/>
                <a:hlinkClick r:id="rId8"/>
              </a:rPr>
              <a:t>https://github.com/spring-projects/spring-framework/blob/main/spring-web/src/main/java/org/springframework/web/client/RestTemplate.java</a:t>
            </a:r>
            <a:endParaRPr sz="1800">
              <a:solidFill>
                <a:schemeClr val="accent1"/>
              </a:solidFill>
              <a:latin typeface="Barlow Semi Condensed Medium"/>
              <a:ea typeface="Barlow Semi Condensed Medium"/>
              <a:cs typeface="Barlow Semi Condensed Medium"/>
              <a:sym typeface="Barlow Semi Condensed Medium"/>
            </a:endParaRPr>
          </a:p>
          <a:p>
            <a:pPr indent="-292100" lvl="0" marL="457200" marR="50800" rtl="0" algn="l">
              <a:lnSpc>
                <a:spcPct val="115000"/>
              </a:lnSpc>
              <a:spcBef>
                <a:spcPts val="0"/>
              </a:spcBef>
              <a:spcAft>
                <a:spcPts val="0"/>
              </a:spcAft>
              <a:buSzPts val="1000"/>
              <a:buFont typeface="Barlow Semi Condensed Medium"/>
              <a:buChar char="●"/>
            </a:pPr>
            <a:r>
              <a:rPr lang="ro" sz="1000" u="sng">
                <a:solidFill>
                  <a:schemeClr val="accent1"/>
                </a:solidFill>
                <a:latin typeface="Barlow Semi Condensed Medium"/>
                <a:ea typeface="Barlow Semi Condensed Medium"/>
                <a:cs typeface="Barlow Semi Condensed Medium"/>
                <a:sym typeface="Barlow Semi Condensed Medium"/>
                <a:hlinkClick r:id="rId9">
                  <a:extLst>
                    <a:ext uri="{A12FA001-AC4F-418D-AE19-62706E023703}">
                      <ahyp:hlinkClr val="tx"/>
                    </a:ext>
                  </a:extLst>
                </a:hlinkClick>
              </a:rPr>
              <a:t>https://docs.spring.io/spring-framework/docs/current/javadoc-api/org/springframework/web/client/RestTemplate.html</a:t>
            </a:r>
            <a:endParaRPr sz="1000">
              <a:solidFill>
                <a:schemeClr val="accent1"/>
              </a:solidFill>
              <a:latin typeface="Barlow Semi Condensed Medium"/>
              <a:ea typeface="Barlow Semi Condensed Medium"/>
              <a:cs typeface="Barlow Semi Condensed Medium"/>
              <a:sym typeface="Barlow Semi Condensed Medium"/>
            </a:endParaRPr>
          </a:p>
          <a:p>
            <a:pPr indent="0" lvl="0" marL="457200" marR="50800" rtl="0" algn="l">
              <a:lnSpc>
                <a:spcPct val="115000"/>
              </a:lnSpc>
              <a:spcBef>
                <a:spcPts val="0"/>
              </a:spcBef>
              <a:spcAft>
                <a:spcPts val="0"/>
              </a:spcAft>
              <a:buNone/>
            </a:pPr>
            <a:r>
              <a:t/>
            </a:r>
            <a:endParaRPr sz="1000">
              <a:solidFill>
                <a:schemeClr val="accent1"/>
              </a:solidFill>
              <a:latin typeface="Barlow Semi Condensed Medium"/>
              <a:ea typeface="Barlow Semi Condensed Medium"/>
              <a:cs typeface="Barlow Semi Condensed Medium"/>
              <a:sym typeface="Barlow Semi Condensed Medium"/>
            </a:endParaRPr>
          </a:p>
          <a:p>
            <a:pPr indent="0" lvl="0" marL="0" rtl="0" algn="l">
              <a:spcBef>
                <a:spcPts val="0"/>
              </a:spcBef>
              <a:spcAft>
                <a:spcPts val="0"/>
              </a:spcAft>
              <a:buNone/>
            </a:pPr>
            <a:r>
              <a:t/>
            </a:r>
            <a:endParaRPr sz="1800">
              <a:solidFill>
                <a:schemeClr val="accent1"/>
              </a:solidFill>
              <a:latin typeface="Barlow Semi Condensed Medium"/>
              <a:ea typeface="Barlow Semi Condensed Medium"/>
              <a:cs typeface="Barlow Semi Condensed Medium"/>
              <a:sym typeface="Barlow Semi Condensed Medium"/>
            </a:endParaRPr>
          </a:p>
        </p:txBody>
      </p:sp>
      <p:sp>
        <p:nvSpPr>
          <p:cNvPr id="3680" name="Google Shape;3680;p62"/>
          <p:cNvSpPr txBox="1"/>
          <p:nvPr>
            <p:ph type="title"/>
          </p:nvPr>
        </p:nvSpPr>
        <p:spPr>
          <a:xfrm>
            <a:off x="2532888" y="338328"/>
            <a:ext cx="408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Resources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4" name="Shape 3684"/>
        <p:cNvGrpSpPr/>
        <p:nvPr/>
      </p:nvGrpSpPr>
      <p:grpSpPr>
        <a:xfrm>
          <a:off x="0" y="0"/>
          <a:ext cx="0" cy="0"/>
          <a:chOff x="0" y="0"/>
          <a:chExt cx="0" cy="0"/>
        </a:xfrm>
      </p:grpSpPr>
      <p:sp>
        <p:nvSpPr>
          <p:cNvPr id="3685" name="Google Shape;3685;p63"/>
          <p:cNvSpPr txBox="1"/>
          <p:nvPr>
            <p:ph type="title"/>
          </p:nvPr>
        </p:nvSpPr>
        <p:spPr>
          <a:xfrm>
            <a:off x="2170725" y="1951598"/>
            <a:ext cx="49377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7200"/>
              <a:t>Thanks!</a:t>
            </a:r>
            <a:endParaRPr sz="7200"/>
          </a:p>
        </p:txBody>
      </p:sp>
    </p:spTree>
  </p:cSld>
  <p:clrMapOvr>
    <a:masterClrMapping/>
  </p:clrMapOvr>
</p:sld>
</file>

<file path=ppt/theme/theme1.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